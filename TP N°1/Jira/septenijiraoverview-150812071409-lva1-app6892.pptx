
<file path=[Content_Types].xml><?xml version="1.0" encoding="utf-8"?>
<Types xmlns="http://schemas.openxmlformats.org/package/2006/content-types">
  <Default Extension="png" ContentType="image/png"/>
  <Default Extension="jpeg" ContentType="image/jpeg"/>
  <Default Extension="emf" ContentType="image/x-emf"/>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2.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notesSlides/notesSlide14.xml" ContentType="application/vnd.openxmlformats-officedocument.presentationml.notesSlide+xml"/>
  <Override PartName="/ppt/diagrams/data5.xml" ContentType="application/vnd.openxmlformats-officedocument.drawingml.diagramData+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ppt/notesSlides/notesSlide15.xml" ContentType="application/vnd.openxmlformats-officedocument.presentationml.notesSlide+xml"/>
  <Override PartName="/ppt/diagrams/data6.xml" ContentType="application/vnd.openxmlformats-officedocument.drawingml.diagramData+xml"/>
  <Override PartName="/ppt/diagrams/layout6.xml" ContentType="application/vnd.openxmlformats-officedocument.drawingml.diagramLayout+xml"/>
  <Override PartName="/ppt/diagrams/quickStyle6.xml" ContentType="application/vnd.openxmlformats-officedocument.drawingml.diagramStyle+xml"/>
  <Override PartName="/ppt/diagrams/colors6.xml" ContentType="application/vnd.openxmlformats-officedocument.drawingml.diagramColors+xml"/>
  <Override PartName="/ppt/diagrams/drawing6.xml" ContentType="application/vnd.ms-office.drawingml.diagramDrawing+xml"/>
  <Override PartName="/ppt/notesSlides/notesSlide16.xml" ContentType="application/vnd.openxmlformats-officedocument.presentationml.notesSlide+xml"/>
  <Override PartName="/ppt/diagrams/data7.xml" ContentType="application/vnd.openxmlformats-officedocument.drawingml.diagramData+xml"/>
  <Override PartName="/ppt/diagrams/layout7.xml" ContentType="application/vnd.openxmlformats-officedocument.drawingml.diagramLayout+xml"/>
  <Override PartName="/ppt/diagrams/quickStyle7.xml" ContentType="application/vnd.openxmlformats-officedocument.drawingml.diagramStyle+xml"/>
  <Override PartName="/ppt/diagrams/colors7.xml" ContentType="application/vnd.openxmlformats-officedocument.drawingml.diagramColors+xml"/>
  <Override PartName="/ppt/diagrams/drawing7.xml" ContentType="application/vnd.ms-office.drawingml.diagramDrawing+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diagrams/data8.xml" ContentType="application/vnd.openxmlformats-officedocument.drawingml.diagramData+xml"/>
  <Override PartName="/ppt/diagrams/layout8.xml" ContentType="application/vnd.openxmlformats-officedocument.drawingml.diagramLayout+xml"/>
  <Override PartName="/ppt/diagrams/quickStyle8.xml" ContentType="application/vnd.openxmlformats-officedocument.drawingml.diagramStyle+xml"/>
  <Override PartName="/ppt/diagrams/colors8.xml" ContentType="application/vnd.openxmlformats-officedocument.drawingml.diagramColors+xml"/>
  <Override PartName="/ppt/diagrams/drawing8.xml" ContentType="application/vnd.ms-office.drawingml.diagramDrawing+xml"/>
  <Override PartName="/ppt/notesSlides/notesSlide19.xml" ContentType="application/vnd.openxmlformats-officedocument.presentationml.notesSlide+xml"/>
  <Override PartName="/ppt/notesSlides/notesSlide2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4277" r:id="rId1"/>
  </p:sldMasterIdLst>
  <p:notesMasterIdLst>
    <p:notesMasterId r:id="rId42"/>
  </p:notesMasterIdLst>
  <p:sldIdLst>
    <p:sldId id="256" r:id="rId2"/>
    <p:sldId id="340" r:id="rId3"/>
    <p:sldId id="320" r:id="rId4"/>
    <p:sldId id="321" r:id="rId5"/>
    <p:sldId id="286" r:id="rId6"/>
    <p:sldId id="327" r:id="rId7"/>
    <p:sldId id="336" r:id="rId8"/>
    <p:sldId id="337" r:id="rId9"/>
    <p:sldId id="339" r:id="rId10"/>
    <p:sldId id="326" r:id="rId11"/>
    <p:sldId id="319" r:id="rId12"/>
    <p:sldId id="295" r:id="rId13"/>
    <p:sldId id="290" r:id="rId14"/>
    <p:sldId id="296" r:id="rId15"/>
    <p:sldId id="297" r:id="rId16"/>
    <p:sldId id="330" r:id="rId17"/>
    <p:sldId id="298" r:id="rId18"/>
    <p:sldId id="299" r:id="rId19"/>
    <p:sldId id="300" r:id="rId20"/>
    <p:sldId id="306" r:id="rId21"/>
    <p:sldId id="307" r:id="rId22"/>
    <p:sldId id="308" r:id="rId23"/>
    <p:sldId id="309" r:id="rId24"/>
    <p:sldId id="310" r:id="rId25"/>
    <p:sldId id="331" r:id="rId26"/>
    <p:sldId id="301" r:id="rId27"/>
    <p:sldId id="303" r:id="rId28"/>
    <p:sldId id="311" r:id="rId29"/>
    <p:sldId id="312" r:id="rId30"/>
    <p:sldId id="313" r:id="rId31"/>
    <p:sldId id="322" r:id="rId32"/>
    <p:sldId id="315" r:id="rId33"/>
    <p:sldId id="316" r:id="rId34"/>
    <p:sldId id="317" r:id="rId35"/>
    <p:sldId id="323" r:id="rId36"/>
    <p:sldId id="304" r:id="rId37"/>
    <p:sldId id="305" r:id="rId38"/>
    <p:sldId id="318" r:id="rId39"/>
    <p:sldId id="328" r:id="rId40"/>
    <p:sldId id="329" r:id="rId41"/>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20"/>
    <p:restoredTop sz="70018" autoAdjust="0"/>
  </p:normalViewPr>
  <p:slideViewPr>
    <p:cSldViewPr>
      <p:cViewPr varScale="1">
        <p:scale>
          <a:sx n="74" d="100"/>
          <a:sy n="74" d="100"/>
        </p:scale>
        <p:origin x="1266" y="72"/>
      </p:cViewPr>
      <p:guideLst>
        <p:guide orient="horz" pos="216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presProps" Target="presProps.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05/8/colors/accent5_2">
  <dgm:title val=""/>
  <dgm:desc val=""/>
  <dgm:catLst>
    <dgm:cat type="accent5" pri="11200"/>
  </dgm:catLst>
  <dgm:styleLbl name="node0">
    <dgm:fillClrLst meth="repeat">
      <a:schemeClr val="accent5"/>
    </dgm:fillClrLst>
    <dgm:linClrLst meth="repeat">
      <a:schemeClr val="lt1"/>
    </dgm:linClrLst>
    <dgm:effectClrLst/>
    <dgm:txLinClrLst/>
    <dgm:txFillClrLst/>
    <dgm:txEffectClrLst/>
  </dgm:styleLbl>
  <dgm:styleLbl name="node1">
    <dgm:fillClrLst meth="repeat">
      <a:schemeClr val="accent5"/>
    </dgm:fillClrLst>
    <dgm:linClrLst meth="repeat">
      <a:schemeClr val="lt1"/>
    </dgm:linClrLst>
    <dgm:effectClrLst/>
    <dgm:txLinClrLst/>
    <dgm:txFillClrLst/>
    <dgm:txEffectClrLst/>
  </dgm:styleLbl>
  <dgm:styleLbl name="alignNode1">
    <dgm:fillClrLst meth="repeat">
      <a:schemeClr val="accent5"/>
    </dgm:fillClrLst>
    <dgm:linClrLst meth="repeat">
      <a:schemeClr val="accent5"/>
    </dgm:linClrLst>
    <dgm:effectClrLst/>
    <dgm:txLinClrLst/>
    <dgm:txFillClrLst/>
    <dgm:txEffectClrLst/>
  </dgm:styleLbl>
  <dgm:styleLbl name="lnNode1">
    <dgm:fillClrLst meth="repeat">
      <a:schemeClr val="accent5"/>
    </dgm:fillClrLst>
    <dgm:linClrLst meth="repeat">
      <a:schemeClr val="lt1"/>
    </dgm:linClrLst>
    <dgm:effectClrLst/>
    <dgm:txLinClrLst/>
    <dgm:txFillClrLst/>
    <dgm:txEffectClrLst/>
  </dgm:styleLbl>
  <dgm:styleLbl name="vennNode1">
    <dgm:fillClrLst meth="repeat">
      <a:schemeClr val="accent5">
        <a:alpha val="50000"/>
      </a:schemeClr>
    </dgm:fillClrLst>
    <dgm:linClrLst meth="repeat">
      <a:schemeClr val="lt1"/>
    </dgm:linClrLst>
    <dgm:effectClrLst/>
    <dgm:txLinClrLst/>
    <dgm:txFillClrLst/>
    <dgm:txEffectClrLst/>
  </dgm:styleLbl>
  <dgm:styleLbl name="node2">
    <dgm:fillClrLst meth="repeat">
      <a:schemeClr val="accent5"/>
    </dgm:fillClrLst>
    <dgm:linClrLst meth="repeat">
      <a:schemeClr val="lt1"/>
    </dgm:linClrLst>
    <dgm:effectClrLst/>
    <dgm:txLinClrLst/>
    <dgm:txFillClrLst/>
    <dgm:txEffectClrLst/>
  </dgm:styleLbl>
  <dgm:styleLbl name="node3">
    <dgm:fillClrLst meth="repeat">
      <a:schemeClr val="accent5"/>
    </dgm:fillClrLst>
    <dgm:linClrLst meth="repeat">
      <a:schemeClr val="lt1"/>
    </dgm:linClrLst>
    <dgm:effectClrLst/>
    <dgm:txLinClrLst/>
    <dgm:txFillClrLst/>
    <dgm:txEffectClrLst/>
  </dgm:styleLbl>
  <dgm:styleLbl name="node4">
    <dgm:fillClrLst meth="repeat">
      <a:schemeClr val="accent5"/>
    </dgm:fillClrLst>
    <dgm:linClrLst meth="repeat">
      <a:schemeClr val="lt1"/>
    </dgm:linClrLst>
    <dgm:effectClrLst/>
    <dgm:txLinClrLst/>
    <dgm:txFillClrLst/>
    <dgm:txEffectClrLst/>
  </dgm:styleLbl>
  <dgm:styleLbl name="fgImgPlace1">
    <dgm:fillClrLst meth="repeat">
      <a:schemeClr val="accent5">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5">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5">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5">
        <a:tint val="60000"/>
      </a:schemeClr>
    </dgm:fillClrLst>
    <dgm:linClrLst meth="repeat">
      <a:schemeClr val="accent5">
        <a:tint val="60000"/>
      </a:schemeClr>
    </dgm:linClrLst>
    <dgm:effectClrLst/>
    <dgm:txLinClrLst/>
    <dgm:txFillClrLst/>
    <dgm:txEffectClrLst/>
  </dgm:styleLbl>
  <dgm:styleLbl name="fgSibTrans2D1">
    <dgm:fillClrLst meth="repeat">
      <a:schemeClr val="accent5">
        <a:tint val="60000"/>
      </a:schemeClr>
    </dgm:fillClrLst>
    <dgm:linClrLst meth="repeat">
      <a:schemeClr val="accent5">
        <a:tint val="60000"/>
      </a:schemeClr>
    </dgm:linClrLst>
    <dgm:effectClrLst/>
    <dgm:txLinClrLst/>
    <dgm:txFillClrLst/>
    <dgm:txEffectClrLst/>
  </dgm:styleLbl>
  <dgm:styleLbl name="bgSibTrans2D1">
    <dgm:fillClrLst meth="repeat">
      <a:schemeClr val="accent5">
        <a:tint val="60000"/>
      </a:schemeClr>
    </dgm:fillClrLst>
    <dgm:linClrLst meth="repeat">
      <a:schemeClr val="accent5">
        <a:tint val="60000"/>
      </a:schemeClr>
    </dgm:linClrLst>
    <dgm:effectClrLst/>
    <dgm:txLinClrLst/>
    <dgm:txFillClrLst/>
    <dgm:txEffectClrLst/>
  </dgm:styleLbl>
  <dgm:styleLbl name="sibTrans1D1">
    <dgm:fillClrLst meth="repeat">
      <a:schemeClr val="accent5"/>
    </dgm:fillClrLst>
    <dgm:linClrLst meth="repeat">
      <a:schemeClr val="accent5"/>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dgm:linClrLst>
    <dgm:effectClrLst/>
    <dgm:txLinClrLst/>
    <dgm:txFillClrLst/>
    <dgm:txEffectClrLst/>
  </dgm:styleLbl>
  <dgm:styleLbl name="asst1">
    <dgm:fillClrLst meth="repeat">
      <a:schemeClr val="accent5"/>
    </dgm:fillClrLst>
    <dgm:linClrLst meth="repeat">
      <a:schemeClr val="lt1"/>
    </dgm:linClrLst>
    <dgm:effectClrLst/>
    <dgm:txLinClrLst/>
    <dgm:txFillClrLst/>
    <dgm:txEffectClrLst/>
  </dgm:styleLbl>
  <dgm:styleLbl name="asst2">
    <dgm:fillClrLst meth="repeat">
      <a:schemeClr val="accent5"/>
    </dgm:fillClrLst>
    <dgm:linClrLst meth="repeat">
      <a:schemeClr val="lt1"/>
    </dgm:linClrLst>
    <dgm:effectClrLst/>
    <dgm:txLinClrLst/>
    <dgm:txFillClrLst/>
    <dgm:txEffectClrLst/>
  </dgm:styleLbl>
  <dgm:styleLbl name="asst3">
    <dgm:fillClrLst meth="repeat">
      <a:schemeClr val="accent5"/>
    </dgm:fillClrLst>
    <dgm:linClrLst meth="repeat">
      <a:schemeClr val="lt1"/>
    </dgm:linClrLst>
    <dgm:effectClrLst/>
    <dgm:txLinClrLst/>
    <dgm:txFillClrLst/>
    <dgm:txEffectClrLst/>
  </dgm:styleLbl>
  <dgm:styleLbl name="asst4">
    <dgm:fillClrLst meth="repeat">
      <a:schemeClr val="accent5"/>
    </dgm:fillClrLst>
    <dgm:linClrLst meth="repeat">
      <a:schemeClr val="lt1"/>
    </dgm:linClrLst>
    <dgm:effectClrLst/>
    <dgm:txLinClrLst/>
    <dgm:txFillClrLst/>
    <dgm:txEffectClrLst/>
  </dgm:styleLbl>
  <dgm:styleLbl name="parChTrans2D1">
    <dgm:fillClrLst meth="repeat">
      <a:schemeClr val="accent5">
        <a:tint val="60000"/>
      </a:schemeClr>
    </dgm:fillClrLst>
    <dgm:linClrLst meth="repeat">
      <a:schemeClr val="accent5">
        <a:tint val="60000"/>
      </a:schemeClr>
    </dgm:linClrLst>
    <dgm:effectClrLst/>
    <dgm:txLinClrLst/>
    <dgm:txFillClrLst meth="repeat">
      <a:schemeClr val="lt1"/>
    </dgm:txFillClrLst>
    <dgm:txEffectClrLst/>
  </dgm:styleLbl>
  <dgm:styleLbl name="parChTrans2D2">
    <dgm:fillClrLst meth="repeat">
      <a:schemeClr val="accent5"/>
    </dgm:fillClrLst>
    <dgm:linClrLst meth="repeat">
      <a:schemeClr val="accent5"/>
    </dgm:linClrLst>
    <dgm:effectClrLst/>
    <dgm:txLinClrLst/>
    <dgm:txFillClrLst meth="repeat">
      <a:schemeClr val="lt1"/>
    </dgm:txFillClrLst>
    <dgm:txEffectClrLst/>
  </dgm:styleLbl>
  <dgm:styleLbl name="parChTrans2D3">
    <dgm:fillClrLst meth="repeat">
      <a:schemeClr val="accent5"/>
    </dgm:fillClrLst>
    <dgm:linClrLst meth="repeat">
      <a:schemeClr val="accent5"/>
    </dgm:linClrLst>
    <dgm:effectClrLst/>
    <dgm:txLinClrLst/>
    <dgm:txFillClrLst meth="repeat">
      <a:schemeClr val="lt1"/>
    </dgm:txFillClrLst>
    <dgm:txEffectClrLst/>
  </dgm:styleLbl>
  <dgm:styleLbl name="parChTrans2D4">
    <dgm:fillClrLst meth="repeat">
      <a:schemeClr val="accent5"/>
    </dgm:fillClrLst>
    <dgm:linClrLst meth="repeat">
      <a:schemeClr val="accent5"/>
    </dgm:linClrLst>
    <dgm:effectClrLst/>
    <dgm:txLinClrLst/>
    <dgm:txFillClrLst meth="repeat">
      <a:schemeClr val="lt1"/>
    </dgm:txFillClrLst>
    <dgm:txEffectClrLst/>
  </dgm:styleLbl>
  <dgm:styleLbl name="parChTrans1D1">
    <dgm:fillClrLst meth="repeat">
      <a:schemeClr val="accent5"/>
    </dgm:fillClrLst>
    <dgm:linClrLst meth="repeat">
      <a:schemeClr val="accent5">
        <a:shade val="60000"/>
      </a:schemeClr>
    </dgm:linClrLst>
    <dgm:effectClrLst/>
    <dgm:txLinClrLst/>
    <dgm:txFillClrLst meth="repeat">
      <a:schemeClr val="tx1"/>
    </dgm:txFillClrLst>
    <dgm:txEffectClrLst/>
  </dgm:styleLbl>
  <dgm:styleLbl name="parChTrans1D2">
    <dgm:fillClrLst meth="repeat">
      <a:schemeClr val="accent5"/>
    </dgm:fillClrLst>
    <dgm:linClrLst meth="repeat">
      <a:schemeClr val="accent5">
        <a:shade val="60000"/>
      </a:schemeClr>
    </dgm:linClrLst>
    <dgm:effectClrLst/>
    <dgm:txLinClrLst/>
    <dgm:txFillClrLst meth="repeat">
      <a:schemeClr val="tx1"/>
    </dgm:txFillClrLst>
    <dgm:txEffectClrLst/>
  </dgm:styleLbl>
  <dgm:styleLbl name="parChTrans1D3">
    <dgm:fillClrLst meth="repeat">
      <a:schemeClr val="accent5"/>
    </dgm:fillClrLst>
    <dgm:linClrLst meth="repeat">
      <a:schemeClr val="accent5">
        <a:shade val="80000"/>
      </a:schemeClr>
    </dgm:linClrLst>
    <dgm:effectClrLst/>
    <dgm:txLinClrLst/>
    <dgm:txFillClrLst meth="repeat">
      <a:schemeClr val="tx1"/>
    </dgm:txFillClrLst>
    <dgm:txEffectClrLst/>
  </dgm:styleLbl>
  <dgm:styleLbl name="parChTrans1D4">
    <dgm:fillClrLst meth="repeat">
      <a:schemeClr val="accent5"/>
    </dgm:fillClrLst>
    <dgm:linClrLst meth="repeat">
      <a:schemeClr val="accent5">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solidFgAcc1">
    <dgm:fillClrLst meth="repeat">
      <a:schemeClr val="lt1"/>
    </dgm:fillClrLst>
    <dgm:linClrLst meth="repeat">
      <a:schemeClr val="accent5"/>
    </dgm:linClrLst>
    <dgm:effectClrLst/>
    <dgm:txLinClrLst/>
    <dgm:txFillClrLst meth="repeat">
      <a:schemeClr val="dk1"/>
    </dgm:txFillClrLst>
    <dgm:txEffectClrLst/>
  </dgm:styleLbl>
  <dgm:styleLbl name="solidAlignAcc1">
    <dgm:fillClrLst meth="repeat">
      <a:schemeClr val="lt1"/>
    </dgm:fillClrLst>
    <dgm:linClrLst meth="repeat">
      <a:schemeClr val="accent5"/>
    </dgm:linClrLst>
    <dgm:effectClrLst/>
    <dgm:txLinClrLst/>
    <dgm:txFillClrLst meth="repeat">
      <a:schemeClr val="dk1"/>
    </dgm:txFillClrLst>
    <dgm:txEffectClrLst/>
  </dgm:styleLbl>
  <dgm:styleLbl name="solidBgAcc1">
    <dgm:fillClrLst meth="repeat">
      <a:schemeClr val="lt1"/>
    </dgm:fillClrLst>
    <dgm:linClrLst meth="repeat">
      <a:schemeClr val="accent5"/>
    </dgm:linClrLst>
    <dgm:effectClrLst/>
    <dgm:txLinClrLst/>
    <dgm:txFillClrLst meth="repeat">
      <a:schemeClr val="dk1"/>
    </dgm:txFillClrLst>
    <dgm:txEffectClrLst/>
  </dgm:styleLbl>
  <dgm:styleLbl name="fgAccFollowNode1">
    <dgm:fillClrLst meth="repeat">
      <a:schemeClr val="accent5">
        <a:alpha val="90000"/>
        <a:tint val="40000"/>
      </a:schemeClr>
    </dgm:fillClrLst>
    <dgm:linClrLst meth="repeat">
      <a:schemeClr val="accent5">
        <a:alpha val="90000"/>
        <a:tint val="40000"/>
      </a:schemeClr>
    </dgm:linClrLst>
    <dgm:effectClrLst/>
    <dgm:txLinClrLst/>
    <dgm:txFillClrLst meth="repeat">
      <a:schemeClr val="dk1"/>
    </dgm:txFillClrLst>
    <dgm:txEffectClrLst/>
  </dgm:styleLbl>
  <dgm:styleLbl name="alignAccFollowNode1">
    <dgm:fillClrLst meth="repeat">
      <a:schemeClr val="accent5">
        <a:alpha val="90000"/>
        <a:tint val="40000"/>
      </a:schemeClr>
    </dgm:fillClrLst>
    <dgm:linClrLst meth="repeat">
      <a:schemeClr val="accent5">
        <a:alpha val="90000"/>
        <a:tint val="40000"/>
      </a:schemeClr>
    </dgm:linClrLst>
    <dgm:effectClrLst/>
    <dgm:txLinClrLst/>
    <dgm:txFillClrLst meth="repeat">
      <a:schemeClr val="dk1"/>
    </dgm:txFillClrLst>
    <dgm:txEffectClrLst/>
  </dgm:styleLbl>
  <dgm:styleLbl name="bgAccFollowNode1">
    <dgm:fillClrLst meth="repeat">
      <a:schemeClr val="accent5">
        <a:alpha val="90000"/>
        <a:tint val="40000"/>
      </a:schemeClr>
    </dgm:fillClrLst>
    <dgm:linClrLst meth="repeat">
      <a:schemeClr val="accent5">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accent5"/>
    </dgm:linClrLst>
    <dgm:effectClrLst/>
    <dgm:txLinClrLst/>
    <dgm:txFillClrLst meth="repeat">
      <a:schemeClr val="dk1"/>
    </dgm:txFillClrLst>
    <dgm:txEffectClrLst/>
  </dgm:styleLbl>
  <dgm:styleLbl name="dkBgShp">
    <dgm:fillClrLst meth="repeat">
      <a:schemeClr val="accent5">
        <a:shade val="80000"/>
      </a:schemeClr>
    </dgm:fillClrLst>
    <dgm:linClrLst meth="repeat">
      <a:schemeClr val="accent5"/>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6.xml><?xml version="1.0" encoding="utf-8"?>
<dgm:colorsDef xmlns:dgm="http://schemas.openxmlformats.org/drawingml/2006/diagram" xmlns:a="http://schemas.openxmlformats.org/drawingml/2006/main" uniqueId="urn:microsoft.com/office/officeart/2005/8/colors/accent5_2">
  <dgm:title val=""/>
  <dgm:desc val=""/>
  <dgm:catLst>
    <dgm:cat type="accent5" pri="11200"/>
  </dgm:catLst>
  <dgm:styleLbl name="node0">
    <dgm:fillClrLst meth="repeat">
      <a:schemeClr val="accent5"/>
    </dgm:fillClrLst>
    <dgm:linClrLst meth="repeat">
      <a:schemeClr val="lt1"/>
    </dgm:linClrLst>
    <dgm:effectClrLst/>
    <dgm:txLinClrLst/>
    <dgm:txFillClrLst/>
    <dgm:txEffectClrLst/>
  </dgm:styleLbl>
  <dgm:styleLbl name="node1">
    <dgm:fillClrLst meth="repeat">
      <a:schemeClr val="accent5"/>
    </dgm:fillClrLst>
    <dgm:linClrLst meth="repeat">
      <a:schemeClr val="lt1"/>
    </dgm:linClrLst>
    <dgm:effectClrLst/>
    <dgm:txLinClrLst/>
    <dgm:txFillClrLst/>
    <dgm:txEffectClrLst/>
  </dgm:styleLbl>
  <dgm:styleLbl name="alignNode1">
    <dgm:fillClrLst meth="repeat">
      <a:schemeClr val="accent5"/>
    </dgm:fillClrLst>
    <dgm:linClrLst meth="repeat">
      <a:schemeClr val="accent5"/>
    </dgm:linClrLst>
    <dgm:effectClrLst/>
    <dgm:txLinClrLst/>
    <dgm:txFillClrLst/>
    <dgm:txEffectClrLst/>
  </dgm:styleLbl>
  <dgm:styleLbl name="lnNode1">
    <dgm:fillClrLst meth="repeat">
      <a:schemeClr val="accent5"/>
    </dgm:fillClrLst>
    <dgm:linClrLst meth="repeat">
      <a:schemeClr val="lt1"/>
    </dgm:linClrLst>
    <dgm:effectClrLst/>
    <dgm:txLinClrLst/>
    <dgm:txFillClrLst/>
    <dgm:txEffectClrLst/>
  </dgm:styleLbl>
  <dgm:styleLbl name="vennNode1">
    <dgm:fillClrLst meth="repeat">
      <a:schemeClr val="accent5">
        <a:alpha val="50000"/>
      </a:schemeClr>
    </dgm:fillClrLst>
    <dgm:linClrLst meth="repeat">
      <a:schemeClr val="lt1"/>
    </dgm:linClrLst>
    <dgm:effectClrLst/>
    <dgm:txLinClrLst/>
    <dgm:txFillClrLst/>
    <dgm:txEffectClrLst/>
  </dgm:styleLbl>
  <dgm:styleLbl name="node2">
    <dgm:fillClrLst meth="repeat">
      <a:schemeClr val="accent5"/>
    </dgm:fillClrLst>
    <dgm:linClrLst meth="repeat">
      <a:schemeClr val="lt1"/>
    </dgm:linClrLst>
    <dgm:effectClrLst/>
    <dgm:txLinClrLst/>
    <dgm:txFillClrLst/>
    <dgm:txEffectClrLst/>
  </dgm:styleLbl>
  <dgm:styleLbl name="node3">
    <dgm:fillClrLst meth="repeat">
      <a:schemeClr val="accent5"/>
    </dgm:fillClrLst>
    <dgm:linClrLst meth="repeat">
      <a:schemeClr val="lt1"/>
    </dgm:linClrLst>
    <dgm:effectClrLst/>
    <dgm:txLinClrLst/>
    <dgm:txFillClrLst/>
    <dgm:txEffectClrLst/>
  </dgm:styleLbl>
  <dgm:styleLbl name="node4">
    <dgm:fillClrLst meth="repeat">
      <a:schemeClr val="accent5"/>
    </dgm:fillClrLst>
    <dgm:linClrLst meth="repeat">
      <a:schemeClr val="lt1"/>
    </dgm:linClrLst>
    <dgm:effectClrLst/>
    <dgm:txLinClrLst/>
    <dgm:txFillClrLst/>
    <dgm:txEffectClrLst/>
  </dgm:styleLbl>
  <dgm:styleLbl name="fgImgPlace1">
    <dgm:fillClrLst meth="repeat">
      <a:schemeClr val="accent5">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5">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5">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5">
        <a:tint val="60000"/>
      </a:schemeClr>
    </dgm:fillClrLst>
    <dgm:linClrLst meth="repeat">
      <a:schemeClr val="accent5">
        <a:tint val="60000"/>
      </a:schemeClr>
    </dgm:linClrLst>
    <dgm:effectClrLst/>
    <dgm:txLinClrLst/>
    <dgm:txFillClrLst/>
    <dgm:txEffectClrLst/>
  </dgm:styleLbl>
  <dgm:styleLbl name="fgSibTrans2D1">
    <dgm:fillClrLst meth="repeat">
      <a:schemeClr val="accent5">
        <a:tint val="60000"/>
      </a:schemeClr>
    </dgm:fillClrLst>
    <dgm:linClrLst meth="repeat">
      <a:schemeClr val="accent5">
        <a:tint val="60000"/>
      </a:schemeClr>
    </dgm:linClrLst>
    <dgm:effectClrLst/>
    <dgm:txLinClrLst/>
    <dgm:txFillClrLst/>
    <dgm:txEffectClrLst/>
  </dgm:styleLbl>
  <dgm:styleLbl name="bgSibTrans2D1">
    <dgm:fillClrLst meth="repeat">
      <a:schemeClr val="accent5">
        <a:tint val="60000"/>
      </a:schemeClr>
    </dgm:fillClrLst>
    <dgm:linClrLst meth="repeat">
      <a:schemeClr val="accent5">
        <a:tint val="60000"/>
      </a:schemeClr>
    </dgm:linClrLst>
    <dgm:effectClrLst/>
    <dgm:txLinClrLst/>
    <dgm:txFillClrLst/>
    <dgm:txEffectClrLst/>
  </dgm:styleLbl>
  <dgm:styleLbl name="sibTrans1D1">
    <dgm:fillClrLst meth="repeat">
      <a:schemeClr val="accent5"/>
    </dgm:fillClrLst>
    <dgm:linClrLst meth="repeat">
      <a:schemeClr val="accent5"/>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dgm:linClrLst>
    <dgm:effectClrLst/>
    <dgm:txLinClrLst/>
    <dgm:txFillClrLst/>
    <dgm:txEffectClrLst/>
  </dgm:styleLbl>
  <dgm:styleLbl name="asst1">
    <dgm:fillClrLst meth="repeat">
      <a:schemeClr val="accent5"/>
    </dgm:fillClrLst>
    <dgm:linClrLst meth="repeat">
      <a:schemeClr val="lt1"/>
    </dgm:linClrLst>
    <dgm:effectClrLst/>
    <dgm:txLinClrLst/>
    <dgm:txFillClrLst/>
    <dgm:txEffectClrLst/>
  </dgm:styleLbl>
  <dgm:styleLbl name="asst2">
    <dgm:fillClrLst meth="repeat">
      <a:schemeClr val="accent5"/>
    </dgm:fillClrLst>
    <dgm:linClrLst meth="repeat">
      <a:schemeClr val="lt1"/>
    </dgm:linClrLst>
    <dgm:effectClrLst/>
    <dgm:txLinClrLst/>
    <dgm:txFillClrLst/>
    <dgm:txEffectClrLst/>
  </dgm:styleLbl>
  <dgm:styleLbl name="asst3">
    <dgm:fillClrLst meth="repeat">
      <a:schemeClr val="accent5"/>
    </dgm:fillClrLst>
    <dgm:linClrLst meth="repeat">
      <a:schemeClr val="lt1"/>
    </dgm:linClrLst>
    <dgm:effectClrLst/>
    <dgm:txLinClrLst/>
    <dgm:txFillClrLst/>
    <dgm:txEffectClrLst/>
  </dgm:styleLbl>
  <dgm:styleLbl name="asst4">
    <dgm:fillClrLst meth="repeat">
      <a:schemeClr val="accent5"/>
    </dgm:fillClrLst>
    <dgm:linClrLst meth="repeat">
      <a:schemeClr val="lt1"/>
    </dgm:linClrLst>
    <dgm:effectClrLst/>
    <dgm:txLinClrLst/>
    <dgm:txFillClrLst/>
    <dgm:txEffectClrLst/>
  </dgm:styleLbl>
  <dgm:styleLbl name="parChTrans2D1">
    <dgm:fillClrLst meth="repeat">
      <a:schemeClr val="accent5">
        <a:tint val="60000"/>
      </a:schemeClr>
    </dgm:fillClrLst>
    <dgm:linClrLst meth="repeat">
      <a:schemeClr val="accent5">
        <a:tint val="60000"/>
      </a:schemeClr>
    </dgm:linClrLst>
    <dgm:effectClrLst/>
    <dgm:txLinClrLst/>
    <dgm:txFillClrLst meth="repeat">
      <a:schemeClr val="lt1"/>
    </dgm:txFillClrLst>
    <dgm:txEffectClrLst/>
  </dgm:styleLbl>
  <dgm:styleLbl name="parChTrans2D2">
    <dgm:fillClrLst meth="repeat">
      <a:schemeClr val="accent5"/>
    </dgm:fillClrLst>
    <dgm:linClrLst meth="repeat">
      <a:schemeClr val="accent5"/>
    </dgm:linClrLst>
    <dgm:effectClrLst/>
    <dgm:txLinClrLst/>
    <dgm:txFillClrLst meth="repeat">
      <a:schemeClr val="lt1"/>
    </dgm:txFillClrLst>
    <dgm:txEffectClrLst/>
  </dgm:styleLbl>
  <dgm:styleLbl name="parChTrans2D3">
    <dgm:fillClrLst meth="repeat">
      <a:schemeClr val="accent5"/>
    </dgm:fillClrLst>
    <dgm:linClrLst meth="repeat">
      <a:schemeClr val="accent5"/>
    </dgm:linClrLst>
    <dgm:effectClrLst/>
    <dgm:txLinClrLst/>
    <dgm:txFillClrLst meth="repeat">
      <a:schemeClr val="lt1"/>
    </dgm:txFillClrLst>
    <dgm:txEffectClrLst/>
  </dgm:styleLbl>
  <dgm:styleLbl name="parChTrans2D4">
    <dgm:fillClrLst meth="repeat">
      <a:schemeClr val="accent5"/>
    </dgm:fillClrLst>
    <dgm:linClrLst meth="repeat">
      <a:schemeClr val="accent5"/>
    </dgm:linClrLst>
    <dgm:effectClrLst/>
    <dgm:txLinClrLst/>
    <dgm:txFillClrLst meth="repeat">
      <a:schemeClr val="lt1"/>
    </dgm:txFillClrLst>
    <dgm:txEffectClrLst/>
  </dgm:styleLbl>
  <dgm:styleLbl name="parChTrans1D1">
    <dgm:fillClrLst meth="repeat">
      <a:schemeClr val="accent5"/>
    </dgm:fillClrLst>
    <dgm:linClrLst meth="repeat">
      <a:schemeClr val="accent5">
        <a:shade val="60000"/>
      </a:schemeClr>
    </dgm:linClrLst>
    <dgm:effectClrLst/>
    <dgm:txLinClrLst/>
    <dgm:txFillClrLst meth="repeat">
      <a:schemeClr val="tx1"/>
    </dgm:txFillClrLst>
    <dgm:txEffectClrLst/>
  </dgm:styleLbl>
  <dgm:styleLbl name="parChTrans1D2">
    <dgm:fillClrLst meth="repeat">
      <a:schemeClr val="accent5"/>
    </dgm:fillClrLst>
    <dgm:linClrLst meth="repeat">
      <a:schemeClr val="accent5">
        <a:shade val="60000"/>
      </a:schemeClr>
    </dgm:linClrLst>
    <dgm:effectClrLst/>
    <dgm:txLinClrLst/>
    <dgm:txFillClrLst meth="repeat">
      <a:schemeClr val="tx1"/>
    </dgm:txFillClrLst>
    <dgm:txEffectClrLst/>
  </dgm:styleLbl>
  <dgm:styleLbl name="parChTrans1D3">
    <dgm:fillClrLst meth="repeat">
      <a:schemeClr val="accent5"/>
    </dgm:fillClrLst>
    <dgm:linClrLst meth="repeat">
      <a:schemeClr val="accent5">
        <a:shade val="80000"/>
      </a:schemeClr>
    </dgm:linClrLst>
    <dgm:effectClrLst/>
    <dgm:txLinClrLst/>
    <dgm:txFillClrLst meth="repeat">
      <a:schemeClr val="tx1"/>
    </dgm:txFillClrLst>
    <dgm:txEffectClrLst/>
  </dgm:styleLbl>
  <dgm:styleLbl name="parChTrans1D4">
    <dgm:fillClrLst meth="repeat">
      <a:schemeClr val="accent5"/>
    </dgm:fillClrLst>
    <dgm:linClrLst meth="repeat">
      <a:schemeClr val="accent5">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solidFgAcc1">
    <dgm:fillClrLst meth="repeat">
      <a:schemeClr val="lt1"/>
    </dgm:fillClrLst>
    <dgm:linClrLst meth="repeat">
      <a:schemeClr val="accent5"/>
    </dgm:linClrLst>
    <dgm:effectClrLst/>
    <dgm:txLinClrLst/>
    <dgm:txFillClrLst meth="repeat">
      <a:schemeClr val="dk1"/>
    </dgm:txFillClrLst>
    <dgm:txEffectClrLst/>
  </dgm:styleLbl>
  <dgm:styleLbl name="solidAlignAcc1">
    <dgm:fillClrLst meth="repeat">
      <a:schemeClr val="lt1"/>
    </dgm:fillClrLst>
    <dgm:linClrLst meth="repeat">
      <a:schemeClr val="accent5"/>
    </dgm:linClrLst>
    <dgm:effectClrLst/>
    <dgm:txLinClrLst/>
    <dgm:txFillClrLst meth="repeat">
      <a:schemeClr val="dk1"/>
    </dgm:txFillClrLst>
    <dgm:txEffectClrLst/>
  </dgm:styleLbl>
  <dgm:styleLbl name="solidBgAcc1">
    <dgm:fillClrLst meth="repeat">
      <a:schemeClr val="lt1"/>
    </dgm:fillClrLst>
    <dgm:linClrLst meth="repeat">
      <a:schemeClr val="accent5"/>
    </dgm:linClrLst>
    <dgm:effectClrLst/>
    <dgm:txLinClrLst/>
    <dgm:txFillClrLst meth="repeat">
      <a:schemeClr val="dk1"/>
    </dgm:txFillClrLst>
    <dgm:txEffectClrLst/>
  </dgm:styleLbl>
  <dgm:styleLbl name="fgAccFollowNode1">
    <dgm:fillClrLst meth="repeat">
      <a:schemeClr val="accent5">
        <a:alpha val="90000"/>
        <a:tint val="40000"/>
      </a:schemeClr>
    </dgm:fillClrLst>
    <dgm:linClrLst meth="repeat">
      <a:schemeClr val="accent5">
        <a:alpha val="90000"/>
        <a:tint val="40000"/>
      </a:schemeClr>
    </dgm:linClrLst>
    <dgm:effectClrLst/>
    <dgm:txLinClrLst/>
    <dgm:txFillClrLst meth="repeat">
      <a:schemeClr val="dk1"/>
    </dgm:txFillClrLst>
    <dgm:txEffectClrLst/>
  </dgm:styleLbl>
  <dgm:styleLbl name="alignAccFollowNode1">
    <dgm:fillClrLst meth="repeat">
      <a:schemeClr val="accent5">
        <a:alpha val="90000"/>
        <a:tint val="40000"/>
      </a:schemeClr>
    </dgm:fillClrLst>
    <dgm:linClrLst meth="repeat">
      <a:schemeClr val="accent5">
        <a:alpha val="90000"/>
        <a:tint val="40000"/>
      </a:schemeClr>
    </dgm:linClrLst>
    <dgm:effectClrLst/>
    <dgm:txLinClrLst/>
    <dgm:txFillClrLst meth="repeat">
      <a:schemeClr val="dk1"/>
    </dgm:txFillClrLst>
    <dgm:txEffectClrLst/>
  </dgm:styleLbl>
  <dgm:styleLbl name="bgAccFollowNode1">
    <dgm:fillClrLst meth="repeat">
      <a:schemeClr val="accent5">
        <a:alpha val="90000"/>
        <a:tint val="40000"/>
      </a:schemeClr>
    </dgm:fillClrLst>
    <dgm:linClrLst meth="repeat">
      <a:schemeClr val="accent5">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accent5"/>
    </dgm:linClrLst>
    <dgm:effectClrLst/>
    <dgm:txLinClrLst/>
    <dgm:txFillClrLst meth="repeat">
      <a:schemeClr val="dk1"/>
    </dgm:txFillClrLst>
    <dgm:txEffectClrLst/>
  </dgm:styleLbl>
  <dgm:styleLbl name="dkBgShp">
    <dgm:fillClrLst meth="repeat">
      <a:schemeClr val="accent5">
        <a:shade val="80000"/>
      </a:schemeClr>
    </dgm:fillClrLst>
    <dgm:linClrLst meth="repeat">
      <a:schemeClr val="accent5"/>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7.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8.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8189C0CF-CC8F-485E-B780-23DE5B41245D}" type="doc">
      <dgm:prSet loTypeId="urn:microsoft.com/office/officeart/2008/layout/VerticalCurvedList" loCatId="list" qsTypeId="urn:microsoft.com/office/officeart/2005/8/quickstyle/simple1" qsCatId="simple" csTypeId="urn:microsoft.com/office/officeart/2005/8/colors/accent1_2" csCatId="accent1" phldr="1"/>
      <dgm:spPr/>
      <dgm:t>
        <a:bodyPr/>
        <a:lstStyle/>
        <a:p>
          <a:endParaRPr lang="en-US"/>
        </a:p>
      </dgm:t>
    </dgm:pt>
    <dgm:pt modelId="{4CF5BB51-CC84-4F11-AAB8-9384F0DCAB06}">
      <dgm:prSet custT="1">
        <dgm:style>
          <a:lnRef idx="2">
            <a:schemeClr val="accent1">
              <a:shade val="50000"/>
            </a:schemeClr>
          </a:lnRef>
          <a:fillRef idx="1">
            <a:schemeClr val="accent1"/>
          </a:fillRef>
          <a:effectRef idx="0">
            <a:schemeClr val="accent1"/>
          </a:effectRef>
          <a:fontRef idx="minor">
            <a:schemeClr val="lt1"/>
          </a:fontRef>
        </dgm:style>
      </dgm:prSet>
      <dgm:spPr/>
      <dgm:t>
        <a:bodyPr/>
        <a:lstStyle/>
        <a:p>
          <a:pPr rtl="0"/>
          <a:r>
            <a:rPr lang="en-US" sz="3200" dirty="0" smtClean="0"/>
            <a:t>Jira overview</a:t>
          </a:r>
          <a:endParaRPr lang="en-US" sz="3200" dirty="0"/>
        </a:p>
      </dgm:t>
    </dgm:pt>
    <dgm:pt modelId="{C5CC9C1D-ADC8-4D03-B28F-496162908343}" type="parTrans" cxnId="{E396E657-E866-4187-87E2-42C8A70E0BD1}">
      <dgm:prSet/>
      <dgm:spPr/>
      <dgm:t>
        <a:bodyPr/>
        <a:lstStyle/>
        <a:p>
          <a:endParaRPr lang="en-US" sz="3200"/>
        </a:p>
      </dgm:t>
    </dgm:pt>
    <dgm:pt modelId="{0E4E75D6-6716-4528-A270-A8C49D994E8E}" type="sibTrans" cxnId="{E396E657-E866-4187-87E2-42C8A70E0BD1}">
      <dgm:prSet/>
      <dgm:spPr/>
      <dgm:t>
        <a:bodyPr/>
        <a:lstStyle/>
        <a:p>
          <a:endParaRPr lang="en-US" sz="3200"/>
        </a:p>
      </dgm:t>
    </dgm:pt>
    <dgm:pt modelId="{0E039E24-4427-4073-8980-991CB952E737}">
      <dgm:prSet custT="1"/>
      <dgm:spPr/>
      <dgm:t>
        <a:bodyPr/>
        <a:lstStyle/>
        <a:p>
          <a:pPr rtl="0"/>
          <a:r>
            <a:rPr lang="en-US" sz="1600" b="1" dirty="0" smtClean="0"/>
            <a:t>Work Process in Jira</a:t>
          </a:r>
          <a:endParaRPr lang="en-US" sz="1600" b="1" dirty="0"/>
        </a:p>
      </dgm:t>
    </dgm:pt>
    <dgm:pt modelId="{9BBD43AF-9048-401A-A84A-A58E516FA2AC}" type="parTrans" cxnId="{393DAABF-05BC-4033-BEA4-FF7ACB3D1982}">
      <dgm:prSet/>
      <dgm:spPr/>
      <dgm:t>
        <a:bodyPr/>
        <a:lstStyle/>
        <a:p>
          <a:endParaRPr lang="en-US" sz="3200"/>
        </a:p>
      </dgm:t>
    </dgm:pt>
    <dgm:pt modelId="{91DEF93E-94B3-4247-B5A7-76AFAC02B39F}" type="sibTrans" cxnId="{393DAABF-05BC-4033-BEA4-FF7ACB3D1982}">
      <dgm:prSet/>
      <dgm:spPr/>
      <dgm:t>
        <a:bodyPr/>
        <a:lstStyle/>
        <a:p>
          <a:endParaRPr lang="en-US" sz="3200"/>
        </a:p>
      </dgm:t>
    </dgm:pt>
    <dgm:pt modelId="{61892DA4-7519-44D6-A458-12EB2FAE3BD7}">
      <dgm:prSet custT="1"/>
      <dgm:spPr/>
      <dgm:t>
        <a:bodyPr/>
        <a:lstStyle/>
        <a:p>
          <a:pPr rtl="0"/>
          <a:r>
            <a:rPr lang="en-US" sz="3200" dirty="0" smtClean="0"/>
            <a:t>Dash Board</a:t>
          </a:r>
          <a:endParaRPr lang="en-US" sz="3200" dirty="0"/>
        </a:p>
      </dgm:t>
    </dgm:pt>
    <dgm:pt modelId="{41486F52-D46E-4E3B-B01A-B5E1BE713479}" type="parTrans" cxnId="{ED1E3AA9-8BDC-4951-8656-148AB2B2CD81}">
      <dgm:prSet/>
      <dgm:spPr/>
      <dgm:t>
        <a:bodyPr/>
        <a:lstStyle/>
        <a:p>
          <a:endParaRPr lang="en-US" sz="3200"/>
        </a:p>
      </dgm:t>
    </dgm:pt>
    <dgm:pt modelId="{4668057C-BD8A-4232-856C-037791BF5168}" type="sibTrans" cxnId="{ED1E3AA9-8BDC-4951-8656-148AB2B2CD81}">
      <dgm:prSet/>
      <dgm:spPr/>
      <dgm:t>
        <a:bodyPr/>
        <a:lstStyle/>
        <a:p>
          <a:endParaRPr lang="en-US" sz="3200"/>
        </a:p>
      </dgm:t>
    </dgm:pt>
    <dgm:pt modelId="{58AE889D-A0BC-467B-BAD2-B377300BA240}">
      <dgm:prSet custT="1"/>
      <dgm:spPr/>
      <dgm:t>
        <a:bodyPr/>
        <a:lstStyle/>
        <a:p>
          <a:pPr rtl="0"/>
          <a:r>
            <a:rPr lang="en-US" sz="1600" dirty="0" smtClean="0"/>
            <a:t>Task Management Process</a:t>
          </a:r>
          <a:endParaRPr lang="en-US" sz="1600" dirty="0"/>
        </a:p>
      </dgm:t>
    </dgm:pt>
    <dgm:pt modelId="{19D9BE19-DA61-48D5-9C3D-92EF92118762}" type="parTrans" cxnId="{0085F526-9220-47C6-9828-71007E27BACE}">
      <dgm:prSet/>
      <dgm:spPr/>
      <dgm:t>
        <a:bodyPr/>
        <a:lstStyle/>
        <a:p>
          <a:endParaRPr lang="en-US"/>
        </a:p>
      </dgm:t>
    </dgm:pt>
    <dgm:pt modelId="{3EAABC83-6615-47B3-9996-3EDAD6E8E3F7}" type="sibTrans" cxnId="{0085F526-9220-47C6-9828-71007E27BACE}">
      <dgm:prSet/>
      <dgm:spPr/>
      <dgm:t>
        <a:bodyPr/>
        <a:lstStyle/>
        <a:p>
          <a:endParaRPr lang="en-US"/>
        </a:p>
      </dgm:t>
    </dgm:pt>
    <dgm:pt modelId="{1752E8EA-2558-4A08-A8CC-6A4B531CF3F5}">
      <dgm:prSet custT="1"/>
      <dgm:spPr/>
      <dgm:t>
        <a:bodyPr/>
        <a:lstStyle/>
        <a:p>
          <a:pPr rtl="0"/>
          <a:r>
            <a:rPr lang="en-US" sz="1600" dirty="0" smtClean="0"/>
            <a:t>Bug Management Process a</a:t>
          </a:r>
          <a:endParaRPr lang="en-US" sz="1600" dirty="0"/>
        </a:p>
      </dgm:t>
    </dgm:pt>
    <dgm:pt modelId="{01870BE2-E8EA-4E79-9B12-8B41FD432CC6}" type="parTrans" cxnId="{F19DF561-317A-40AF-B576-59F42048BF3F}">
      <dgm:prSet/>
      <dgm:spPr/>
      <dgm:t>
        <a:bodyPr/>
        <a:lstStyle/>
        <a:p>
          <a:endParaRPr lang="en-US"/>
        </a:p>
      </dgm:t>
    </dgm:pt>
    <dgm:pt modelId="{D58393C3-7293-4517-8164-6700C066EB36}" type="sibTrans" cxnId="{F19DF561-317A-40AF-B576-59F42048BF3F}">
      <dgm:prSet/>
      <dgm:spPr/>
      <dgm:t>
        <a:bodyPr/>
        <a:lstStyle/>
        <a:p>
          <a:endParaRPr lang="en-US"/>
        </a:p>
      </dgm:t>
    </dgm:pt>
    <dgm:pt modelId="{5A03E264-B939-42D9-AC46-AA68E9F637ED}">
      <dgm:prSet custT="1">
        <dgm:style>
          <a:lnRef idx="2">
            <a:schemeClr val="accent1">
              <a:shade val="50000"/>
            </a:schemeClr>
          </a:lnRef>
          <a:fillRef idx="1">
            <a:schemeClr val="accent1"/>
          </a:fillRef>
          <a:effectRef idx="0">
            <a:schemeClr val="accent1"/>
          </a:effectRef>
          <a:fontRef idx="minor">
            <a:schemeClr val="lt1"/>
          </a:fontRef>
        </dgm:style>
      </dgm:prSet>
      <dgm:spPr/>
      <dgm:t>
        <a:bodyPr/>
        <a:lstStyle/>
        <a:p>
          <a:pPr rtl="0"/>
          <a:r>
            <a:rPr lang="en-US" sz="3200" dirty="0" smtClean="0"/>
            <a:t>Jira Concept</a:t>
          </a:r>
          <a:endParaRPr lang="en-US" sz="3200" dirty="0"/>
        </a:p>
      </dgm:t>
    </dgm:pt>
    <dgm:pt modelId="{4013207E-B9E4-4EDF-BDC1-EA7FF46CD051}" type="parTrans" cxnId="{9261D484-76D6-4602-9348-641A1965E615}">
      <dgm:prSet/>
      <dgm:spPr/>
      <dgm:t>
        <a:bodyPr/>
        <a:lstStyle/>
        <a:p>
          <a:endParaRPr lang="en-US"/>
        </a:p>
      </dgm:t>
    </dgm:pt>
    <dgm:pt modelId="{19B90B3D-AB75-4058-A4AA-8DE5D1185F67}" type="sibTrans" cxnId="{9261D484-76D6-4602-9348-641A1965E615}">
      <dgm:prSet/>
      <dgm:spPr/>
      <dgm:t>
        <a:bodyPr/>
        <a:lstStyle/>
        <a:p>
          <a:endParaRPr lang="en-US"/>
        </a:p>
      </dgm:t>
    </dgm:pt>
    <dgm:pt modelId="{2ADC16B0-8861-43E4-91D5-45F8CAC29E5F}">
      <dgm:prSet custT="1"/>
      <dgm:spPr/>
      <dgm:t>
        <a:bodyPr/>
        <a:lstStyle/>
        <a:p>
          <a:pPr rtl="0"/>
          <a:r>
            <a:rPr lang="en-US" sz="3200" dirty="0" smtClean="0"/>
            <a:t>Demo</a:t>
          </a:r>
          <a:endParaRPr lang="en-US" sz="3200" dirty="0"/>
        </a:p>
      </dgm:t>
    </dgm:pt>
    <dgm:pt modelId="{D47E0281-519D-4D86-88B8-270564EBDB8D}" type="parTrans" cxnId="{FBC27A55-A280-4679-B194-D3F93776EB13}">
      <dgm:prSet/>
      <dgm:spPr/>
      <dgm:t>
        <a:bodyPr/>
        <a:lstStyle/>
        <a:p>
          <a:endParaRPr lang="en-US"/>
        </a:p>
      </dgm:t>
    </dgm:pt>
    <dgm:pt modelId="{84CC7A66-FADA-4F60-8187-CFD314B166D4}" type="sibTrans" cxnId="{FBC27A55-A280-4679-B194-D3F93776EB13}">
      <dgm:prSet/>
      <dgm:spPr/>
      <dgm:t>
        <a:bodyPr/>
        <a:lstStyle/>
        <a:p>
          <a:endParaRPr lang="en-US"/>
        </a:p>
      </dgm:t>
    </dgm:pt>
    <dgm:pt modelId="{DA577477-EF1F-4B39-B52B-8AEBB76BBE8E}" type="pres">
      <dgm:prSet presAssocID="{8189C0CF-CC8F-485E-B780-23DE5B41245D}" presName="Name0" presStyleCnt="0">
        <dgm:presLayoutVars>
          <dgm:chMax val="7"/>
          <dgm:chPref val="7"/>
          <dgm:dir/>
        </dgm:presLayoutVars>
      </dgm:prSet>
      <dgm:spPr/>
      <dgm:t>
        <a:bodyPr/>
        <a:lstStyle/>
        <a:p>
          <a:endParaRPr lang="en-US"/>
        </a:p>
      </dgm:t>
    </dgm:pt>
    <dgm:pt modelId="{15F706C1-586D-43ED-AA20-10DFAD4E68B2}" type="pres">
      <dgm:prSet presAssocID="{8189C0CF-CC8F-485E-B780-23DE5B41245D}" presName="Name1" presStyleCnt="0"/>
      <dgm:spPr/>
    </dgm:pt>
    <dgm:pt modelId="{D4603CBA-6E64-407E-941A-F087DC969D90}" type="pres">
      <dgm:prSet presAssocID="{8189C0CF-CC8F-485E-B780-23DE5B41245D}" presName="cycle" presStyleCnt="0"/>
      <dgm:spPr/>
    </dgm:pt>
    <dgm:pt modelId="{89799F61-66DA-49C8-B985-117B68B73536}" type="pres">
      <dgm:prSet presAssocID="{8189C0CF-CC8F-485E-B780-23DE5B41245D}" presName="srcNode" presStyleLbl="node1" presStyleIdx="0" presStyleCnt="5"/>
      <dgm:spPr/>
    </dgm:pt>
    <dgm:pt modelId="{F33CBF64-ED7B-4DD5-A08C-6BB7C51FF61D}" type="pres">
      <dgm:prSet presAssocID="{8189C0CF-CC8F-485E-B780-23DE5B41245D}" presName="conn" presStyleLbl="parChTrans1D2" presStyleIdx="0" presStyleCnt="1"/>
      <dgm:spPr/>
      <dgm:t>
        <a:bodyPr/>
        <a:lstStyle/>
        <a:p>
          <a:endParaRPr lang="en-US"/>
        </a:p>
      </dgm:t>
    </dgm:pt>
    <dgm:pt modelId="{27BBDB71-2A1B-4487-A4EB-FE5D2D68E29B}" type="pres">
      <dgm:prSet presAssocID="{8189C0CF-CC8F-485E-B780-23DE5B41245D}" presName="extraNode" presStyleLbl="node1" presStyleIdx="0" presStyleCnt="5"/>
      <dgm:spPr/>
    </dgm:pt>
    <dgm:pt modelId="{9613BF5D-DBEE-482E-9189-FAE2DA67BE11}" type="pres">
      <dgm:prSet presAssocID="{8189C0CF-CC8F-485E-B780-23DE5B41245D}" presName="dstNode" presStyleLbl="node1" presStyleIdx="0" presStyleCnt="5"/>
      <dgm:spPr/>
    </dgm:pt>
    <dgm:pt modelId="{3967D7F6-FA8C-456F-9EA8-282E3C74BAC6}" type="pres">
      <dgm:prSet presAssocID="{4CF5BB51-CC84-4F11-AAB8-9384F0DCAB06}" presName="text_1" presStyleLbl="node1" presStyleIdx="0" presStyleCnt="5">
        <dgm:presLayoutVars>
          <dgm:bulletEnabled val="1"/>
        </dgm:presLayoutVars>
      </dgm:prSet>
      <dgm:spPr/>
      <dgm:t>
        <a:bodyPr/>
        <a:lstStyle/>
        <a:p>
          <a:endParaRPr lang="en-US"/>
        </a:p>
      </dgm:t>
    </dgm:pt>
    <dgm:pt modelId="{C9BF2DEA-982B-4983-BC8D-8CA78A78B27D}" type="pres">
      <dgm:prSet presAssocID="{4CF5BB51-CC84-4F11-AAB8-9384F0DCAB06}" presName="accent_1" presStyleCnt="0"/>
      <dgm:spPr/>
    </dgm:pt>
    <dgm:pt modelId="{56BDF28F-FF12-4F05-816F-7E74CD2D2893}" type="pres">
      <dgm:prSet presAssocID="{4CF5BB51-CC84-4F11-AAB8-9384F0DCAB06}" presName="accentRepeatNode" presStyleLbl="solidFgAcc1" presStyleIdx="0" presStyleCnt="5"/>
      <dgm:spPr/>
    </dgm:pt>
    <dgm:pt modelId="{FB497913-E1D4-4CBA-9F57-F8A6643D3DC0}" type="pres">
      <dgm:prSet presAssocID="{5A03E264-B939-42D9-AC46-AA68E9F637ED}" presName="text_2" presStyleLbl="node1" presStyleIdx="1" presStyleCnt="5">
        <dgm:presLayoutVars>
          <dgm:bulletEnabled val="1"/>
        </dgm:presLayoutVars>
      </dgm:prSet>
      <dgm:spPr/>
      <dgm:t>
        <a:bodyPr/>
        <a:lstStyle/>
        <a:p>
          <a:endParaRPr lang="en-US"/>
        </a:p>
      </dgm:t>
    </dgm:pt>
    <dgm:pt modelId="{1BD7A5DE-AE2E-475E-971F-C88E6E278512}" type="pres">
      <dgm:prSet presAssocID="{5A03E264-B939-42D9-AC46-AA68E9F637ED}" presName="accent_2" presStyleCnt="0"/>
      <dgm:spPr/>
    </dgm:pt>
    <dgm:pt modelId="{8AAA19C9-9931-4C81-B74F-6CCEF58FAF2D}" type="pres">
      <dgm:prSet presAssocID="{5A03E264-B939-42D9-AC46-AA68E9F637ED}" presName="accentRepeatNode" presStyleLbl="solidFgAcc1" presStyleIdx="1" presStyleCnt="5"/>
      <dgm:spPr/>
    </dgm:pt>
    <dgm:pt modelId="{BA00DA23-48EA-4A1A-8599-3D7F67D09299}" type="pres">
      <dgm:prSet presAssocID="{0E039E24-4427-4073-8980-991CB952E737}" presName="text_3" presStyleLbl="node1" presStyleIdx="2" presStyleCnt="5" custScaleY="165984">
        <dgm:presLayoutVars>
          <dgm:bulletEnabled val="1"/>
        </dgm:presLayoutVars>
      </dgm:prSet>
      <dgm:spPr/>
      <dgm:t>
        <a:bodyPr/>
        <a:lstStyle/>
        <a:p>
          <a:endParaRPr lang="en-US"/>
        </a:p>
      </dgm:t>
    </dgm:pt>
    <dgm:pt modelId="{0CEC20FD-37F8-4E5E-88F5-B12900197CD3}" type="pres">
      <dgm:prSet presAssocID="{0E039E24-4427-4073-8980-991CB952E737}" presName="accent_3" presStyleCnt="0"/>
      <dgm:spPr/>
    </dgm:pt>
    <dgm:pt modelId="{B67DF4A3-CD8A-4B43-A67F-C745FBB8520A}" type="pres">
      <dgm:prSet presAssocID="{0E039E24-4427-4073-8980-991CB952E737}" presName="accentRepeatNode" presStyleLbl="solidFgAcc1" presStyleIdx="2" presStyleCnt="5"/>
      <dgm:spPr/>
    </dgm:pt>
    <dgm:pt modelId="{CAF9BE5B-8B4C-46E0-8568-43A9E9B3B81F}" type="pres">
      <dgm:prSet presAssocID="{61892DA4-7519-44D6-A458-12EB2FAE3BD7}" presName="text_4" presStyleLbl="node1" presStyleIdx="3" presStyleCnt="5">
        <dgm:presLayoutVars>
          <dgm:bulletEnabled val="1"/>
        </dgm:presLayoutVars>
      </dgm:prSet>
      <dgm:spPr/>
      <dgm:t>
        <a:bodyPr/>
        <a:lstStyle/>
        <a:p>
          <a:endParaRPr lang="en-US"/>
        </a:p>
      </dgm:t>
    </dgm:pt>
    <dgm:pt modelId="{28C6118E-2A15-40C0-A2E1-3D05DE86859E}" type="pres">
      <dgm:prSet presAssocID="{61892DA4-7519-44D6-A458-12EB2FAE3BD7}" presName="accent_4" presStyleCnt="0"/>
      <dgm:spPr/>
    </dgm:pt>
    <dgm:pt modelId="{02E56378-B89E-43BA-8EE4-A5E109E6C172}" type="pres">
      <dgm:prSet presAssocID="{61892DA4-7519-44D6-A458-12EB2FAE3BD7}" presName="accentRepeatNode" presStyleLbl="solidFgAcc1" presStyleIdx="3" presStyleCnt="5"/>
      <dgm:spPr/>
    </dgm:pt>
    <dgm:pt modelId="{186296B3-49A0-4CB1-8795-6196F302B598}" type="pres">
      <dgm:prSet presAssocID="{2ADC16B0-8861-43E4-91D5-45F8CAC29E5F}" presName="text_5" presStyleLbl="node1" presStyleIdx="4" presStyleCnt="5">
        <dgm:presLayoutVars>
          <dgm:bulletEnabled val="1"/>
        </dgm:presLayoutVars>
      </dgm:prSet>
      <dgm:spPr/>
      <dgm:t>
        <a:bodyPr/>
        <a:lstStyle/>
        <a:p>
          <a:endParaRPr lang="en-US"/>
        </a:p>
      </dgm:t>
    </dgm:pt>
    <dgm:pt modelId="{807397D2-7D66-4478-87EC-8757EABC3F1B}" type="pres">
      <dgm:prSet presAssocID="{2ADC16B0-8861-43E4-91D5-45F8CAC29E5F}" presName="accent_5" presStyleCnt="0"/>
      <dgm:spPr/>
    </dgm:pt>
    <dgm:pt modelId="{58D9E098-F615-4399-A85A-5E613DFD88BE}" type="pres">
      <dgm:prSet presAssocID="{2ADC16B0-8861-43E4-91D5-45F8CAC29E5F}" presName="accentRepeatNode" presStyleLbl="solidFgAcc1" presStyleIdx="4" presStyleCnt="5"/>
      <dgm:spPr/>
    </dgm:pt>
  </dgm:ptLst>
  <dgm:cxnLst>
    <dgm:cxn modelId="{E396E657-E866-4187-87E2-42C8A70E0BD1}" srcId="{8189C0CF-CC8F-485E-B780-23DE5B41245D}" destId="{4CF5BB51-CC84-4F11-AAB8-9384F0DCAB06}" srcOrd="0" destOrd="0" parTransId="{C5CC9C1D-ADC8-4D03-B28F-496162908343}" sibTransId="{0E4E75D6-6716-4528-A270-A8C49D994E8E}"/>
    <dgm:cxn modelId="{9261D484-76D6-4602-9348-641A1965E615}" srcId="{8189C0CF-CC8F-485E-B780-23DE5B41245D}" destId="{5A03E264-B939-42D9-AC46-AA68E9F637ED}" srcOrd="1" destOrd="0" parTransId="{4013207E-B9E4-4EDF-BDC1-EA7FF46CD051}" sibTransId="{19B90B3D-AB75-4058-A4AA-8DE5D1185F67}"/>
    <dgm:cxn modelId="{BBF8CC70-0387-482C-AD3E-29D9BB985A89}" type="presOf" srcId="{1752E8EA-2558-4A08-A8CC-6A4B531CF3F5}" destId="{BA00DA23-48EA-4A1A-8599-3D7F67D09299}" srcOrd="0" destOrd="2" presId="urn:microsoft.com/office/officeart/2008/layout/VerticalCurvedList"/>
    <dgm:cxn modelId="{3E2E6B1F-787A-4E81-9038-24FE047D6FCA}" type="presOf" srcId="{8189C0CF-CC8F-485E-B780-23DE5B41245D}" destId="{DA577477-EF1F-4B39-B52B-8AEBB76BBE8E}" srcOrd="0" destOrd="0" presId="urn:microsoft.com/office/officeart/2008/layout/VerticalCurvedList"/>
    <dgm:cxn modelId="{AFD37B8A-3606-4491-8B2F-A970BE1E0B19}" type="presOf" srcId="{61892DA4-7519-44D6-A458-12EB2FAE3BD7}" destId="{CAF9BE5B-8B4C-46E0-8568-43A9E9B3B81F}" srcOrd="0" destOrd="0" presId="urn:microsoft.com/office/officeart/2008/layout/VerticalCurvedList"/>
    <dgm:cxn modelId="{FE7C408C-1CEA-4660-A627-E58307153C95}" type="presOf" srcId="{4CF5BB51-CC84-4F11-AAB8-9384F0DCAB06}" destId="{3967D7F6-FA8C-456F-9EA8-282E3C74BAC6}" srcOrd="0" destOrd="0" presId="urn:microsoft.com/office/officeart/2008/layout/VerticalCurvedList"/>
    <dgm:cxn modelId="{2ABE0D0E-BAD7-47C6-B10F-3A67AF2AE582}" type="presOf" srcId="{0E4E75D6-6716-4528-A270-A8C49D994E8E}" destId="{F33CBF64-ED7B-4DD5-A08C-6BB7C51FF61D}" srcOrd="0" destOrd="0" presId="urn:microsoft.com/office/officeart/2008/layout/VerticalCurvedList"/>
    <dgm:cxn modelId="{393DAABF-05BC-4033-BEA4-FF7ACB3D1982}" srcId="{8189C0CF-CC8F-485E-B780-23DE5B41245D}" destId="{0E039E24-4427-4073-8980-991CB952E737}" srcOrd="2" destOrd="0" parTransId="{9BBD43AF-9048-401A-A84A-A58E516FA2AC}" sibTransId="{91DEF93E-94B3-4247-B5A7-76AFAC02B39F}"/>
    <dgm:cxn modelId="{7F523D94-DD81-40BE-9167-ABD241CF5616}" type="presOf" srcId="{0E039E24-4427-4073-8980-991CB952E737}" destId="{BA00DA23-48EA-4A1A-8599-3D7F67D09299}" srcOrd="0" destOrd="0" presId="urn:microsoft.com/office/officeart/2008/layout/VerticalCurvedList"/>
    <dgm:cxn modelId="{F19DF561-317A-40AF-B576-59F42048BF3F}" srcId="{0E039E24-4427-4073-8980-991CB952E737}" destId="{1752E8EA-2558-4A08-A8CC-6A4B531CF3F5}" srcOrd="1" destOrd="0" parTransId="{01870BE2-E8EA-4E79-9B12-8B41FD432CC6}" sibTransId="{D58393C3-7293-4517-8164-6700C066EB36}"/>
    <dgm:cxn modelId="{D22B2136-39CB-44B6-A1C5-77BFBCDCFA96}" type="presOf" srcId="{58AE889D-A0BC-467B-BAD2-B377300BA240}" destId="{BA00DA23-48EA-4A1A-8599-3D7F67D09299}" srcOrd="0" destOrd="1" presId="urn:microsoft.com/office/officeart/2008/layout/VerticalCurvedList"/>
    <dgm:cxn modelId="{FBC27A55-A280-4679-B194-D3F93776EB13}" srcId="{8189C0CF-CC8F-485E-B780-23DE5B41245D}" destId="{2ADC16B0-8861-43E4-91D5-45F8CAC29E5F}" srcOrd="4" destOrd="0" parTransId="{D47E0281-519D-4D86-88B8-270564EBDB8D}" sibTransId="{84CC7A66-FADA-4F60-8187-CFD314B166D4}"/>
    <dgm:cxn modelId="{0085F526-9220-47C6-9828-71007E27BACE}" srcId="{0E039E24-4427-4073-8980-991CB952E737}" destId="{58AE889D-A0BC-467B-BAD2-B377300BA240}" srcOrd="0" destOrd="0" parTransId="{19D9BE19-DA61-48D5-9C3D-92EF92118762}" sibTransId="{3EAABC83-6615-47B3-9996-3EDAD6E8E3F7}"/>
    <dgm:cxn modelId="{ED1E3AA9-8BDC-4951-8656-148AB2B2CD81}" srcId="{8189C0CF-CC8F-485E-B780-23DE5B41245D}" destId="{61892DA4-7519-44D6-A458-12EB2FAE3BD7}" srcOrd="3" destOrd="0" parTransId="{41486F52-D46E-4E3B-B01A-B5E1BE713479}" sibTransId="{4668057C-BD8A-4232-856C-037791BF5168}"/>
    <dgm:cxn modelId="{1B04D138-3B2D-4E61-B1A4-DC052117F8CB}" type="presOf" srcId="{5A03E264-B939-42D9-AC46-AA68E9F637ED}" destId="{FB497913-E1D4-4CBA-9F57-F8A6643D3DC0}" srcOrd="0" destOrd="0" presId="urn:microsoft.com/office/officeart/2008/layout/VerticalCurvedList"/>
    <dgm:cxn modelId="{D7A88F56-00C3-49EF-A741-ED888BAB61AB}" type="presOf" srcId="{2ADC16B0-8861-43E4-91D5-45F8CAC29E5F}" destId="{186296B3-49A0-4CB1-8795-6196F302B598}" srcOrd="0" destOrd="0" presId="urn:microsoft.com/office/officeart/2008/layout/VerticalCurvedList"/>
    <dgm:cxn modelId="{C1F8A51E-5768-4F5F-9860-5B8CAAA52D53}" type="presParOf" srcId="{DA577477-EF1F-4B39-B52B-8AEBB76BBE8E}" destId="{15F706C1-586D-43ED-AA20-10DFAD4E68B2}" srcOrd="0" destOrd="0" presId="urn:microsoft.com/office/officeart/2008/layout/VerticalCurvedList"/>
    <dgm:cxn modelId="{D67BED57-0ECC-46EE-A284-D75461E93BBF}" type="presParOf" srcId="{15F706C1-586D-43ED-AA20-10DFAD4E68B2}" destId="{D4603CBA-6E64-407E-941A-F087DC969D90}" srcOrd="0" destOrd="0" presId="urn:microsoft.com/office/officeart/2008/layout/VerticalCurvedList"/>
    <dgm:cxn modelId="{AFE37F8F-BFC7-4503-8C8E-4C9848F92ABD}" type="presParOf" srcId="{D4603CBA-6E64-407E-941A-F087DC969D90}" destId="{89799F61-66DA-49C8-B985-117B68B73536}" srcOrd="0" destOrd="0" presId="urn:microsoft.com/office/officeart/2008/layout/VerticalCurvedList"/>
    <dgm:cxn modelId="{27A5E73B-68C6-4883-B501-5FE01A4A44A0}" type="presParOf" srcId="{D4603CBA-6E64-407E-941A-F087DC969D90}" destId="{F33CBF64-ED7B-4DD5-A08C-6BB7C51FF61D}" srcOrd="1" destOrd="0" presId="urn:microsoft.com/office/officeart/2008/layout/VerticalCurvedList"/>
    <dgm:cxn modelId="{68F29DD5-CABA-418F-820F-73DDEDBFDDC7}" type="presParOf" srcId="{D4603CBA-6E64-407E-941A-F087DC969D90}" destId="{27BBDB71-2A1B-4487-A4EB-FE5D2D68E29B}" srcOrd="2" destOrd="0" presId="urn:microsoft.com/office/officeart/2008/layout/VerticalCurvedList"/>
    <dgm:cxn modelId="{4A326893-4949-4A30-BC43-D037FCA569B6}" type="presParOf" srcId="{D4603CBA-6E64-407E-941A-F087DC969D90}" destId="{9613BF5D-DBEE-482E-9189-FAE2DA67BE11}" srcOrd="3" destOrd="0" presId="urn:microsoft.com/office/officeart/2008/layout/VerticalCurvedList"/>
    <dgm:cxn modelId="{15954D50-A054-4DD0-A7D6-71C2D1EED6D1}" type="presParOf" srcId="{15F706C1-586D-43ED-AA20-10DFAD4E68B2}" destId="{3967D7F6-FA8C-456F-9EA8-282E3C74BAC6}" srcOrd="1" destOrd="0" presId="urn:microsoft.com/office/officeart/2008/layout/VerticalCurvedList"/>
    <dgm:cxn modelId="{BAFE4443-6869-437C-82CD-48C5A8EBEEA3}" type="presParOf" srcId="{15F706C1-586D-43ED-AA20-10DFAD4E68B2}" destId="{C9BF2DEA-982B-4983-BC8D-8CA78A78B27D}" srcOrd="2" destOrd="0" presId="urn:microsoft.com/office/officeart/2008/layout/VerticalCurvedList"/>
    <dgm:cxn modelId="{47621D71-2D3D-46A9-B5E0-339BEC2BEE17}" type="presParOf" srcId="{C9BF2DEA-982B-4983-BC8D-8CA78A78B27D}" destId="{56BDF28F-FF12-4F05-816F-7E74CD2D2893}" srcOrd="0" destOrd="0" presId="urn:microsoft.com/office/officeart/2008/layout/VerticalCurvedList"/>
    <dgm:cxn modelId="{0855F365-0BD4-4212-9096-FF46FEB70C97}" type="presParOf" srcId="{15F706C1-586D-43ED-AA20-10DFAD4E68B2}" destId="{FB497913-E1D4-4CBA-9F57-F8A6643D3DC0}" srcOrd="3" destOrd="0" presId="urn:microsoft.com/office/officeart/2008/layout/VerticalCurvedList"/>
    <dgm:cxn modelId="{83D71045-B3E4-4BA0-A34D-91548C6807B5}" type="presParOf" srcId="{15F706C1-586D-43ED-AA20-10DFAD4E68B2}" destId="{1BD7A5DE-AE2E-475E-971F-C88E6E278512}" srcOrd="4" destOrd="0" presId="urn:microsoft.com/office/officeart/2008/layout/VerticalCurvedList"/>
    <dgm:cxn modelId="{9B4B0002-CE5F-437C-94F7-D60DECB28D0B}" type="presParOf" srcId="{1BD7A5DE-AE2E-475E-971F-C88E6E278512}" destId="{8AAA19C9-9931-4C81-B74F-6CCEF58FAF2D}" srcOrd="0" destOrd="0" presId="urn:microsoft.com/office/officeart/2008/layout/VerticalCurvedList"/>
    <dgm:cxn modelId="{8993313C-D063-4F6B-AB54-3BD6B8D0204A}" type="presParOf" srcId="{15F706C1-586D-43ED-AA20-10DFAD4E68B2}" destId="{BA00DA23-48EA-4A1A-8599-3D7F67D09299}" srcOrd="5" destOrd="0" presId="urn:microsoft.com/office/officeart/2008/layout/VerticalCurvedList"/>
    <dgm:cxn modelId="{7B5C1BBA-38E3-4A44-9BEB-9E8772E262B8}" type="presParOf" srcId="{15F706C1-586D-43ED-AA20-10DFAD4E68B2}" destId="{0CEC20FD-37F8-4E5E-88F5-B12900197CD3}" srcOrd="6" destOrd="0" presId="urn:microsoft.com/office/officeart/2008/layout/VerticalCurvedList"/>
    <dgm:cxn modelId="{1CC5F439-9C1A-464D-8DD8-58CDEB0DA664}" type="presParOf" srcId="{0CEC20FD-37F8-4E5E-88F5-B12900197CD3}" destId="{B67DF4A3-CD8A-4B43-A67F-C745FBB8520A}" srcOrd="0" destOrd="0" presId="urn:microsoft.com/office/officeart/2008/layout/VerticalCurvedList"/>
    <dgm:cxn modelId="{F8B733FC-013A-497C-8E5F-CE0CB655F360}" type="presParOf" srcId="{15F706C1-586D-43ED-AA20-10DFAD4E68B2}" destId="{CAF9BE5B-8B4C-46E0-8568-43A9E9B3B81F}" srcOrd="7" destOrd="0" presId="urn:microsoft.com/office/officeart/2008/layout/VerticalCurvedList"/>
    <dgm:cxn modelId="{D276030C-4D17-4820-B790-D2D4EB06A5BA}" type="presParOf" srcId="{15F706C1-586D-43ED-AA20-10DFAD4E68B2}" destId="{28C6118E-2A15-40C0-A2E1-3D05DE86859E}" srcOrd="8" destOrd="0" presId="urn:microsoft.com/office/officeart/2008/layout/VerticalCurvedList"/>
    <dgm:cxn modelId="{67A13224-D70B-414E-8A88-A9B01F9D0703}" type="presParOf" srcId="{28C6118E-2A15-40C0-A2E1-3D05DE86859E}" destId="{02E56378-B89E-43BA-8EE4-A5E109E6C172}" srcOrd="0" destOrd="0" presId="urn:microsoft.com/office/officeart/2008/layout/VerticalCurvedList"/>
    <dgm:cxn modelId="{D3638AFA-3F56-4E04-9029-367885E02470}" type="presParOf" srcId="{15F706C1-586D-43ED-AA20-10DFAD4E68B2}" destId="{186296B3-49A0-4CB1-8795-6196F302B598}" srcOrd="9" destOrd="0" presId="urn:microsoft.com/office/officeart/2008/layout/VerticalCurvedList"/>
    <dgm:cxn modelId="{313AF70A-01D2-4F3E-B6AE-04F3167E273D}" type="presParOf" srcId="{15F706C1-586D-43ED-AA20-10DFAD4E68B2}" destId="{807397D2-7D66-4478-87EC-8757EABC3F1B}" srcOrd="10" destOrd="0" presId="urn:microsoft.com/office/officeart/2008/layout/VerticalCurvedList"/>
    <dgm:cxn modelId="{FBA9C0A0-C080-4203-A12E-B2C379C44D00}" type="presParOf" srcId="{807397D2-7D66-4478-87EC-8757EABC3F1B}" destId="{58D9E098-F615-4399-A85A-5E613DFD88BE}" srcOrd="0" destOrd="0" presId="urn:microsoft.com/office/officeart/2008/layout/VerticalCurved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8189C0CF-CC8F-485E-B780-23DE5B41245D}" type="doc">
      <dgm:prSet loTypeId="urn:microsoft.com/office/officeart/2008/layout/VerticalCurvedList" loCatId="list" qsTypeId="urn:microsoft.com/office/officeart/2005/8/quickstyle/simple1" qsCatId="simple" csTypeId="urn:microsoft.com/office/officeart/2005/8/colors/accent1_2" csCatId="accent1" phldr="1"/>
      <dgm:spPr/>
      <dgm:t>
        <a:bodyPr/>
        <a:lstStyle/>
        <a:p>
          <a:endParaRPr lang="en-US"/>
        </a:p>
      </dgm:t>
    </dgm:pt>
    <dgm:pt modelId="{4CF5BB51-CC84-4F11-AAB8-9384F0DCAB06}">
      <dgm:prSet custT="1">
        <dgm:style>
          <a:lnRef idx="2">
            <a:schemeClr val="dk1">
              <a:shade val="50000"/>
            </a:schemeClr>
          </a:lnRef>
          <a:fillRef idx="1">
            <a:schemeClr val="dk1"/>
          </a:fillRef>
          <a:effectRef idx="0">
            <a:schemeClr val="dk1"/>
          </a:effectRef>
          <a:fontRef idx="minor">
            <a:schemeClr val="lt1"/>
          </a:fontRef>
        </dgm:style>
      </dgm:prSet>
      <dgm:spPr/>
      <dgm:t>
        <a:bodyPr/>
        <a:lstStyle/>
        <a:p>
          <a:pPr rtl="0"/>
          <a:r>
            <a:rPr lang="en-US" sz="3200" dirty="0" smtClean="0"/>
            <a:t>Jira overview</a:t>
          </a:r>
          <a:endParaRPr lang="en-US" sz="3200" dirty="0"/>
        </a:p>
      </dgm:t>
    </dgm:pt>
    <dgm:pt modelId="{C5CC9C1D-ADC8-4D03-B28F-496162908343}" type="parTrans" cxnId="{E396E657-E866-4187-87E2-42C8A70E0BD1}">
      <dgm:prSet/>
      <dgm:spPr/>
      <dgm:t>
        <a:bodyPr/>
        <a:lstStyle/>
        <a:p>
          <a:endParaRPr lang="en-US" sz="3200"/>
        </a:p>
      </dgm:t>
    </dgm:pt>
    <dgm:pt modelId="{0E4E75D6-6716-4528-A270-A8C49D994E8E}" type="sibTrans" cxnId="{E396E657-E866-4187-87E2-42C8A70E0BD1}">
      <dgm:prSet/>
      <dgm:spPr/>
      <dgm:t>
        <a:bodyPr/>
        <a:lstStyle/>
        <a:p>
          <a:endParaRPr lang="en-US" sz="3200"/>
        </a:p>
      </dgm:t>
    </dgm:pt>
    <dgm:pt modelId="{0E039E24-4427-4073-8980-991CB952E737}">
      <dgm:prSet custT="1"/>
      <dgm:spPr/>
      <dgm:t>
        <a:bodyPr/>
        <a:lstStyle/>
        <a:p>
          <a:pPr rtl="0"/>
          <a:r>
            <a:rPr lang="en-US" sz="1600" b="1" dirty="0" smtClean="0"/>
            <a:t>Work Process in Jira</a:t>
          </a:r>
          <a:endParaRPr lang="en-US" sz="1600" b="1" dirty="0"/>
        </a:p>
      </dgm:t>
    </dgm:pt>
    <dgm:pt modelId="{9BBD43AF-9048-401A-A84A-A58E516FA2AC}" type="parTrans" cxnId="{393DAABF-05BC-4033-BEA4-FF7ACB3D1982}">
      <dgm:prSet/>
      <dgm:spPr/>
      <dgm:t>
        <a:bodyPr/>
        <a:lstStyle/>
        <a:p>
          <a:endParaRPr lang="en-US" sz="3200"/>
        </a:p>
      </dgm:t>
    </dgm:pt>
    <dgm:pt modelId="{91DEF93E-94B3-4247-B5A7-76AFAC02B39F}" type="sibTrans" cxnId="{393DAABF-05BC-4033-BEA4-FF7ACB3D1982}">
      <dgm:prSet/>
      <dgm:spPr/>
      <dgm:t>
        <a:bodyPr/>
        <a:lstStyle/>
        <a:p>
          <a:endParaRPr lang="en-US" sz="3200"/>
        </a:p>
      </dgm:t>
    </dgm:pt>
    <dgm:pt modelId="{61892DA4-7519-44D6-A458-12EB2FAE3BD7}">
      <dgm:prSet custT="1"/>
      <dgm:spPr/>
      <dgm:t>
        <a:bodyPr/>
        <a:lstStyle/>
        <a:p>
          <a:pPr rtl="0"/>
          <a:r>
            <a:rPr lang="en-US" sz="3200" dirty="0" smtClean="0"/>
            <a:t>Dash Board</a:t>
          </a:r>
          <a:endParaRPr lang="en-US" sz="3200" dirty="0"/>
        </a:p>
      </dgm:t>
    </dgm:pt>
    <dgm:pt modelId="{41486F52-D46E-4E3B-B01A-B5E1BE713479}" type="parTrans" cxnId="{ED1E3AA9-8BDC-4951-8656-148AB2B2CD81}">
      <dgm:prSet/>
      <dgm:spPr/>
      <dgm:t>
        <a:bodyPr/>
        <a:lstStyle/>
        <a:p>
          <a:endParaRPr lang="en-US" sz="3200"/>
        </a:p>
      </dgm:t>
    </dgm:pt>
    <dgm:pt modelId="{4668057C-BD8A-4232-856C-037791BF5168}" type="sibTrans" cxnId="{ED1E3AA9-8BDC-4951-8656-148AB2B2CD81}">
      <dgm:prSet/>
      <dgm:spPr/>
      <dgm:t>
        <a:bodyPr/>
        <a:lstStyle/>
        <a:p>
          <a:endParaRPr lang="en-US" sz="3200"/>
        </a:p>
      </dgm:t>
    </dgm:pt>
    <dgm:pt modelId="{58AE889D-A0BC-467B-BAD2-B377300BA240}">
      <dgm:prSet custT="1"/>
      <dgm:spPr/>
      <dgm:t>
        <a:bodyPr/>
        <a:lstStyle/>
        <a:p>
          <a:pPr rtl="0"/>
          <a:r>
            <a:rPr lang="en-US" sz="1600" dirty="0" smtClean="0"/>
            <a:t>Task Management Process</a:t>
          </a:r>
          <a:endParaRPr lang="en-US" sz="1600" dirty="0"/>
        </a:p>
      </dgm:t>
    </dgm:pt>
    <dgm:pt modelId="{19D9BE19-DA61-48D5-9C3D-92EF92118762}" type="parTrans" cxnId="{0085F526-9220-47C6-9828-71007E27BACE}">
      <dgm:prSet/>
      <dgm:spPr/>
      <dgm:t>
        <a:bodyPr/>
        <a:lstStyle/>
        <a:p>
          <a:endParaRPr lang="en-US"/>
        </a:p>
      </dgm:t>
    </dgm:pt>
    <dgm:pt modelId="{3EAABC83-6615-47B3-9996-3EDAD6E8E3F7}" type="sibTrans" cxnId="{0085F526-9220-47C6-9828-71007E27BACE}">
      <dgm:prSet/>
      <dgm:spPr/>
      <dgm:t>
        <a:bodyPr/>
        <a:lstStyle/>
        <a:p>
          <a:endParaRPr lang="en-US"/>
        </a:p>
      </dgm:t>
    </dgm:pt>
    <dgm:pt modelId="{1752E8EA-2558-4A08-A8CC-6A4B531CF3F5}">
      <dgm:prSet custT="1"/>
      <dgm:spPr/>
      <dgm:t>
        <a:bodyPr/>
        <a:lstStyle/>
        <a:p>
          <a:pPr rtl="0"/>
          <a:r>
            <a:rPr lang="en-US" sz="1600" dirty="0" smtClean="0"/>
            <a:t>Bug Management Process a</a:t>
          </a:r>
          <a:endParaRPr lang="en-US" sz="1600" dirty="0"/>
        </a:p>
      </dgm:t>
    </dgm:pt>
    <dgm:pt modelId="{01870BE2-E8EA-4E79-9B12-8B41FD432CC6}" type="parTrans" cxnId="{F19DF561-317A-40AF-B576-59F42048BF3F}">
      <dgm:prSet/>
      <dgm:spPr/>
      <dgm:t>
        <a:bodyPr/>
        <a:lstStyle/>
        <a:p>
          <a:endParaRPr lang="en-US"/>
        </a:p>
      </dgm:t>
    </dgm:pt>
    <dgm:pt modelId="{D58393C3-7293-4517-8164-6700C066EB36}" type="sibTrans" cxnId="{F19DF561-317A-40AF-B576-59F42048BF3F}">
      <dgm:prSet/>
      <dgm:spPr/>
      <dgm:t>
        <a:bodyPr/>
        <a:lstStyle/>
        <a:p>
          <a:endParaRPr lang="en-US"/>
        </a:p>
      </dgm:t>
    </dgm:pt>
    <dgm:pt modelId="{5A03E264-B939-42D9-AC46-AA68E9F637ED}">
      <dgm:prSet custT="1">
        <dgm:style>
          <a:lnRef idx="2">
            <a:schemeClr val="accent1">
              <a:shade val="50000"/>
            </a:schemeClr>
          </a:lnRef>
          <a:fillRef idx="1">
            <a:schemeClr val="accent1"/>
          </a:fillRef>
          <a:effectRef idx="0">
            <a:schemeClr val="accent1"/>
          </a:effectRef>
          <a:fontRef idx="minor">
            <a:schemeClr val="lt1"/>
          </a:fontRef>
        </dgm:style>
      </dgm:prSet>
      <dgm:spPr/>
      <dgm:t>
        <a:bodyPr/>
        <a:lstStyle/>
        <a:p>
          <a:pPr rtl="0"/>
          <a:r>
            <a:rPr lang="en-US" sz="3200" dirty="0" smtClean="0"/>
            <a:t>Jira Concept</a:t>
          </a:r>
          <a:endParaRPr lang="en-US" sz="3200" dirty="0"/>
        </a:p>
      </dgm:t>
    </dgm:pt>
    <dgm:pt modelId="{4013207E-B9E4-4EDF-BDC1-EA7FF46CD051}" type="parTrans" cxnId="{9261D484-76D6-4602-9348-641A1965E615}">
      <dgm:prSet/>
      <dgm:spPr/>
      <dgm:t>
        <a:bodyPr/>
        <a:lstStyle/>
        <a:p>
          <a:endParaRPr lang="en-US"/>
        </a:p>
      </dgm:t>
    </dgm:pt>
    <dgm:pt modelId="{19B90B3D-AB75-4058-A4AA-8DE5D1185F67}" type="sibTrans" cxnId="{9261D484-76D6-4602-9348-641A1965E615}">
      <dgm:prSet/>
      <dgm:spPr/>
      <dgm:t>
        <a:bodyPr/>
        <a:lstStyle/>
        <a:p>
          <a:endParaRPr lang="en-US"/>
        </a:p>
      </dgm:t>
    </dgm:pt>
    <dgm:pt modelId="{2ADC16B0-8861-43E4-91D5-45F8CAC29E5F}">
      <dgm:prSet custT="1"/>
      <dgm:spPr/>
      <dgm:t>
        <a:bodyPr/>
        <a:lstStyle/>
        <a:p>
          <a:pPr rtl="0"/>
          <a:r>
            <a:rPr lang="en-US" sz="3200" dirty="0" smtClean="0"/>
            <a:t>Demo</a:t>
          </a:r>
          <a:endParaRPr lang="en-US" sz="3200" dirty="0"/>
        </a:p>
      </dgm:t>
    </dgm:pt>
    <dgm:pt modelId="{D47E0281-519D-4D86-88B8-270564EBDB8D}" type="parTrans" cxnId="{FBC27A55-A280-4679-B194-D3F93776EB13}">
      <dgm:prSet/>
      <dgm:spPr/>
      <dgm:t>
        <a:bodyPr/>
        <a:lstStyle/>
        <a:p>
          <a:endParaRPr lang="en-US"/>
        </a:p>
      </dgm:t>
    </dgm:pt>
    <dgm:pt modelId="{84CC7A66-FADA-4F60-8187-CFD314B166D4}" type="sibTrans" cxnId="{FBC27A55-A280-4679-B194-D3F93776EB13}">
      <dgm:prSet/>
      <dgm:spPr/>
      <dgm:t>
        <a:bodyPr/>
        <a:lstStyle/>
        <a:p>
          <a:endParaRPr lang="en-US"/>
        </a:p>
      </dgm:t>
    </dgm:pt>
    <dgm:pt modelId="{DA577477-EF1F-4B39-B52B-8AEBB76BBE8E}" type="pres">
      <dgm:prSet presAssocID="{8189C0CF-CC8F-485E-B780-23DE5B41245D}" presName="Name0" presStyleCnt="0">
        <dgm:presLayoutVars>
          <dgm:chMax val="7"/>
          <dgm:chPref val="7"/>
          <dgm:dir/>
        </dgm:presLayoutVars>
      </dgm:prSet>
      <dgm:spPr/>
      <dgm:t>
        <a:bodyPr/>
        <a:lstStyle/>
        <a:p>
          <a:endParaRPr lang="en-US"/>
        </a:p>
      </dgm:t>
    </dgm:pt>
    <dgm:pt modelId="{15F706C1-586D-43ED-AA20-10DFAD4E68B2}" type="pres">
      <dgm:prSet presAssocID="{8189C0CF-CC8F-485E-B780-23DE5B41245D}" presName="Name1" presStyleCnt="0"/>
      <dgm:spPr/>
    </dgm:pt>
    <dgm:pt modelId="{D4603CBA-6E64-407E-941A-F087DC969D90}" type="pres">
      <dgm:prSet presAssocID="{8189C0CF-CC8F-485E-B780-23DE5B41245D}" presName="cycle" presStyleCnt="0"/>
      <dgm:spPr/>
    </dgm:pt>
    <dgm:pt modelId="{89799F61-66DA-49C8-B985-117B68B73536}" type="pres">
      <dgm:prSet presAssocID="{8189C0CF-CC8F-485E-B780-23DE5B41245D}" presName="srcNode" presStyleLbl="node1" presStyleIdx="0" presStyleCnt="5"/>
      <dgm:spPr/>
    </dgm:pt>
    <dgm:pt modelId="{F33CBF64-ED7B-4DD5-A08C-6BB7C51FF61D}" type="pres">
      <dgm:prSet presAssocID="{8189C0CF-CC8F-485E-B780-23DE5B41245D}" presName="conn" presStyleLbl="parChTrans1D2" presStyleIdx="0" presStyleCnt="1"/>
      <dgm:spPr/>
      <dgm:t>
        <a:bodyPr/>
        <a:lstStyle/>
        <a:p>
          <a:endParaRPr lang="en-US"/>
        </a:p>
      </dgm:t>
    </dgm:pt>
    <dgm:pt modelId="{27BBDB71-2A1B-4487-A4EB-FE5D2D68E29B}" type="pres">
      <dgm:prSet presAssocID="{8189C0CF-CC8F-485E-B780-23DE5B41245D}" presName="extraNode" presStyleLbl="node1" presStyleIdx="0" presStyleCnt="5"/>
      <dgm:spPr/>
    </dgm:pt>
    <dgm:pt modelId="{9613BF5D-DBEE-482E-9189-FAE2DA67BE11}" type="pres">
      <dgm:prSet presAssocID="{8189C0CF-CC8F-485E-B780-23DE5B41245D}" presName="dstNode" presStyleLbl="node1" presStyleIdx="0" presStyleCnt="5"/>
      <dgm:spPr/>
    </dgm:pt>
    <dgm:pt modelId="{3967D7F6-FA8C-456F-9EA8-282E3C74BAC6}" type="pres">
      <dgm:prSet presAssocID="{4CF5BB51-CC84-4F11-AAB8-9384F0DCAB06}" presName="text_1" presStyleLbl="node1" presStyleIdx="0" presStyleCnt="5">
        <dgm:presLayoutVars>
          <dgm:bulletEnabled val="1"/>
        </dgm:presLayoutVars>
      </dgm:prSet>
      <dgm:spPr/>
      <dgm:t>
        <a:bodyPr/>
        <a:lstStyle/>
        <a:p>
          <a:endParaRPr lang="en-US"/>
        </a:p>
      </dgm:t>
    </dgm:pt>
    <dgm:pt modelId="{C9BF2DEA-982B-4983-BC8D-8CA78A78B27D}" type="pres">
      <dgm:prSet presAssocID="{4CF5BB51-CC84-4F11-AAB8-9384F0DCAB06}" presName="accent_1" presStyleCnt="0"/>
      <dgm:spPr/>
    </dgm:pt>
    <dgm:pt modelId="{56BDF28F-FF12-4F05-816F-7E74CD2D2893}" type="pres">
      <dgm:prSet presAssocID="{4CF5BB51-CC84-4F11-AAB8-9384F0DCAB06}" presName="accentRepeatNode" presStyleLbl="solidFgAcc1" presStyleIdx="0" presStyleCnt="5"/>
      <dgm:spPr/>
    </dgm:pt>
    <dgm:pt modelId="{FB497913-E1D4-4CBA-9F57-F8A6643D3DC0}" type="pres">
      <dgm:prSet presAssocID="{5A03E264-B939-42D9-AC46-AA68E9F637ED}" presName="text_2" presStyleLbl="node1" presStyleIdx="1" presStyleCnt="5">
        <dgm:presLayoutVars>
          <dgm:bulletEnabled val="1"/>
        </dgm:presLayoutVars>
      </dgm:prSet>
      <dgm:spPr/>
      <dgm:t>
        <a:bodyPr/>
        <a:lstStyle/>
        <a:p>
          <a:endParaRPr lang="en-US"/>
        </a:p>
      </dgm:t>
    </dgm:pt>
    <dgm:pt modelId="{1BD7A5DE-AE2E-475E-971F-C88E6E278512}" type="pres">
      <dgm:prSet presAssocID="{5A03E264-B939-42D9-AC46-AA68E9F637ED}" presName="accent_2" presStyleCnt="0"/>
      <dgm:spPr/>
    </dgm:pt>
    <dgm:pt modelId="{8AAA19C9-9931-4C81-B74F-6CCEF58FAF2D}" type="pres">
      <dgm:prSet presAssocID="{5A03E264-B939-42D9-AC46-AA68E9F637ED}" presName="accentRepeatNode" presStyleLbl="solidFgAcc1" presStyleIdx="1" presStyleCnt="5"/>
      <dgm:spPr/>
    </dgm:pt>
    <dgm:pt modelId="{BA00DA23-48EA-4A1A-8599-3D7F67D09299}" type="pres">
      <dgm:prSet presAssocID="{0E039E24-4427-4073-8980-991CB952E737}" presName="text_3" presStyleLbl="node1" presStyleIdx="2" presStyleCnt="5" custScaleY="165984">
        <dgm:presLayoutVars>
          <dgm:bulletEnabled val="1"/>
        </dgm:presLayoutVars>
      </dgm:prSet>
      <dgm:spPr/>
      <dgm:t>
        <a:bodyPr/>
        <a:lstStyle/>
        <a:p>
          <a:endParaRPr lang="en-US"/>
        </a:p>
      </dgm:t>
    </dgm:pt>
    <dgm:pt modelId="{0CEC20FD-37F8-4E5E-88F5-B12900197CD3}" type="pres">
      <dgm:prSet presAssocID="{0E039E24-4427-4073-8980-991CB952E737}" presName="accent_3" presStyleCnt="0"/>
      <dgm:spPr/>
    </dgm:pt>
    <dgm:pt modelId="{B67DF4A3-CD8A-4B43-A67F-C745FBB8520A}" type="pres">
      <dgm:prSet presAssocID="{0E039E24-4427-4073-8980-991CB952E737}" presName="accentRepeatNode" presStyleLbl="solidFgAcc1" presStyleIdx="2" presStyleCnt="5"/>
      <dgm:spPr/>
    </dgm:pt>
    <dgm:pt modelId="{CAF9BE5B-8B4C-46E0-8568-43A9E9B3B81F}" type="pres">
      <dgm:prSet presAssocID="{61892DA4-7519-44D6-A458-12EB2FAE3BD7}" presName="text_4" presStyleLbl="node1" presStyleIdx="3" presStyleCnt="5">
        <dgm:presLayoutVars>
          <dgm:bulletEnabled val="1"/>
        </dgm:presLayoutVars>
      </dgm:prSet>
      <dgm:spPr/>
      <dgm:t>
        <a:bodyPr/>
        <a:lstStyle/>
        <a:p>
          <a:endParaRPr lang="en-US"/>
        </a:p>
      </dgm:t>
    </dgm:pt>
    <dgm:pt modelId="{28C6118E-2A15-40C0-A2E1-3D05DE86859E}" type="pres">
      <dgm:prSet presAssocID="{61892DA4-7519-44D6-A458-12EB2FAE3BD7}" presName="accent_4" presStyleCnt="0"/>
      <dgm:spPr/>
    </dgm:pt>
    <dgm:pt modelId="{02E56378-B89E-43BA-8EE4-A5E109E6C172}" type="pres">
      <dgm:prSet presAssocID="{61892DA4-7519-44D6-A458-12EB2FAE3BD7}" presName="accentRepeatNode" presStyleLbl="solidFgAcc1" presStyleIdx="3" presStyleCnt="5"/>
      <dgm:spPr/>
    </dgm:pt>
    <dgm:pt modelId="{186296B3-49A0-4CB1-8795-6196F302B598}" type="pres">
      <dgm:prSet presAssocID="{2ADC16B0-8861-43E4-91D5-45F8CAC29E5F}" presName="text_5" presStyleLbl="node1" presStyleIdx="4" presStyleCnt="5">
        <dgm:presLayoutVars>
          <dgm:bulletEnabled val="1"/>
        </dgm:presLayoutVars>
      </dgm:prSet>
      <dgm:spPr/>
      <dgm:t>
        <a:bodyPr/>
        <a:lstStyle/>
        <a:p>
          <a:endParaRPr lang="en-US"/>
        </a:p>
      </dgm:t>
    </dgm:pt>
    <dgm:pt modelId="{807397D2-7D66-4478-87EC-8757EABC3F1B}" type="pres">
      <dgm:prSet presAssocID="{2ADC16B0-8861-43E4-91D5-45F8CAC29E5F}" presName="accent_5" presStyleCnt="0"/>
      <dgm:spPr/>
    </dgm:pt>
    <dgm:pt modelId="{58D9E098-F615-4399-A85A-5E613DFD88BE}" type="pres">
      <dgm:prSet presAssocID="{2ADC16B0-8861-43E4-91D5-45F8CAC29E5F}" presName="accentRepeatNode" presStyleLbl="solidFgAcc1" presStyleIdx="4" presStyleCnt="5"/>
      <dgm:spPr/>
    </dgm:pt>
  </dgm:ptLst>
  <dgm:cxnLst>
    <dgm:cxn modelId="{E396E657-E866-4187-87E2-42C8A70E0BD1}" srcId="{8189C0CF-CC8F-485E-B780-23DE5B41245D}" destId="{4CF5BB51-CC84-4F11-AAB8-9384F0DCAB06}" srcOrd="0" destOrd="0" parTransId="{C5CC9C1D-ADC8-4D03-B28F-496162908343}" sibTransId="{0E4E75D6-6716-4528-A270-A8C49D994E8E}"/>
    <dgm:cxn modelId="{C73B7DE8-E370-4F24-B063-95728ABE8561}" type="presOf" srcId="{0E039E24-4427-4073-8980-991CB952E737}" destId="{BA00DA23-48EA-4A1A-8599-3D7F67D09299}" srcOrd="0" destOrd="0" presId="urn:microsoft.com/office/officeart/2008/layout/VerticalCurvedList"/>
    <dgm:cxn modelId="{9261D484-76D6-4602-9348-641A1965E615}" srcId="{8189C0CF-CC8F-485E-B780-23DE5B41245D}" destId="{5A03E264-B939-42D9-AC46-AA68E9F637ED}" srcOrd="1" destOrd="0" parTransId="{4013207E-B9E4-4EDF-BDC1-EA7FF46CD051}" sibTransId="{19B90B3D-AB75-4058-A4AA-8DE5D1185F67}"/>
    <dgm:cxn modelId="{F566AE64-6519-4FF0-BA61-37F8F5F97092}" type="presOf" srcId="{5A03E264-B939-42D9-AC46-AA68E9F637ED}" destId="{FB497913-E1D4-4CBA-9F57-F8A6643D3DC0}" srcOrd="0" destOrd="0" presId="urn:microsoft.com/office/officeart/2008/layout/VerticalCurvedList"/>
    <dgm:cxn modelId="{439E507E-1AB7-4012-879C-58FF8AA953EA}" type="presOf" srcId="{4CF5BB51-CC84-4F11-AAB8-9384F0DCAB06}" destId="{3967D7F6-FA8C-456F-9EA8-282E3C74BAC6}" srcOrd="0" destOrd="0" presId="urn:microsoft.com/office/officeart/2008/layout/VerticalCurvedList"/>
    <dgm:cxn modelId="{226E13BF-1E4E-4C3D-BFE0-006B5CF20B1A}" type="presOf" srcId="{58AE889D-A0BC-467B-BAD2-B377300BA240}" destId="{BA00DA23-48EA-4A1A-8599-3D7F67D09299}" srcOrd="0" destOrd="1" presId="urn:microsoft.com/office/officeart/2008/layout/VerticalCurvedList"/>
    <dgm:cxn modelId="{DC5B7B73-8AB7-446D-B6E7-8070CD5EA883}" type="presOf" srcId="{2ADC16B0-8861-43E4-91D5-45F8CAC29E5F}" destId="{186296B3-49A0-4CB1-8795-6196F302B598}" srcOrd="0" destOrd="0" presId="urn:microsoft.com/office/officeart/2008/layout/VerticalCurvedList"/>
    <dgm:cxn modelId="{393DAABF-05BC-4033-BEA4-FF7ACB3D1982}" srcId="{8189C0CF-CC8F-485E-B780-23DE5B41245D}" destId="{0E039E24-4427-4073-8980-991CB952E737}" srcOrd="2" destOrd="0" parTransId="{9BBD43AF-9048-401A-A84A-A58E516FA2AC}" sibTransId="{91DEF93E-94B3-4247-B5A7-76AFAC02B39F}"/>
    <dgm:cxn modelId="{F19DF561-317A-40AF-B576-59F42048BF3F}" srcId="{0E039E24-4427-4073-8980-991CB952E737}" destId="{1752E8EA-2558-4A08-A8CC-6A4B531CF3F5}" srcOrd="1" destOrd="0" parTransId="{01870BE2-E8EA-4E79-9B12-8B41FD432CC6}" sibTransId="{D58393C3-7293-4517-8164-6700C066EB36}"/>
    <dgm:cxn modelId="{FBC27A55-A280-4679-B194-D3F93776EB13}" srcId="{8189C0CF-CC8F-485E-B780-23DE5B41245D}" destId="{2ADC16B0-8861-43E4-91D5-45F8CAC29E5F}" srcOrd="4" destOrd="0" parTransId="{D47E0281-519D-4D86-88B8-270564EBDB8D}" sibTransId="{84CC7A66-FADA-4F60-8187-CFD314B166D4}"/>
    <dgm:cxn modelId="{25B033C6-9ED2-4915-BB51-39F18FC49B93}" type="presOf" srcId="{8189C0CF-CC8F-485E-B780-23DE5B41245D}" destId="{DA577477-EF1F-4B39-B52B-8AEBB76BBE8E}" srcOrd="0" destOrd="0" presId="urn:microsoft.com/office/officeart/2008/layout/VerticalCurvedList"/>
    <dgm:cxn modelId="{044DB21A-2A5C-42FA-A377-9DA9B0CD5964}" type="presOf" srcId="{61892DA4-7519-44D6-A458-12EB2FAE3BD7}" destId="{CAF9BE5B-8B4C-46E0-8568-43A9E9B3B81F}" srcOrd="0" destOrd="0" presId="urn:microsoft.com/office/officeart/2008/layout/VerticalCurvedList"/>
    <dgm:cxn modelId="{211680D0-5589-41BA-BE7E-3FCC416D6715}" type="presOf" srcId="{0E4E75D6-6716-4528-A270-A8C49D994E8E}" destId="{F33CBF64-ED7B-4DD5-A08C-6BB7C51FF61D}" srcOrd="0" destOrd="0" presId="urn:microsoft.com/office/officeart/2008/layout/VerticalCurvedList"/>
    <dgm:cxn modelId="{F58E1E9B-F368-4D52-8A6F-0FBBFA39740A}" type="presOf" srcId="{1752E8EA-2558-4A08-A8CC-6A4B531CF3F5}" destId="{BA00DA23-48EA-4A1A-8599-3D7F67D09299}" srcOrd="0" destOrd="2" presId="urn:microsoft.com/office/officeart/2008/layout/VerticalCurvedList"/>
    <dgm:cxn modelId="{0085F526-9220-47C6-9828-71007E27BACE}" srcId="{0E039E24-4427-4073-8980-991CB952E737}" destId="{58AE889D-A0BC-467B-BAD2-B377300BA240}" srcOrd="0" destOrd="0" parTransId="{19D9BE19-DA61-48D5-9C3D-92EF92118762}" sibTransId="{3EAABC83-6615-47B3-9996-3EDAD6E8E3F7}"/>
    <dgm:cxn modelId="{ED1E3AA9-8BDC-4951-8656-148AB2B2CD81}" srcId="{8189C0CF-CC8F-485E-B780-23DE5B41245D}" destId="{61892DA4-7519-44D6-A458-12EB2FAE3BD7}" srcOrd="3" destOrd="0" parTransId="{41486F52-D46E-4E3B-B01A-B5E1BE713479}" sibTransId="{4668057C-BD8A-4232-856C-037791BF5168}"/>
    <dgm:cxn modelId="{CBF42D42-6065-4D13-9BEB-B99B33C3E04F}" type="presParOf" srcId="{DA577477-EF1F-4B39-B52B-8AEBB76BBE8E}" destId="{15F706C1-586D-43ED-AA20-10DFAD4E68B2}" srcOrd="0" destOrd="0" presId="urn:microsoft.com/office/officeart/2008/layout/VerticalCurvedList"/>
    <dgm:cxn modelId="{247F9EDB-639A-4345-92D6-E9242C79314E}" type="presParOf" srcId="{15F706C1-586D-43ED-AA20-10DFAD4E68B2}" destId="{D4603CBA-6E64-407E-941A-F087DC969D90}" srcOrd="0" destOrd="0" presId="urn:microsoft.com/office/officeart/2008/layout/VerticalCurvedList"/>
    <dgm:cxn modelId="{C955DA75-FA1B-40EA-A084-EC7F5D2C0288}" type="presParOf" srcId="{D4603CBA-6E64-407E-941A-F087DC969D90}" destId="{89799F61-66DA-49C8-B985-117B68B73536}" srcOrd="0" destOrd="0" presId="urn:microsoft.com/office/officeart/2008/layout/VerticalCurvedList"/>
    <dgm:cxn modelId="{1160CE34-9DF8-4212-A07E-E7F6505A75E1}" type="presParOf" srcId="{D4603CBA-6E64-407E-941A-F087DC969D90}" destId="{F33CBF64-ED7B-4DD5-A08C-6BB7C51FF61D}" srcOrd="1" destOrd="0" presId="urn:microsoft.com/office/officeart/2008/layout/VerticalCurvedList"/>
    <dgm:cxn modelId="{78C5A35F-2BDE-472A-9E72-95212E5543DF}" type="presParOf" srcId="{D4603CBA-6E64-407E-941A-F087DC969D90}" destId="{27BBDB71-2A1B-4487-A4EB-FE5D2D68E29B}" srcOrd="2" destOrd="0" presId="urn:microsoft.com/office/officeart/2008/layout/VerticalCurvedList"/>
    <dgm:cxn modelId="{5CA1EF9F-DFE8-42E8-AA55-64912A4B8CBD}" type="presParOf" srcId="{D4603CBA-6E64-407E-941A-F087DC969D90}" destId="{9613BF5D-DBEE-482E-9189-FAE2DA67BE11}" srcOrd="3" destOrd="0" presId="urn:microsoft.com/office/officeart/2008/layout/VerticalCurvedList"/>
    <dgm:cxn modelId="{F7597E8F-2A35-4C72-A15F-FB7A9C57E06C}" type="presParOf" srcId="{15F706C1-586D-43ED-AA20-10DFAD4E68B2}" destId="{3967D7F6-FA8C-456F-9EA8-282E3C74BAC6}" srcOrd="1" destOrd="0" presId="urn:microsoft.com/office/officeart/2008/layout/VerticalCurvedList"/>
    <dgm:cxn modelId="{4741E6E9-B668-41DE-B9B6-31EFC8E0A655}" type="presParOf" srcId="{15F706C1-586D-43ED-AA20-10DFAD4E68B2}" destId="{C9BF2DEA-982B-4983-BC8D-8CA78A78B27D}" srcOrd="2" destOrd="0" presId="urn:microsoft.com/office/officeart/2008/layout/VerticalCurvedList"/>
    <dgm:cxn modelId="{BDD621D8-642E-455C-AAAE-FB26DB39BFA3}" type="presParOf" srcId="{C9BF2DEA-982B-4983-BC8D-8CA78A78B27D}" destId="{56BDF28F-FF12-4F05-816F-7E74CD2D2893}" srcOrd="0" destOrd="0" presId="urn:microsoft.com/office/officeart/2008/layout/VerticalCurvedList"/>
    <dgm:cxn modelId="{4D2617CB-4902-4E1D-8EE4-61FC8A0BDAE9}" type="presParOf" srcId="{15F706C1-586D-43ED-AA20-10DFAD4E68B2}" destId="{FB497913-E1D4-4CBA-9F57-F8A6643D3DC0}" srcOrd="3" destOrd="0" presId="urn:microsoft.com/office/officeart/2008/layout/VerticalCurvedList"/>
    <dgm:cxn modelId="{4F288C6C-B30F-4A2A-990A-3ED04BA707FB}" type="presParOf" srcId="{15F706C1-586D-43ED-AA20-10DFAD4E68B2}" destId="{1BD7A5DE-AE2E-475E-971F-C88E6E278512}" srcOrd="4" destOrd="0" presId="urn:microsoft.com/office/officeart/2008/layout/VerticalCurvedList"/>
    <dgm:cxn modelId="{C02EBA31-6931-45CE-BFFE-28346AF6C8E3}" type="presParOf" srcId="{1BD7A5DE-AE2E-475E-971F-C88E6E278512}" destId="{8AAA19C9-9931-4C81-B74F-6CCEF58FAF2D}" srcOrd="0" destOrd="0" presId="urn:microsoft.com/office/officeart/2008/layout/VerticalCurvedList"/>
    <dgm:cxn modelId="{0C2CE390-F9BD-4CBC-AF82-64CD9C1B55DA}" type="presParOf" srcId="{15F706C1-586D-43ED-AA20-10DFAD4E68B2}" destId="{BA00DA23-48EA-4A1A-8599-3D7F67D09299}" srcOrd="5" destOrd="0" presId="urn:microsoft.com/office/officeart/2008/layout/VerticalCurvedList"/>
    <dgm:cxn modelId="{481A7DAF-EB2B-43A2-996B-DD35EF9834F6}" type="presParOf" srcId="{15F706C1-586D-43ED-AA20-10DFAD4E68B2}" destId="{0CEC20FD-37F8-4E5E-88F5-B12900197CD3}" srcOrd="6" destOrd="0" presId="urn:microsoft.com/office/officeart/2008/layout/VerticalCurvedList"/>
    <dgm:cxn modelId="{B5B84015-3FF7-4B64-B759-BB604B27D1C2}" type="presParOf" srcId="{0CEC20FD-37F8-4E5E-88F5-B12900197CD3}" destId="{B67DF4A3-CD8A-4B43-A67F-C745FBB8520A}" srcOrd="0" destOrd="0" presId="urn:microsoft.com/office/officeart/2008/layout/VerticalCurvedList"/>
    <dgm:cxn modelId="{9EF83AF3-E2AD-4AA6-8B09-6C5263EAEEF4}" type="presParOf" srcId="{15F706C1-586D-43ED-AA20-10DFAD4E68B2}" destId="{CAF9BE5B-8B4C-46E0-8568-43A9E9B3B81F}" srcOrd="7" destOrd="0" presId="urn:microsoft.com/office/officeart/2008/layout/VerticalCurvedList"/>
    <dgm:cxn modelId="{86106ECB-4F73-40CF-816F-435F513C05BA}" type="presParOf" srcId="{15F706C1-586D-43ED-AA20-10DFAD4E68B2}" destId="{28C6118E-2A15-40C0-A2E1-3D05DE86859E}" srcOrd="8" destOrd="0" presId="urn:microsoft.com/office/officeart/2008/layout/VerticalCurvedList"/>
    <dgm:cxn modelId="{EC4B7470-454B-4213-A3CD-9F5E669840CF}" type="presParOf" srcId="{28C6118E-2A15-40C0-A2E1-3D05DE86859E}" destId="{02E56378-B89E-43BA-8EE4-A5E109E6C172}" srcOrd="0" destOrd="0" presId="urn:microsoft.com/office/officeart/2008/layout/VerticalCurvedList"/>
    <dgm:cxn modelId="{7983E5FC-A4A1-480A-B99D-C7DBC830A19D}" type="presParOf" srcId="{15F706C1-586D-43ED-AA20-10DFAD4E68B2}" destId="{186296B3-49A0-4CB1-8795-6196F302B598}" srcOrd="9" destOrd="0" presId="urn:microsoft.com/office/officeart/2008/layout/VerticalCurvedList"/>
    <dgm:cxn modelId="{558D596B-4512-4AA8-9F86-4B25252E4FAE}" type="presParOf" srcId="{15F706C1-586D-43ED-AA20-10DFAD4E68B2}" destId="{807397D2-7D66-4478-87EC-8757EABC3F1B}" srcOrd="10" destOrd="0" presId="urn:microsoft.com/office/officeart/2008/layout/VerticalCurvedList"/>
    <dgm:cxn modelId="{616E8739-A45C-4C36-B063-49C1FFF4C173}" type="presParOf" srcId="{807397D2-7D66-4478-87EC-8757EABC3F1B}" destId="{58D9E098-F615-4399-A85A-5E613DFD88BE}" srcOrd="0" destOrd="0" presId="urn:microsoft.com/office/officeart/2008/layout/VerticalCurved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8189C0CF-CC8F-485E-B780-23DE5B41245D}" type="doc">
      <dgm:prSet loTypeId="urn:microsoft.com/office/officeart/2008/layout/VerticalCurvedList" loCatId="list" qsTypeId="urn:microsoft.com/office/officeart/2005/8/quickstyle/simple1" qsCatId="simple" csTypeId="urn:microsoft.com/office/officeart/2005/8/colors/accent1_2" csCatId="accent1" phldr="1"/>
      <dgm:spPr/>
      <dgm:t>
        <a:bodyPr/>
        <a:lstStyle/>
        <a:p>
          <a:endParaRPr lang="en-US"/>
        </a:p>
      </dgm:t>
    </dgm:pt>
    <dgm:pt modelId="{4CF5BB51-CC84-4F11-AAB8-9384F0DCAB06}">
      <dgm:prSet custT="1">
        <dgm:style>
          <a:lnRef idx="2">
            <a:schemeClr val="accent1">
              <a:shade val="50000"/>
            </a:schemeClr>
          </a:lnRef>
          <a:fillRef idx="1">
            <a:schemeClr val="accent1"/>
          </a:fillRef>
          <a:effectRef idx="0">
            <a:schemeClr val="accent1"/>
          </a:effectRef>
          <a:fontRef idx="minor">
            <a:schemeClr val="lt1"/>
          </a:fontRef>
        </dgm:style>
      </dgm:prSet>
      <dgm:spPr/>
      <dgm:t>
        <a:bodyPr/>
        <a:lstStyle/>
        <a:p>
          <a:pPr rtl="0"/>
          <a:r>
            <a:rPr lang="en-US" sz="3200" dirty="0" smtClean="0"/>
            <a:t>Jira overview</a:t>
          </a:r>
          <a:endParaRPr lang="en-US" sz="3200" dirty="0"/>
        </a:p>
      </dgm:t>
    </dgm:pt>
    <dgm:pt modelId="{C5CC9C1D-ADC8-4D03-B28F-496162908343}" type="parTrans" cxnId="{E396E657-E866-4187-87E2-42C8A70E0BD1}">
      <dgm:prSet/>
      <dgm:spPr/>
      <dgm:t>
        <a:bodyPr/>
        <a:lstStyle/>
        <a:p>
          <a:endParaRPr lang="en-US" sz="3200"/>
        </a:p>
      </dgm:t>
    </dgm:pt>
    <dgm:pt modelId="{0E4E75D6-6716-4528-A270-A8C49D994E8E}" type="sibTrans" cxnId="{E396E657-E866-4187-87E2-42C8A70E0BD1}">
      <dgm:prSet/>
      <dgm:spPr/>
      <dgm:t>
        <a:bodyPr/>
        <a:lstStyle/>
        <a:p>
          <a:endParaRPr lang="en-US" sz="3200"/>
        </a:p>
      </dgm:t>
    </dgm:pt>
    <dgm:pt modelId="{0E039E24-4427-4073-8980-991CB952E737}">
      <dgm:prSet custT="1"/>
      <dgm:spPr/>
      <dgm:t>
        <a:bodyPr/>
        <a:lstStyle/>
        <a:p>
          <a:pPr rtl="0"/>
          <a:r>
            <a:rPr lang="en-US" sz="1600" b="1" dirty="0" smtClean="0"/>
            <a:t>Work Process in Jira</a:t>
          </a:r>
          <a:endParaRPr lang="en-US" sz="1600" b="1" dirty="0"/>
        </a:p>
      </dgm:t>
    </dgm:pt>
    <dgm:pt modelId="{9BBD43AF-9048-401A-A84A-A58E516FA2AC}" type="parTrans" cxnId="{393DAABF-05BC-4033-BEA4-FF7ACB3D1982}">
      <dgm:prSet/>
      <dgm:spPr/>
      <dgm:t>
        <a:bodyPr/>
        <a:lstStyle/>
        <a:p>
          <a:endParaRPr lang="en-US" sz="3200"/>
        </a:p>
      </dgm:t>
    </dgm:pt>
    <dgm:pt modelId="{91DEF93E-94B3-4247-B5A7-76AFAC02B39F}" type="sibTrans" cxnId="{393DAABF-05BC-4033-BEA4-FF7ACB3D1982}">
      <dgm:prSet/>
      <dgm:spPr/>
      <dgm:t>
        <a:bodyPr/>
        <a:lstStyle/>
        <a:p>
          <a:endParaRPr lang="en-US" sz="3200"/>
        </a:p>
      </dgm:t>
    </dgm:pt>
    <dgm:pt modelId="{61892DA4-7519-44D6-A458-12EB2FAE3BD7}">
      <dgm:prSet custT="1"/>
      <dgm:spPr/>
      <dgm:t>
        <a:bodyPr/>
        <a:lstStyle/>
        <a:p>
          <a:pPr rtl="0"/>
          <a:r>
            <a:rPr lang="en-US" sz="3200" dirty="0" smtClean="0"/>
            <a:t>Dash Board</a:t>
          </a:r>
          <a:endParaRPr lang="en-US" sz="3200" dirty="0"/>
        </a:p>
      </dgm:t>
    </dgm:pt>
    <dgm:pt modelId="{41486F52-D46E-4E3B-B01A-B5E1BE713479}" type="parTrans" cxnId="{ED1E3AA9-8BDC-4951-8656-148AB2B2CD81}">
      <dgm:prSet/>
      <dgm:spPr/>
      <dgm:t>
        <a:bodyPr/>
        <a:lstStyle/>
        <a:p>
          <a:endParaRPr lang="en-US" sz="3200"/>
        </a:p>
      </dgm:t>
    </dgm:pt>
    <dgm:pt modelId="{4668057C-BD8A-4232-856C-037791BF5168}" type="sibTrans" cxnId="{ED1E3AA9-8BDC-4951-8656-148AB2B2CD81}">
      <dgm:prSet/>
      <dgm:spPr/>
      <dgm:t>
        <a:bodyPr/>
        <a:lstStyle/>
        <a:p>
          <a:endParaRPr lang="en-US" sz="3200"/>
        </a:p>
      </dgm:t>
    </dgm:pt>
    <dgm:pt modelId="{58AE889D-A0BC-467B-BAD2-B377300BA240}">
      <dgm:prSet custT="1"/>
      <dgm:spPr/>
      <dgm:t>
        <a:bodyPr/>
        <a:lstStyle/>
        <a:p>
          <a:pPr rtl="0"/>
          <a:r>
            <a:rPr lang="en-US" sz="1600" dirty="0" smtClean="0"/>
            <a:t>Task Management Process</a:t>
          </a:r>
          <a:endParaRPr lang="en-US" sz="1600" dirty="0"/>
        </a:p>
      </dgm:t>
    </dgm:pt>
    <dgm:pt modelId="{19D9BE19-DA61-48D5-9C3D-92EF92118762}" type="parTrans" cxnId="{0085F526-9220-47C6-9828-71007E27BACE}">
      <dgm:prSet/>
      <dgm:spPr/>
      <dgm:t>
        <a:bodyPr/>
        <a:lstStyle/>
        <a:p>
          <a:endParaRPr lang="en-US"/>
        </a:p>
      </dgm:t>
    </dgm:pt>
    <dgm:pt modelId="{3EAABC83-6615-47B3-9996-3EDAD6E8E3F7}" type="sibTrans" cxnId="{0085F526-9220-47C6-9828-71007E27BACE}">
      <dgm:prSet/>
      <dgm:spPr/>
      <dgm:t>
        <a:bodyPr/>
        <a:lstStyle/>
        <a:p>
          <a:endParaRPr lang="en-US"/>
        </a:p>
      </dgm:t>
    </dgm:pt>
    <dgm:pt modelId="{1752E8EA-2558-4A08-A8CC-6A4B531CF3F5}">
      <dgm:prSet custT="1"/>
      <dgm:spPr/>
      <dgm:t>
        <a:bodyPr/>
        <a:lstStyle/>
        <a:p>
          <a:pPr rtl="0"/>
          <a:r>
            <a:rPr lang="en-US" sz="1600" dirty="0" smtClean="0"/>
            <a:t>Bug Management Process a</a:t>
          </a:r>
          <a:endParaRPr lang="en-US" sz="1600" dirty="0"/>
        </a:p>
      </dgm:t>
    </dgm:pt>
    <dgm:pt modelId="{01870BE2-E8EA-4E79-9B12-8B41FD432CC6}" type="parTrans" cxnId="{F19DF561-317A-40AF-B576-59F42048BF3F}">
      <dgm:prSet/>
      <dgm:spPr/>
      <dgm:t>
        <a:bodyPr/>
        <a:lstStyle/>
        <a:p>
          <a:endParaRPr lang="en-US"/>
        </a:p>
      </dgm:t>
    </dgm:pt>
    <dgm:pt modelId="{D58393C3-7293-4517-8164-6700C066EB36}" type="sibTrans" cxnId="{F19DF561-317A-40AF-B576-59F42048BF3F}">
      <dgm:prSet/>
      <dgm:spPr/>
      <dgm:t>
        <a:bodyPr/>
        <a:lstStyle/>
        <a:p>
          <a:endParaRPr lang="en-US"/>
        </a:p>
      </dgm:t>
    </dgm:pt>
    <dgm:pt modelId="{5A03E264-B939-42D9-AC46-AA68E9F637ED}">
      <dgm:prSet custT="1">
        <dgm:style>
          <a:lnRef idx="2">
            <a:schemeClr val="dk1">
              <a:shade val="50000"/>
            </a:schemeClr>
          </a:lnRef>
          <a:fillRef idx="1">
            <a:schemeClr val="dk1"/>
          </a:fillRef>
          <a:effectRef idx="0">
            <a:schemeClr val="dk1"/>
          </a:effectRef>
          <a:fontRef idx="minor">
            <a:schemeClr val="lt1"/>
          </a:fontRef>
        </dgm:style>
      </dgm:prSet>
      <dgm:spPr/>
      <dgm:t>
        <a:bodyPr/>
        <a:lstStyle/>
        <a:p>
          <a:pPr rtl="0"/>
          <a:r>
            <a:rPr lang="en-US" sz="3200" dirty="0" smtClean="0"/>
            <a:t>Jira Concept</a:t>
          </a:r>
          <a:endParaRPr lang="en-US" sz="3200" dirty="0"/>
        </a:p>
      </dgm:t>
    </dgm:pt>
    <dgm:pt modelId="{4013207E-B9E4-4EDF-BDC1-EA7FF46CD051}" type="parTrans" cxnId="{9261D484-76D6-4602-9348-641A1965E615}">
      <dgm:prSet/>
      <dgm:spPr/>
      <dgm:t>
        <a:bodyPr/>
        <a:lstStyle/>
        <a:p>
          <a:endParaRPr lang="en-US"/>
        </a:p>
      </dgm:t>
    </dgm:pt>
    <dgm:pt modelId="{19B90B3D-AB75-4058-A4AA-8DE5D1185F67}" type="sibTrans" cxnId="{9261D484-76D6-4602-9348-641A1965E615}">
      <dgm:prSet/>
      <dgm:spPr/>
      <dgm:t>
        <a:bodyPr/>
        <a:lstStyle/>
        <a:p>
          <a:endParaRPr lang="en-US"/>
        </a:p>
      </dgm:t>
    </dgm:pt>
    <dgm:pt modelId="{2ADC16B0-8861-43E4-91D5-45F8CAC29E5F}">
      <dgm:prSet custT="1"/>
      <dgm:spPr/>
      <dgm:t>
        <a:bodyPr/>
        <a:lstStyle/>
        <a:p>
          <a:pPr rtl="0"/>
          <a:r>
            <a:rPr lang="en-US" sz="3200" dirty="0" smtClean="0"/>
            <a:t>Demo</a:t>
          </a:r>
          <a:endParaRPr lang="en-US" sz="3200" dirty="0"/>
        </a:p>
      </dgm:t>
    </dgm:pt>
    <dgm:pt modelId="{D47E0281-519D-4D86-88B8-270564EBDB8D}" type="parTrans" cxnId="{FBC27A55-A280-4679-B194-D3F93776EB13}">
      <dgm:prSet/>
      <dgm:spPr/>
      <dgm:t>
        <a:bodyPr/>
        <a:lstStyle/>
        <a:p>
          <a:endParaRPr lang="en-US"/>
        </a:p>
      </dgm:t>
    </dgm:pt>
    <dgm:pt modelId="{84CC7A66-FADA-4F60-8187-CFD314B166D4}" type="sibTrans" cxnId="{FBC27A55-A280-4679-B194-D3F93776EB13}">
      <dgm:prSet/>
      <dgm:spPr/>
      <dgm:t>
        <a:bodyPr/>
        <a:lstStyle/>
        <a:p>
          <a:endParaRPr lang="en-US"/>
        </a:p>
      </dgm:t>
    </dgm:pt>
    <dgm:pt modelId="{DA577477-EF1F-4B39-B52B-8AEBB76BBE8E}" type="pres">
      <dgm:prSet presAssocID="{8189C0CF-CC8F-485E-B780-23DE5B41245D}" presName="Name0" presStyleCnt="0">
        <dgm:presLayoutVars>
          <dgm:chMax val="7"/>
          <dgm:chPref val="7"/>
          <dgm:dir/>
        </dgm:presLayoutVars>
      </dgm:prSet>
      <dgm:spPr/>
      <dgm:t>
        <a:bodyPr/>
        <a:lstStyle/>
        <a:p>
          <a:endParaRPr lang="en-US"/>
        </a:p>
      </dgm:t>
    </dgm:pt>
    <dgm:pt modelId="{15F706C1-586D-43ED-AA20-10DFAD4E68B2}" type="pres">
      <dgm:prSet presAssocID="{8189C0CF-CC8F-485E-B780-23DE5B41245D}" presName="Name1" presStyleCnt="0"/>
      <dgm:spPr/>
    </dgm:pt>
    <dgm:pt modelId="{D4603CBA-6E64-407E-941A-F087DC969D90}" type="pres">
      <dgm:prSet presAssocID="{8189C0CF-CC8F-485E-B780-23DE5B41245D}" presName="cycle" presStyleCnt="0"/>
      <dgm:spPr/>
    </dgm:pt>
    <dgm:pt modelId="{89799F61-66DA-49C8-B985-117B68B73536}" type="pres">
      <dgm:prSet presAssocID="{8189C0CF-CC8F-485E-B780-23DE5B41245D}" presName="srcNode" presStyleLbl="node1" presStyleIdx="0" presStyleCnt="5"/>
      <dgm:spPr/>
    </dgm:pt>
    <dgm:pt modelId="{F33CBF64-ED7B-4DD5-A08C-6BB7C51FF61D}" type="pres">
      <dgm:prSet presAssocID="{8189C0CF-CC8F-485E-B780-23DE5B41245D}" presName="conn" presStyleLbl="parChTrans1D2" presStyleIdx="0" presStyleCnt="1"/>
      <dgm:spPr/>
      <dgm:t>
        <a:bodyPr/>
        <a:lstStyle/>
        <a:p>
          <a:endParaRPr lang="en-US"/>
        </a:p>
      </dgm:t>
    </dgm:pt>
    <dgm:pt modelId="{27BBDB71-2A1B-4487-A4EB-FE5D2D68E29B}" type="pres">
      <dgm:prSet presAssocID="{8189C0CF-CC8F-485E-B780-23DE5B41245D}" presName="extraNode" presStyleLbl="node1" presStyleIdx="0" presStyleCnt="5"/>
      <dgm:spPr/>
    </dgm:pt>
    <dgm:pt modelId="{9613BF5D-DBEE-482E-9189-FAE2DA67BE11}" type="pres">
      <dgm:prSet presAssocID="{8189C0CF-CC8F-485E-B780-23DE5B41245D}" presName="dstNode" presStyleLbl="node1" presStyleIdx="0" presStyleCnt="5"/>
      <dgm:spPr/>
    </dgm:pt>
    <dgm:pt modelId="{3967D7F6-FA8C-456F-9EA8-282E3C74BAC6}" type="pres">
      <dgm:prSet presAssocID="{4CF5BB51-CC84-4F11-AAB8-9384F0DCAB06}" presName="text_1" presStyleLbl="node1" presStyleIdx="0" presStyleCnt="5">
        <dgm:presLayoutVars>
          <dgm:bulletEnabled val="1"/>
        </dgm:presLayoutVars>
      </dgm:prSet>
      <dgm:spPr/>
      <dgm:t>
        <a:bodyPr/>
        <a:lstStyle/>
        <a:p>
          <a:endParaRPr lang="en-US"/>
        </a:p>
      </dgm:t>
    </dgm:pt>
    <dgm:pt modelId="{C9BF2DEA-982B-4983-BC8D-8CA78A78B27D}" type="pres">
      <dgm:prSet presAssocID="{4CF5BB51-CC84-4F11-AAB8-9384F0DCAB06}" presName="accent_1" presStyleCnt="0"/>
      <dgm:spPr/>
    </dgm:pt>
    <dgm:pt modelId="{56BDF28F-FF12-4F05-816F-7E74CD2D2893}" type="pres">
      <dgm:prSet presAssocID="{4CF5BB51-CC84-4F11-AAB8-9384F0DCAB06}" presName="accentRepeatNode" presStyleLbl="solidFgAcc1" presStyleIdx="0" presStyleCnt="5"/>
      <dgm:spPr/>
    </dgm:pt>
    <dgm:pt modelId="{FB497913-E1D4-4CBA-9F57-F8A6643D3DC0}" type="pres">
      <dgm:prSet presAssocID="{5A03E264-B939-42D9-AC46-AA68E9F637ED}" presName="text_2" presStyleLbl="node1" presStyleIdx="1" presStyleCnt="5">
        <dgm:presLayoutVars>
          <dgm:bulletEnabled val="1"/>
        </dgm:presLayoutVars>
      </dgm:prSet>
      <dgm:spPr/>
      <dgm:t>
        <a:bodyPr/>
        <a:lstStyle/>
        <a:p>
          <a:endParaRPr lang="en-US"/>
        </a:p>
      </dgm:t>
    </dgm:pt>
    <dgm:pt modelId="{1BD7A5DE-AE2E-475E-971F-C88E6E278512}" type="pres">
      <dgm:prSet presAssocID="{5A03E264-B939-42D9-AC46-AA68E9F637ED}" presName="accent_2" presStyleCnt="0"/>
      <dgm:spPr/>
    </dgm:pt>
    <dgm:pt modelId="{8AAA19C9-9931-4C81-B74F-6CCEF58FAF2D}" type="pres">
      <dgm:prSet presAssocID="{5A03E264-B939-42D9-AC46-AA68E9F637ED}" presName="accentRepeatNode" presStyleLbl="solidFgAcc1" presStyleIdx="1" presStyleCnt="5"/>
      <dgm:spPr/>
    </dgm:pt>
    <dgm:pt modelId="{BA00DA23-48EA-4A1A-8599-3D7F67D09299}" type="pres">
      <dgm:prSet presAssocID="{0E039E24-4427-4073-8980-991CB952E737}" presName="text_3" presStyleLbl="node1" presStyleIdx="2" presStyleCnt="5" custScaleY="165984">
        <dgm:presLayoutVars>
          <dgm:bulletEnabled val="1"/>
        </dgm:presLayoutVars>
      </dgm:prSet>
      <dgm:spPr/>
      <dgm:t>
        <a:bodyPr/>
        <a:lstStyle/>
        <a:p>
          <a:endParaRPr lang="en-US"/>
        </a:p>
      </dgm:t>
    </dgm:pt>
    <dgm:pt modelId="{0CEC20FD-37F8-4E5E-88F5-B12900197CD3}" type="pres">
      <dgm:prSet presAssocID="{0E039E24-4427-4073-8980-991CB952E737}" presName="accent_3" presStyleCnt="0"/>
      <dgm:spPr/>
    </dgm:pt>
    <dgm:pt modelId="{B67DF4A3-CD8A-4B43-A67F-C745FBB8520A}" type="pres">
      <dgm:prSet presAssocID="{0E039E24-4427-4073-8980-991CB952E737}" presName="accentRepeatNode" presStyleLbl="solidFgAcc1" presStyleIdx="2" presStyleCnt="5"/>
      <dgm:spPr/>
    </dgm:pt>
    <dgm:pt modelId="{CAF9BE5B-8B4C-46E0-8568-43A9E9B3B81F}" type="pres">
      <dgm:prSet presAssocID="{61892DA4-7519-44D6-A458-12EB2FAE3BD7}" presName="text_4" presStyleLbl="node1" presStyleIdx="3" presStyleCnt="5">
        <dgm:presLayoutVars>
          <dgm:bulletEnabled val="1"/>
        </dgm:presLayoutVars>
      </dgm:prSet>
      <dgm:spPr/>
      <dgm:t>
        <a:bodyPr/>
        <a:lstStyle/>
        <a:p>
          <a:endParaRPr lang="en-US"/>
        </a:p>
      </dgm:t>
    </dgm:pt>
    <dgm:pt modelId="{28C6118E-2A15-40C0-A2E1-3D05DE86859E}" type="pres">
      <dgm:prSet presAssocID="{61892DA4-7519-44D6-A458-12EB2FAE3BD7}" presName="accent_4" presStyleCnt="0"/>
      <dgm:spPr/>
    </dgm:pt>
    <dgm:pt modelId="{02E56378-B89E-43BA-8EE4-A5E109E6C172}" type="pres">
      <dgm:prSet presAssocID="{61892DA4-7519-44D6-A458-12EB2FAE3BD7}" presName="accentRepeatNode" presStyleLbl="solidFgAcc1" presStyleIdx="3" presStyleCnt="5"/>
      <dgm:spPr/>
    </dgm:pt>
    <dgm:pt modelId="{186296B3-49A0-4CB1-8795-6196F302B598}" type="pres">
      <dgm:prSet presAssocID="{2ADC16B0-8861-43E4-91D5-45F8CAC29E5F}" presName="text_5" presStyleLbl="node1" presStyleIdx="4" presStyleCnt="5">
        <dgm:presLayoutVars>
          <dgm:bulletEnabled val="1"/>
        </dgm:presLayoutVars>
      </dgm:prSet>
      <dgm:spPr/>
      <dgm:t>
        <a:bodyPr/>
        <a:lstStyle/>
        <a:p>
          <a:endParaRPr lang="en-US"/>
        </a:p>
      </dgm:t>
    </dgm:pt>
    <dgm:pt modelId="{807397D2-7D66-4478-87EC-8757EABC3F1B}" type="pres">
      <dgm:prSet presAssocID="{2ADC16B0-8861-43E4-91D5-45F8CAC29E5F}" presName="accent_5" presStyleCnt="0"/>
      <dgm:spPr/>
    </dgm:pt>
    <dgm:pt modelId="{58D9E098-F615-4399-A85A-5E613DFD88BE}" type="pres">
      <dgm:prSet presAssocID="{2ADC16B0-8861-43E4-91D5-45F8CAC29E5F}" presName="accentRepeatNode" presStyleLbl="solidFgAcc1" presStyleIdx="4" presStyleCnt="5"/>
      <dgm:spPr/>
    </dgm:pt>
  </dgm:ptLst>
  <dgm:cxnLst>
    <dgm:cxn modelId="{0EE8243C-E380-4990-AB66-3C8F5A41B9B3}" type="presOf" srcId="{8189C0CF-CC8F-485E-B780-23DE5B41245D}" destId="{DA577477-EF1F-4B39-B52B-8AEBB76BBE8E}" srcOrd="0" destOrd="0" presId="urn:microsoft.com/office/officeart/2008/layout/VerticalCurvedList"/>
    <dgm:cxn modelId="{FD7C17EA-A095-4888-A526-32E6DAB27653}" type="presOf" srcId="{58AE889D-A0BC-467B-BAD2-B377300BA240}" destId="{BA00DA23-48EA-4A1A-8599-3D7F67D09299}" srcOrd="0" destOrd="1" presId="urn:microsoft.com/office/officeart/2008/layout/VerticalCurvedList"/>
    <dgm:cxn modelId="{A6791115-BF51-41BC-82DC-8CFFDEE65165}" type="presOf" srcId="{4CF5BB51-CC84-4F11-AAB8-9384F0DCAB06}" destId="{3967D7F6-FA8C-456F-9EA8-282E3C74BAC6}" srcOrd="0" destOrd="0" presId="urn:microsoft.com/office/officeart/2008/layout/VerticalCurvedList"/>
    <dgm:cxn modelId="{EE3741CA-C4A4-4941-BAA3-E7187A13A293}" type="presOf" srcId="{61892DA4-7519-44D6-A458-12EB2FAE3BD7}" destId="{CAF9BE5B-8B4C-46E0-8568-43A9E9B3B81F}" srcOrd="0" destOrd="0" presId="urn:microsoft.com/office/officeart/2008/layout/VerticalCurvedList"/>
    <dgm:cxn modelId="{F19DF561-317A-40AF-B576-59F42048BF3F}" srcId="{0E039E24-4427-4073-8980-991CB952E737}" destId="{1752E8EA-2558-4A08-A8CC-6A4B531CF3F5}" srcOrd="1" destOrd="0" parTransId="{01870BE2-E8EA-4E79-9B12-8B41FD432CC6}" sibTransId="{D58393C3-7293-4517-8164-6700C066EB36}"/>
    <dgm:cxn modelId="{ED1E3AA9-8BDC-4951-8656-148AB2B2CD81}" srcId="{8189C0CF-CC8F-485E-B780-23DE5B41245D}" destId="{61892DA4-7519-44D6-A458-12EB2FAE3BD7}" srcOrd="3" destOrd="0" parTransId="{41486F52-D46E-4E3B-B01A-B5E1BE713479}" sibTransId="{4668057C-BD8A-4232-856C-037791BF5168}"/>
    <dgm:cxn modelId="{C62D497F-442C-4CA9-A169-BFDCB74C4C69}" type="presOf" srcId="{2ADC16B0-8861-43E4-91D5-45F8CAC29E5F}" destId="{186296B3-49A0-4CB1-8795-6196F302B598}" srcOrd="0" destOrd="0" presId="urn:microsoft.com/office/officeart/2008/layout/VerticalCurvedList"/>
    <dgm:cxn modelId="{34FC3B4F-1BD7-4A1B-94EB-68A749EDCAF3}" type="presOf" srcId="{5A03E264-B939-42D9-AC46-AA68E9F637ED}" destId="{FB497913-E1D4-4CBA-9F57-F8A6643D3DC0}" srcOrd="0" destOrd="0" presId="urn:microsoft.com/office/officeart/2008/layout/VerticalCurvedList"/>
    <dgm:cxn modelId="{0085F526-9220-47C6-9828-71007E27BACE}" srcId="{0E039E24-4427-4073-8980-991CB952E737}" destId="{58AE889D-A0BC-467B-BAD2-B377300BA240}" srcOrd="0" destOrd="0" parTransId="{19D9BE19-DA61-48D5-9C3D-92EF92118762}" sibTransId="{3EAABC83-6615-47B3-9996-3EDAD6E8E3F7}"/>
    <dgm:cxn modelId="{BA344924-B4CB-46CF-8E4E-E324F2002401}" type="presOf" srcId="{0E4E75D6-6716-4528-A270-A8C49D994E8E}" destId="{F33CBF64-ED7B-4DD5-A08C-6BB7C51FF61D}" srcOrd="0" destOrd="0" presId="urn:microsoft.com/office/officeart/2008/layout/VerticalCurvedList"/>
    <dgm:cxn modelId="{D148894D-C1A7-4099-987D-6FC155154431}" type="presOf" srcId="{1752E8EA-2558-4A08-A8CC-6A4B531CF3F5}" destId="{BA00DA23-48EA-4A1A-8599-3D7F67D09299}" srcOrd="0" destOrd="2" presId="urn:microsoft.com/office/officeart/2008/layout/VerticalCurvedList"/>
    <dgm:cxn modelId="{E396E657-E866-4187-87E2-42C8A70E0BD1}" srcId="{8189C0CF-CC8F-485E-B780-23DE5B41245D}" destId="{4CF5BB51-CC84-4F11-AAB8-9384F0DCAB06}" srcOrd="0" destOrd="0" parTransId="{C5CC9C1D-ADC8-4D03-B28F-496162908343}" sibTransId="{0E4E75D6-6716-4528-A270-A8C49D994E8E}"/>
    <dgm:cxn modelId="{9261D484-76D6-4602-9348-641A1965E615}" srcId="{8189C0CF-CC8F-485E-B780-23DE5B41245D}" destId="{5A03E264-B939-42D9-AC46-AA68E9F637ED}" srcOrd="1" destOrd="0" parTransId="{4013207E-B9E4-4EDF-BDC1-EA7FF46CD051}" sibTransId="{19B90B3D-AB75-4058-A4AA-8DE5D1185F67}"/>
    <dgm:cxn modelId="{52B57608-547D-43C4-BE7F-C202E5BAD1D3}" type="presOf" srcId="{0E039E24-4427-4073-8980-991CB952E737}" destId="{BA00DA23-48EA-4A1A-8599-3D7F67D09299}" srcOrd="0" destOrd="0" presId="urn:microsoft.com/office/officeart/2008/layout/VerticalCurvedList"/>
    <dgm:cxn modelId="{393DAABF-05BC-4033-BEA4-FF7ACB3D1982}" srcId="{8189C0CF-CC8F-485E-B780-23DE5B41245D}" destId="{0E039E24-4427-4073-8980-991CB952E737}" srcOrd="2" destOrd="0" parTransId="{9BBD43AF-9048-401A-A84A-A58E516FA2AC}" sibTransId="{91DEF93E-94B3-4247-B5A7-76AFAC02B39F}"/>
    <dgm:cxn modelId="{FBC27A55-A280-4679-B194-D3F93776EB13}" srcId="{8189C0CF-CC8F-485E-B780-23DE5B41245D}" destId="{2ADC16B0-8861-43E4-91D5-45F8CAC29E5F}" srcOrd="4" destOrd="0" parTransId="{D47E0281-519D-4D86-88B8-270564EBDB8D}" sibTransId="{84CC7A66-FADA-4F60-8187-CFD314B166D4}"/>
    <dgm:cxn modelId="{7458B604-76CC-4815-AF09-7F4422BFA9A5}" type="presParOf" srcId="{DA577477-EF1F-4B39-B52B-8AEBB76BBE8E}" destId="{15F706C1-586D-43ED-AA20-10DFAD4E68B2}" srcOrd="0" destOrd="0" presId="urn:microsoft.com/office/officeart/2008/layout/VerticalCurvedList"/>
    <dgm:cxn modelId="{394B6B83-AA83-4082-A66A-60C894D14652}" type="presParOf" srcId="{15F706C1-586D-43ED-AA20-10DFAD4E68B2}" destId="{D4603CBA-6E64-407E-941A-F087DC969D90}" srcOrd="0" destOrd="0" presId="urn:microsoft.com/office/officeart/2008/layout/VerticalCurvedList"/>
    <dgm:cxn modelId="{A3424B2E-6E14-4348-8C18-8EF7A8AB0DB0}" type="presParOf" srcId="{D4603CBA-6E64-407E-941A-F087DC969D90}" destId="{89799F61-66DA-49C8-B985-117B68B73536}" srcOrd="0" destOrd="0" presId="urn:microsoft.com/office/officeart/2008/layout/VerticalCurvedList"/>
    <dgm:cxn modelId="{80BFC241-39A9-4083-BE11-CAF555FB6F2A}" type="presParOf" srcId="{D4603CBA-6E64-407E-941A-F087DC969D90}" destId="{F33CBF64-ED7B-4DD5-A08C-6BB7C51FF61D}" srcOrd="1" destOrd="0" presId="urn:microsoft.com/office/officeart/2008/layout/VerticalCurvedList"/>
    <dgm:cxn modelId="{5F549792-8434-4A1C-B221-7C054FFDBAD5}" type="presParOf" srcId="{D4603CBA-6E64-407E-941A-F087DC969D90}" destId="{27BBDB71-2A1B-4487-A4EB-FE5D2D68E29B}" srcOrd="2" destOrd="0" presId="urn:microsoft.com/office/officeart/2008/layout/VerticalCurvedList"/>
    <dgm:cxn modelId="{AAFDDE00-5267-41C1-A8CD-C77A97A9CA81}" type="presParOf" srcId="{D4603CBA-6E64-407E-941A-F087DC969D90}" destId="{9613BF5D-DBEE-482E-9189-FAE2DA67BE11}" srcOrd="3" destOrd="0" presId="urn:microsoft.com/office/officeart/2008/layout/VerticalCurvedList"/>
    <dgm:cxn modelId="{5743AE3C-ECE3-42ED-B178-FEC50BEDB0DC}" type="presParOf" srcId="{15F706C1-586D-43ED-AA20-10DFAD4E68B2}" destId="{3967D7F6-FA8C-456F-9EA8-282E3C74BAC6}" srcOrd="1" destOrd="0" presId="urn:microsoft.com/office/officeart/2008/layout/VerticalCurvedList"/>
    <dgm:cxn modelId="{5A10D87B-918C-4332-A891-144BDD92BA29}" type="presParOf" srcId="{15F706C1-586D-43ED-AA20-10DFAD4E68B2}" destId="{C9BF2DEA-982B-4983-BC8D-8CA78A78B27D}" srcOrd="2" destOrd="0" presId="urn:microsoft.com/office/officeart/2008/layout/VerticalCurvedList"/>
    <dgm:cxn modelId="{6A68B2F9-2B8B-42EB-A213-C01A056CC4A8}" type="presParOf" srcId="{C9BF2DEA-982B-4983-BC8D-8CA78A78B27D}" destId="{56BDF28F-FF12-4F05-816F-7E74CD2D2893}" srcOrd="0" destOrd="0" presId="urn:microsoft.com/office/officeart/2008/layout/VerticalCurvedList"/>
    <dgm:cxn modelId="{569C2AA1-EE04-4A09-A293-E59A563DC60F}" type="presParOf" srcId="{15F706C1-586D-43ED-AA20-10DFAD4E68B2}" destId="{FB497913-E1D4-4CBA-9F57-F8A6643D3DC0}" srcOrd="3" destOrd="0" presId="urn:microsoft.com/office/officeart/2008/layout/VerticalCurvedList"/>
    <dgm:cxn modelId="{4155A3A6-0334-43DF-9855-0BF830A23459}" type="presParOf" srcId="{15F706C1-586D-43ED-AA20-10DFAD4E68B2}" destId="{1BD7A5DE-AE2E-475E-971F-C88E6E278512}" srcOrd="4" destOrd="0" presId="urn:microsoft.com/office/officeart/2008/layout/VerticalCurvedList"/>
    <dgm:cxn modelId="{4C3BFB0D-D62C-4A88-885E-3BC754724617}" type="presParOf" srcId="{1BD7A5DE-AE2E-475E-971F-C88E6E278512}" destId="{8AAA19C9-9931-4C81-B74F-6CCEF58FAF2D}" srcOrd="0" destOrd="0" presId="urn:microsoft.com/office/officeart/2008/layout/VerticalCurvedList"/>
    <dgm:cxn modelId="{AA47677C-5CF8-414D-B26F-4951637C369F}" type="presParOf" srcId="{15F706C1-586D-43ED-AA20-10DFAD4E68B2}" destId="{BA00DA23-48EA-4A1A-8599-3D7F67D09299}" srcOrd="5" destOrd="0" presId="urn:microsoft.com/office/officeart/2008/layout/VerticalCurvedList"/>
    <dgm:cxn modelId="{155B5BB2-58A9-4A82-BB70-8A5CEC63DF9F}" type="presParOf" srcId="{15F706C1-586D-43ED-AA20-10DFAD4E68B2}" destId="{0CEC20FD-37F8-4E5E-88F5-B12900197CD3}" srcOrd="6" destOrd="0" presId="urn:microsoft.com/office/officeart/2008/layout/VerticalCurvedList"/>
    <dgm:cxn modelId="{8A55B16C-289D-4FEC-97D8-D1284040A7FA}" type="presParOf" srcId="{0CEC20FD-37F8-4E5E-88F5-B12900197CD3}" destId="{B67DF4A3-CD8A-4B43-A67F-C745FBB8520A}" srcOrd="0" destOrd="0" presId="urn:microsoft.com/office/officeart/2008/layout/VerticalCurvedList"/>
    <dgm:cxn modelId="{F0927879-DD80-4689-877C-0CB85814BF0E}" type="presParOf" srcId="{15F706C1-586D-43ED-AA20-10DFAD4E68B2}" destId="{CAF9BE5B-8B4C-46E0-8568-43A9E9B3B81F}" srcOrd="7" destOrd="0" presId="urn:microsoft.com/office/officeart/2008/layout/VerticalCurvedList"/>
    <dgm:cxn modelId="{E76D8242-EC81-4EEC-A7DA-75C38A98B34C}" type="presParOf" srcId="{15F706C1-586D-43ED-AA20-10DFAD4E68B2}" destId="{28C6118E-2A15-40C0-A2E1-3D05DE86859E}" srcOrd="8" destOrd="0" presId="urn:microsoft.com/office/officeart/2008/layout/VerticalCurvedList"/>
    <dgm:cxn modelId="{D2781888-3A82-451A-852D-D8A0F270F936}" type="presParOf" srcId="{28C6118E-2A15-40C0-A2E1-3D05DE86859E}" destId="{02E56378-B89E-43BA-8EE4-A5E109E6C172}" srcOrd="0" destOrd="0" presId="urn:microsoft.com/office/officeart/2008/layout/VerticalCurvedList"/>
    <dgm:cxn modelId="{9397EC9C-DF8E-4C54-B204-F0C9BF21FF57}" type="presParOf" srcId="{15F706C1-586D-43ED-AA20-10DFAD4E68B2}" destId="{186296B3-49A0-4CB1-8795-6196F302B598}" srcOrd="9" destOrd="0" presId="urn:microsoft.com/office/officeart/2008/layout/VerticalCurvedList"/>
    <dgm:cxn modelId="{7F444F8B-6DBD-4656-9E41-5607B0D038DA}" type="presParOf" srcId="{15F706C1-586D-43ED-AA20-10DFAD4E68B2}" destId="{807397D2-7D66-4478-87EC-8757EABC3F1B}" srcOrd="10" destOrd="0" presId="urn:microsoft.com/office/officeart/2008/layout/VerticalCurvedList"/>
    <dgm:cxn modelId="{320BEE34-E48D-4BCF-83F2-0C79A32D709C}" type="presParOf" srcId="{807397D2-7D66-4478-87EC-8757EABC3F1B}" destId="{58D9E098-F615-4399-A85A-5E613DFD88BE}" srcOrd="0" destOrd="0" presId="urn:microsoft.com/office/officeart/2008/layout/VerticalCurved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8189C0CF-CC8F-485E-B780-23DE5B41245D}" type="doc">
      <dgm:prSet loTypeId="urn:microsoft.com/office/officeart/2008/layout/VerticalCurvedList" loCatId="list" qsTypeId="urn:microsoft.com/office/officeart/2005/8/quickstyle/simple1" qsCatId="simple" csTypeId="urn:microsoft.com/office/officeart/2005/8/colors/accent1_2" csCatId="accent1" phldr="1"/>
      <dgm:spPr/>
      <dgm:t>
        <a:bodyPr/>
        <a:lstStyle/>
        <a:p>
          <a:endParaRPr lang="en-US"/>
        </a:p>
      </dgm:t>
    </dgm:pt>
    <dgm:pt modelId="{4CF5BB51-CC84-4F11-AAB8-9384F0DCAB06}">
      <dgm:prSet custT="1">
        <dgm:style>
          <a:lnRef idx="2">
            <a:schemeClr val="accent1">
              <a:shade val="50000"/>
            </a:schemeClr>
          </a:lnRef>
          <a:fillRef idx="1">
            <a:schemeClr val="accent1"/>
          </a:fillRef>
          <a:effectRef idx="0">
            <a:schemeClr val="accent1"/>
          </a:effectRef>
          <a:fontRef idx="minor">
            <a:schemeClr val="lt1"/>
          </a:fontRef>
        </dgm:style>
      </dgm:prSet>
      <dgm:spPr/>
      <dgm:t>
        <a:bodyPr/>
        <a:lstStyle/>
        <a:p>
          <a:pPr rtl="0"/>
          <a:r>
            <a:rPr lang="en-US" sz="3200" dirty="0" smtClean="0"/>
            <a:t>Jira overview</a:t>
          </a:r>
          <a:endParaRPr lang="en-US" sz="3200" dirty="0"/>
        </a:p>
      </dgm:t>
    </dgm:pt>
    <dgm:pt modelId="{C5CC9C1D-ADC8-4D03-B28F-496162908343}" type="parTrans" cxnId="{E396E657-E866-4187-87E2-42C8A70E0BD1}">
      <dgm:prSet/>
      <dgm:spPr/>
      <dgm:t>
        <a:bodyPr/>
        <a:lstStyle/>
        <a:p>
          <a:endParaRPr lang="en-US" sz="3200"/>
        </a:p>
      </dgm:t>
    </dgm:pt>
    <dgm:pt modelId="{0E4E75D6-6716-4528-A270-A8C49D994E8E}" type="sibTrans" cxnId="{E396E657-E866-4187-87E2-42C8A70E0BD1}">
      <dgm:prSet/>
      <dgm:spPr/>
      <dgm:t>
        <a:bodyPr/>
        <a:lstStyle/>
        <a:p>
          <a:endParaRPr lang="en-US" sz="3200"/>
        </a:p>
      </dgm:t>
    </dgm:pt>
    <dgm:pt modelId="{0E039E24-4427-4073-8980-991CB952E737}">
      <dgm:prSet custT="1">
        <dgm:style>
          <a:lnRef idx="2">
            <a:schemeClr val="dk1">
              <a:shade val="50000"/>
            </a:schemeClr>
          </a:lnRef>
          <a:fillRef idx="1">
            <a:schemeClr val="dk1"/>
          </a:fillRef>
          <a:effectRef idx="0">
            <a:schemeClr val="dk1"/>
          </a:effectRef>
          <a:fontRef idx="minor">
            <a:schemeClr val="lt1"/>
          </a:fontRef>
        </dgm:style>
      </dgm:prSet>
      <dgm:spPr/>
      <dgm:t>
        <a:bodyPr/>
        <a:lstStyle/>
        <a:p>
          <a:pPr rtl="0"/>
          <a:r>
            <a:rPr lang="en-US" sz="1600" b="1" dirty="0" smtClean="0"/>
            <a:t>Work Process in Jira</a:t>
          </a:r>
          <a:endParaRPr lang="en-US" sz="1600" b="1" dirty="0"/>
        </a:p>
      </dgm:t>
    </dgm:pt>
    <dgm:pt modelId="{9BBD43AF-9048-401A-A84A-A58E516FA2AC}" type="parTrans" cxnId="{393DAABF-05BC-4033-BEA4-FF7ACB3D1982}">
      <dgm:prSet/>
      <dgm:spPr/>
      <dgm:t>
        <a:bodyPr/>
        <a:lstStyle/>
        <a:p>
          <a:endParaRPr lang="en-US" sz="3200"/>
        </a:p>
      </dgm:t>
    </dgm:pt>
    <dgm:pt modelId="{91DEF93E-94B3-4247-B5A7-76AFAC02B39F}" type="sibTrans" cxnId="{393DAABF-05BC-4033-BEA4-FF7ACB3D1982}">
      <dgm:prSet/>
      <dgm:spPr/>
      <dgm:t>
        <a:bodyPr/>
        <a:lstStyle/>
        <a:p>
          <a:endParaRPr lang="en-US" sz="3200"/>
        </a:p>
      </dgm:t>
    </dgm:pt>
    <dgm:pt modelId="{61892DA4-7519-44D6-A458-12EB2FAE3BD7}">
      <dgm:prSet custT="1"/>
      <dgm:spPr/>
      <dgm:t>
        <a:bodyPr/>
        <a:lstStyle/>
        <a:p>
          <a:pPr rtl="0"/>
          <a:r>
            <a:rPr lang="en-US" sz="3200" dirty="0" smtClean="0"/>
            <a:t>Dash Board</a:t>
          </a:r>
          <a:endParaRPr lang="en-US" sz="3200" dirty="0"/>
        </a:p>
      </dgm:t>
    </dgm:pt>
    <dgm:pt modelId="{41486F52-D46E-4E3B-B01A-B5E1BE713479}" type="parTrans" cxnId="{ED1E3AA9-8BDC-4951-8656-148AB2B2CD81}">
      <dgm:prSet/>
      <dgm:spPr/>
      <dgm:t>
        <a:bodyPr/>
        <a:lstStyle/>
        <a:p>
          <a:endParaRPr lang="en-US" sz="3200"/>
        </a:p>
      </dgm:t>
    </dgm:pt>
    <dgm:pt modelId="{4668057C-BD8A-4232-856C-037791BF5168}" type="sibTrans" cxnId="{ED1E3AA9-8BDC-4951-8656-148AB2B2CD81}">
      <dgm:prSet/>
      <dgm:spPr/>
      <dgm:t>
        <a:bodyPr/>
        <a:lstStyle/>
        <a:p>
          <a:endParaRPr lang="en-US" sz="3200"/>
        </a:p>
      </dgm:t>
    </dgm:pt>
    <dgm:pt modelId="{58AE889D-A0BC-467B-BAD2-B377300BA240}">
      <dgm:prSet custT="1">
        <dgm:style>
          <a:lnRef idx="2">
            <a:schemeClr val="dk1">
              <a:shade val="50000"/>
            </a:schemeClr>
          </a:lnRef>
          <a:fillRef idx="1">
            <a:schemeClr val="dk1"/>
          </a:fillRef>
          <a:effectRef idx="0">
            <a:schemeClr val="dk1"/>
          </a:effectRef>
          <a:fontRef idx="minor">
            <a:schemeClr val="lt1"/>
          </a:fontRef>
        </dgm:style>
      </dgm:prSet>
      <dgm:spPr/>
      <dgm:t>
        <a:bodyPr/>
        <a:lstStyle/>
        <a:p>
          <a:pPr rtl="0"/>
          <a:r>
            <a:rPr lang="en-US" sz="1600" dirty="0" smtClean="0"/>
            <a:t>Task Management Process</a:t>
          </a:r>
          <a:endParaRPr lang="en-US" sz="1600" dirty="0"/>
        </a:p>
      </dgm:t>
    </dgm:pt>
    <dgm:pt modelId="{19D9BE19-DA61-48D5-9C3D-92EF92118762}" type="parTrans" cxnId="{0085F526-9220-47C6-9828-71007E27BACE}">
      <dgm:prSet/>
      <dgm:spPr/>
      <dgm:t>
        <a:bodyPr/>
        <a:lstStyle/>
        <a:p>
          <a:endParaRPr lang="en-US"/>
        </a:p>
      </dgm:t>
    </dgm:pt>
    <dgm:pt modelId="{3EAABC83-6615-47B3-9996-3EDAD6E8E3F7}" type="sibTrans" cxnId="{0085F526-9220-47C6-9828-71007E27BACE}">
      <dgm:prSet/>
      <dgm:spPr/>
      <dgm:t>
        <a:bodyPr/>
        <a:lstStyle/>
        <a:p>
          <a:endParaRPr lang="en-US"/>
        </a:p>
      </dgm:t>
    </dgm:pt>
    <dgm:pt modelId="{1752E8EA-2558-4A08-A8CC-6A4B531CF3F5}">
      <dgm:prSet custT="1">
        <dgm:style>
          <a:lnRef idx="2">
            <a:schemeClr val="dk1">
              <a:shade val="50000"/>
            </a:schemeClr>
          </a:lnRef>
          <a:fillRef idx="1">
            <a:schemeClr val="dk1"/>
          </a:fillRef>
          <a:effectRef idx="0">
            <a:schemeClr val="dk1"/>
          </a:effectRef>
          <a:fontRef idx="minor">
            <a:schemeClr val="lt1"/>
          </a:fontRef>
        </dgm:style>
      </dgm:prSet>
      <dgm:spPr/>
      <dgm:t>
        <a:bodyPr/>
        <a:lstStyle/>
        <a:p>
          <a:pPr rtl="0"/>
          <a:r>
            <a:rPr lang="en-US" sz="1600" dirty="0" smtClean="0"/>
            <a:t>Bug Management Process a</a:t>
          </a:r>
          <a:endParaRPr lang="en-US" sz="1600" dirty="0"/>
        </a:p>
      </dgm:t>
    </dgm:pt>
    <dgm:pt modelId="{01870BE2-E8EA-4E79-9B12-8B41FD432CC6}" type="parTrans" cxnId="{F19DF561-317A-40AF-B576-59F42048BF3F}">
      <dgm:prSet/>
      <dgm:spPr/>
      <dgm:t>
        <a:bodyPr/>
        <a:lstStyle/>
        <a:p>
          <a:endParaRPr lang="en-US"/>
        </a:p>
      </dgm:t>
    </dgm:pt>
    <dgm:pt modelId="{D58393C3-7293-4517-8164-6700C066EB36}" type="sibTrans" cxnId="{F19DF561-317A-40AF-B576-59F42048BF3F}">
      <dgm:prSet/>
      <dgm:spPr/>
      <dgm:t>
        <a:bodyPr/>
        <a:lstStyle/>
        <a:p>
          <a:endParaRPr lang="en-US"/>
        </a:p>
      </dgm:t>
    </dgm:pt>
    <dgm:pt modelId="{5A03E264-B939-42D9-AC46-AA68E9F637ED}">
      <dgm:prSet custT="1">
        <dgm:style>
          <a:lnRef idx="2">
            <a:schemeClr val="accent1">
              <a:shade val="50000"/>
            </a:schemeClr>
          </a:lnRef>
          <a:fillRef idx="1">
            <a:schemeClr val="accent1"/>
          </a:fillRef>
          <a:effectRef idx="0">
            <a:schemeClr val="accent1"/>
          </a:effectRef>
          <a:fontRef idx="minor">
            <a:schemeClr val="lt1"/>
          </a:fontRef>
        </dgm:style>
      </dgm:prSet>
      <dgm:spPr/>
      <dgm:t>
        <a:bodyPr/>
        <a:lstStyle/>
        <a:p>
          <a:pPr rtl="0"/>
          <a:r>
            <a:rPr lang="en-US" sz="3200" dirty="0" smtClean="0"/>
            <a:t>Jira Concept</a:t>
          </a:r>
          <a:endParaRPr lang="en-US" sz="3200" dirty="0"/>
        </a:p>
      </dgm:t>
    </dgm:pt>
    <dgm:pt modelId="{4013207E-B9E4-4EDF-BDC1-EA7FF46CD051}" type="parTrans" cxnId="{9261D484-76D6-4602-9348-641A1965E615}">
      <dgm:prSet/>
      <dgm:spPr/>
      <dgm:t>
        <a:bodyPr/>
        <a:lstStyle/>
        <a:p>
          <a:endParaRPr lang="en-US"/>
        </a:p>
      </dgm:t>
    </dgm:pt>
    <dgm:pt modelId="{19B90B3D-AB75-4058-A4AA-8DE5D1185F67}" type="sibTrans" cxnId="{9261D484-76D6-4602-9348-641A1965E615}">
      <dgm:prSet/>
      <dgm:spPr/>
      <dgm:t>
        <a:bodyPr/>
        <a:lstStyle/>
        <a:p>
          <a:endParaRPr lang="en-US"/>
        </a:p>
      </dgm:t>
    </dgm:pt>
    <dgm:pt modelId="{2ADC16B0-8861-43E4-91D5-45F8CAC29E5F}">
      <dgm:prSet custT="1"/>
      <dgm:spPr/>
      <dgm:t>
        <a:bodyPr/>
        <a:lstStyle/>
        <a:p>
          <a:pPr rtl="0"/>
          <a:r>
            <a:rPr lang="en-US" sz="3200" dirty="0" smtClean="0"/>
            <a:t>Demo</a:t>
          </a:r>
          <a:endParaRPr lang="en-US" sz="3200" dirty="0"/>
        </a:p>
      </dgm:t>
    </dgm:pt>
    <dgm:pt modelId="{D47E0281-519D-4D86-88B8-270564EBDB8D}" type="parTrans" cxnId="{FBC27A55-A280-4679-B194-D3F93776EB13}">
      <dgm:prSet/>
      <dgm:spPr/>
      <dgm:t>
        <a:bodyPr/>
        <a:lstStyle/>
        <a:p>
          <a:endParaRPr lang="en-US"/>
        </a:p>
      </dgm:t>
    </dgm:pt>
    <dgm:pt modelId="{84CC7A66-FADA-4F60-8187-CFD314B166D4}" type="sibTrans" cxnId="{FBC27A55-A280-4679-B194-D3F93776EB13}">
      <dgm:prSet/>
      <dgm:spPr/>
      <dgm:t>
        <a:bodyPr/>
        <a:lstStyle/>
        <a:p>
          <a:endParaRPr lang="en-US"/>
        </a:p>
      </dgm:t>
    </dgm:pt>
    <dgm:pt modelId="{DA577477-EF1F-4B39-B52B-8AEBB76BBE8E}" type="pres">
      <dgm:prSet presAssocID="{8189C0CF-CC8F-485E-B780-23DE5B41245D}" presName="Name0" presStyleCnt="0">
        <dgm:presLayoutVars>
          <dgm:chMax val="7"/>
          <dgm:chPref val="7"/>
          <dgm:dir/>
        </dgm:presLayoutVars>
      </dgm:prSet>
      <dgm:spPr/>
      <dgm:t>
        <a:bodyPr/>
        <a:lstStyle/>
        <a:p>
          <a:endParaRPr lang="en-US"/>
        </a:p>
      </dgm:t>
    </dgm:pt>
    <dgm:pt modelId="{15F706C1-586D-43ED-AA20-10DFAD4E68B2}" type="pres">
      <dgm:prSet presAssocID="{8189C0CF-CC8F-485E-B780-23DE5B41245D}" presName="Name1" presStyleCnt="0"/>
      <dgm:spPr/>
    </dgm:pt>
    <dgm:pt modelId="{D4603CBA-6E64-407E-941A-F087DC969D90}" type="pres">
      <dgm:prSet presAssocID="{8189C0CF-CC8F-485E-B780-23DE5B41245D}" presName="cycle" presStyleCnt="0"/>
      <dgm:spPr/>
    </dgm:pt>
    <dgm:pt modelId="{89799F61-66DA-49C8-B985-117B68B73536}" type="pres">
      <dgm:prSet presAssocID="{8189C0CF-CC8F-485E-B780-23DE5B41245D}" presName="srcNode" presStyleLbl="node1" presStyleIdx="0" presStyleCnt="5"/>
      <dgm:spPr/>
    </dgm:pt>
    <dgm:pt modelId="{F33CBF64-ED7B-4DD5-A08C-6BB7C51FF61D}" type="pres">
      <dgm:prSet presAssocID="{8189C0CF-CC8F-485E-B780-23DE5B41245D}" presName="conn" presStyleLbl="parChTrans1D2" presStyleIdx="0" presStyleCnt="1"/>
      <dgm:spPr/>
      <dgm:t>
        <a:bodyPr/>
        <a:lstStyle/>
        <a:p>
          <a:endParaRPr lang="en-US"/>
        </a:p>
      </dgm:t>
    </dgm:pt>
    <dgm:pt modelId="{27BBDB71-2A1B-4487-A4EB-FE5D2D68E29B}" type="pres">
      <dgm:prSet presAssocID="{8189C0CF-CC8F-485E-B780-23DE5B41245D}" presName="extraNode" presStyleLbl="node1" presStyleIdx="0" presStyleCnt="5"/>
      <dgm:spPr/>
    </dgm:pt>
    <dgm:pt modelId="{9613BF5D-DBEE-482E-9189-FAE2DA67BE11}" type="pres">
      <dgm:prSet presAssocID="{8189C0CF-CC8F-485E-B780-23DE5B41245D}" presName="dstNode" presStyleLbl="node1" presStyleIdx="0" presStyleCnt="5"/>
      <dgm:spPr/>
    </dgm:pt>
    <dgm:pt modelId="{3967D7F6-FA8C-456F-9EA8-282E3C74BAC6}" type="pres">
      <dgm:prSet presAssocID="{4CF5BB51-CC84-4F11-AAB8-9384F0DCAB06}" presName="text_1" presStyleLbl="node1" presStyleIdx="0" presStyleCnt="5">
        <dgm:presLayoutVars>
          <dgm:bulletEnabled val="1"/>
        </dgm:presLayoutVars>
      </dgm:prSet>
      <dgm:spPr/>
      <dgm:t>
        <a:bodyPr/>
        <a:lstStyle/>
        <a:p>
          <a:endParaRPr lang="en-US"/>
        </a:p>
      </dgm:t>
    </dgm:pt>
    <dgm:pt modelId="{C9BF2DEA-982B-4983-BC8D-8CA78A78B27D}" type="pres">
      <dgm:prSet presAssocID="{4CF5BB51-CC84-4F11-AAB8-9384F0DCAB06}" presName="accent_1" presStyleCnt="0"/>
      <dgm:spPr/>
    </dgm:pt>
    <dgm:pt modelId="{56BDF28F-FF12-4F05-816F-7E74CD2D2893}" type="pres">
      <dgm:prSet presAssocID="{4CF5BB51-CC84-4F11-AAB8-9384F0DCAB06}" presName="accentRepeatNode" presStyleLbl="solidFgAcc1" presStyleIdx="0" presStyleCnt="5"/>
      <dgm:spPr/>
    </dgm:pt>
    <dgm:pt modelId="{FB497913-E1D4-4CBA-9F57-F8A6643D3DC0}" type="pres">
      <dgm:prSet presAssocID="{5A03E264-B939-42D9-AC46-AA68E9F637ED}" presName="text_2" presStyleLbl="node1" presStyleIdx="1" presStyleCnt="5">
        <dgm:presLayoutVars>
          <dgm:bulletEnabled val="1"/>
        </dgm:presLayoutVars>
      </dgm:prSet>
      <dgm:spPr/>
      <dgm:t>
        <a:bodyPr/>
        <a:lstStyle/>
        <a:p>
          <a:endParaRPr lang="en-US"/>
        </a:p>
      </dgm:t>
    </dgm:pt>
    <dgm:pt modelId="{1BD7A5DE-AE2E-475E-971F-C88E6E278512}" type="pres">
      <dgm:prSet presAssocID="{5A03E264-B939-42D9-AC46-AA68E9F637ED}" presName="accent_2" presStyleCnt="0"/>
      <dgm:spPr/>
    </dgm:pt>
    <dgm:pt modelId="{8AAA19C9-9931-4C81-B74F-6CCEF58FAF2D}" type="pres">
      <dgm:prSet presAssocID="{5A03E264-B939-42D9-AC46-AA68E9F637ED}" presName="accentRepeatNode" presStyleLbl="solidFgAcc1" presStyleIdx="1" presStyleCnt="5"/>
      <dgm:spPr/>
    </dgm:pt>
    <dgm:pt modelId="{BA00DA23-48EA-4A1A-8599-3D7F67D09299}" type="pres">
      <dgm:prSet presAssocID="{0E039E24-4427-4073-8980-991CB952E737}" presName="text_3" presStyleLbl="node1" presStyleIdx="2" presStyleCnt="5" custScaleY="165984">
        <dgm:presLayoutVars>
          <dgm:bulletEnabled val="1"/>
        </dgm:presLayoutVars>
      </dgm:prSet>
      <dgm:spPr/>
      <dgm:t>
        <a:bodyPr/>
        <a:lstStyle/>
        <a:p>
          <a:endParaRPr lang="en-US"/>
        </a:p>
      </dgm:t>
    </dgm:pt>
    <dgm:pt modelId="{0CEC20FD-37F8-4E5E-88F5-B12900197CD3}" type="pres">
      <dgm:prSet presAssocID="{0E039E24-4427-4073-8980-991CB952E737}" presName="accent_3" presStyleCnt="0"/>
      <dgm:spPr/>
    </dgm:pt>
    <dgm:pt modelId="{B67DF4A3-CD8A-4B43-A67F-C745FBB8520A}" type="pres">
      <dgm:prSet presAssocID="{0E039E24-4427-4073-8980-991CB952E737}" presName="accentRepeatNode" presStyleLbl="solidFgAcc1" presStyleIdx="2" presStyleCnt="5"/>
      <dgm:spPr/>
    </dgm:pt>
    <dgm:pt modelId="{CAF9BE5B-8B4C-46E0-8568-43A9E9B3B81F}" type="pres">
      <dgm:prSet presAssocID="{61892DA4-7519-44D6-A458-12EB2FAE3BD7}" presName="text_4" presStyleLbl="node1" presStyleIdx="3" presStyleCnt="5">
        <dgm:presLayoutVars>
          <dgm:bulletEnabled val="1"/>
        </dgm:presLayoutVars>
      </dgm:prSet>
      <dgm:spPr/>
      <dgm:t>
        <a:bodyPr/>
        <a:lstStyle/>
        <a:p>
          <a:endParaRPr lang="en-US"/>
        </a:p>
      </dgm:t>
    </dgm:pt>
    <dgm:pt modelId="{28C6118E-2A15-40C0-A2E1-3D05DE86859E}" type="pres">
      <dgm:prSet presAssocID="{61892DA4-7519-44D6-A458-12EB2FAE3BD7}" presName="accent_4" presStyleCnt="0"/>
      <dgm:spPr/>
    </dgm:pt>
    <dgm:pt modelId="{02E56378-B89E-43BA-8EE4-A5E109E6C172}" type="pres">
      <dgm:prSet presAssocID="{61892DA4-7519-44D6-A458-12EB2FAE3BD7}" presName="accentRepeatNode" presStyleLbl="solidFgAcc1" presStyleIdx="3" presStyleCnt="5"/>
      <dgm:spPr/>
    </dgm:pt>
    <dgm:pt modelId="{186296B3-49A0-4CB1-8795-6196F302B598}" type="pres">
      <dgm:prSet presAssocID="{2ADC16B0-8861-43E4-91D5-45F8CAC29E5F}" presName="text_5" presStyleLbl="node1" presStyleIdx="4" presStyleCnt="5">
        <dgm:presLayoutVars>
          <dgm:bulletEnabled val="1"/>
        </dgm:presLayoutVars>
      </dgm:prSet>
      <dgm:spPr/>
      <dgm:t>
        <a:bodyPr/>
        <a:lstStyle/>
        <a:p>
          <a:endParaRPr lang="en-US"/>
        </a:p>
      </dgm:t>
    </dgm:pt>
    <dgm:pt modelId="{807397D2-7D66-4478-87EC-8757EABC3F1B}" type="pres">
      <dgm:prSet presAssocID="{2ADC16B0-8861-43E4-91D5-45F8CAC29E5F}" presName="accent_5" presStyleCnt="0"/>
      <dgm:spPr/>
    </dgm:pt>
    <dgm:pt modelId="{58D9E098-F615-4399-A85A-5E613DFD88BE}" type="pres">
      <dgm:prSet presAssocID="{2ADC16B0-8861-43E4-91D5-45F8CAC29E5F}" presName="accentRepeatNode" presStyleLbl="solidFgAcc1" presStyleIdx="4" presStyleCnt="5"/>
      <dgm:spPr/>
    </dgm:pt>
  </dgm:ptLst>
  <dgm:cxnLst>
    <dgm:cxn modelId="{FA68DDDD-68C9-4A23-AEBC-CDABDBF7BF36}" type="presOf" srcId="{4CF5BB51-CC84-4F11-AAB8-9384F0DCAB06}" destId="{3967D7F6-FA8C-456F-9EA8-282E3C74BAC6}" srcOrd="0" destOrd="0" presId="urn:microsoft.com/office/officeart/2008/layout/VerticalCurvedList"/>
    <dgm:cxn modelId="{E396E657-E866-4187-87E2-42C8A70E0BD1}" srcId="{8189C0CF-CC8F-485E-B780-23DE5B41245D}" destId="{4CF5BB51-CC84-4F11-AAB8-9384F0DCAB06}" srcOrd="0" destOrd="0" parTransId="{C5CC9C1D-ADC8-4D03-B28F-496162908343}" sibTransId="{0E4E75D6-6716-4528-A270-A8C49D994E8E}"/>
    <dgm:cxn modelId="{AFDCD42B-3457-42E8-9A9A-8947EA930171}" type="presOf" srcId="{61892DA4-7519-44D6-A458-12EB2FAE3BD7}" destId="{CAF9BE5B-8B4C-46E0-8568-43A9E9B3B81F}" srcOrd="0" destOrd="0" presId="urn:microsoft.com/office/officeart/2008/layout/VerticalCurvedList"/>
    <dgm:cxn modelId="{9261D484-76D6-4602-9348-641A1965E615}" srcId="{8189C0CF-CC8F-485E-B780-23DE5B41245D}" destId="{5A03E264-B939-42D9-AC46-AA68E9F637ED}" srcOrd="1" destOrd="0" parTransId="{4013207E-B9E4-4EDF-BDC1-EA7FF46CD051}" sibTransId="{19B90B3D-AB75-4058-A4AA-8DE5D1185F67}"/>
    <dgm:cxn modelId="{04F029EA-FD29-4FD5-A801-132858B2B0EA}" type="presOf" srcId="{1752E8EA-2558-4A08-A8CC-6A4B531CF3F5}" destId="{BA00DA23-48EA-4A1A-8599-3D7F67D09299}" srcOrd="0" destOrd="2" presId="urn:microsoft.com/office/officeart/2008/layout/VerticalCurvedList"/>
    <dgm:cxn modelId="{A8E421D2-210D-40A0-96FE-16DBB23A2105}" type="presOf" srcId="{58AE889D-A0BC-467B-BAD2-B377300BA240}" destId="{BA00DA23-48EA-4A1A-8599-3D7F67D09299}" srcOrd="0" destOrd="1" presId="urn:microsoft.com/office/officeart/2008/layout/VerticalCurvedList"/>
    <dgm:cxn modelId="{7831C4BC-A479-41B6-AFEF-C44DEE348EF2}" type="presOf" srcId="{0E039E24-4427-4073-8980-991CB952E737}" destId="{BA00DA23-48EA-4A1A-8599-3D7F67D09299}" srcOrd="0" destOrd="0" presId="urn:microsoft.com/office/officeart/2008/layout/VerticalCurvedList"/>
    <dgm:cxn modelId="{6DCB7917-B6A1-43DF-9B7A-4EB3D86AF889}" type="presOf" srcId="{2ADC16B0-8861-43E4-91D5-45F8CAC29E5F}" destId="{186296B3-49A0-4CB1-8795-6196F302B598}" srcOrd="0" destOrd="0" presId="urn:microsoft.com/office/officeart/2008/layout/VerticalCurvedList"/>
    <dgm:cxn modelId="{3EA0B977-E8B0-4E91-9709-1B6CB35A6633}" type="presOf" srcId="{0E4E75D6-6716-4528-A270-A8C49D994E8E}" destId="{F33CBF64-ED7B-4DD5-A08C-6BB7C51FF61D}" srcOrd="0" destOrd="0" presId="urn:microsoft.com/office/officeart/2008/layout/VerticalCurvedList"/>
    <dgm:cxn modelId="{393DAABF-05BC-4033-BEA4-FF7ACB3D1982}" srcId="{8189C0CF-CC8F-485E-B780-23DE5B41245D}" destId="{0E039E24-4427-4073-8980-991CB952E737}" srcOrd="2" destOrd="0" parTransId="{9BBD43AF-9048-401A-A84A-A58E516FA2AC}" sibTransId="{91DEF93E-94B3-4247-B5A7-76AFAC02B39F}"/>
    <dgm:cxn modelId="{F19DF561-317A-40AF-B576-59F42048BF3F}" srcId="{0E039E24-4427-4073-8980-991CB952E737}" destId="{1752E8EA-2558-4A08-A8CC-6A4B531CF3F5}" srcOrd="1" destOrd="0" parTransId="{01870BE2-E8EA-4E79-9B12-8B41FD432CC6}" sibTransId="{D58393C3-7293-4517-8164-6700C066EB36}"/>
    <dgm:cxn modelId="{FBC27A55-A280-4679-B194-D3F93776EB13}" srcId="{8189C0CF-CC8F-485E-B780-23DE5B41245D}" destId="{2ADC16B0-8861-43E4-91D5-45F8CAC29E5F}" srcOrd="4" destOrd="0" parTransId="{D47E0281-519D-4D86-88B8-270564EBDB8D}" sibTransId="{84CC7A66-FADA-4F60-8187-CFD314B166D4}"/>
    <dgm:cxn modelId="{78AB473C-4343-4C19-ADE3-DB5E6E784D24}" type="presOf" srcId="{8189C0CF-CC8F-485E-B780-23DE5B41245D}" destId="{DA577477-EF1F-4B39-B52B-8AEBB76BBE8E}" srcOrd="0" destOrd="0" presId="urn:microsoft.com/office/officeart/2008/layout/VerticalCurvedList"/>
    <dgm:cxn modelId="{0085F526-9220-47C6-9828-71007E27BACE}" srcId="{0E039E24-4427-4073-8980-991CB952E737}" destId="{58AE889D-A0BC-467B-BAD2-B377300BA240}" srcOrd="0" destOrd="0" parTransId="{19D9BE19-DA61-48D5-9C3D-92EF92118762}" sibTransId="{3EAABC83-6615-47B3-9996-3EDAD6E8E3F7}"/>
    <dgm:cxn modelId="{9441861A-BAEA-43CF-BAF7-ED90A9B81EE9}" type="presOf" srcId="{5A03E264-B939-42D9-AC46-AA68E9F637ED}" destId="{FB497913-E1D4-4CBA-9F57-F8A6643D3DC0}" srcOrd="0" destOrd="0" presId="urn:microsoft.com/office/officeart/2008/layout/VerticalCurvedList"/>
    <dgm:cxn modelId="{ED1E3AA9-8BDC-4951-8656-148AB2B2CD81}" srcId="{8189C0CF-CC8F-485E-B780-23DE5B41245D}" destId="{61892DA4-7519-44D6-A458-12EB2FAE3BD7}" srcOrd="3" destOrd="0" parTransId="{41486F52-D46E-4E3B-B01A-B5E1BE713479}" sibTransId="{4668057C-BD8A-4232-856C-037791BF5168}"/>
    <dgm:cxn modelId="{56D033A9-A424-4DC9-B436-AF67D13DFF85}" type="presParOf" srcId="{DA577477-EF1F-4B39-B52B-8AEBB76BBE8E}" destId="{15F706C1-586D-43ED-AA20-10DFAD4E68B2}" srcOrd="0" destOrd="0" presId="urn:microsoft.com/office/officeart/2008/layout/VerticalCurvedList"/>
    <dgm:cxn modelId="{0345A3BA-FF8E-41DF-95F1-FA63FA2EC66B}" type="presParOf" srcId="{15F706C1-586D-43ED-AA20-10DFAD4E68B2}" destId="{D4603CBA-6E64-407E-941A-F087DC969D90}" srcOrd="0" destOrd="0" presId="urn:microsoft.com/office/officeart/2008/layout/VerticalCurvedList"/>
    <dgm:cxn modelId="{7533C739-577D-4CF3-9820-6BCA164D7C39}" type="presParOf" srcId="{D4603CBA-6E64-407E-941A-F087DC969D90}" destId="{89799F61-66DA-49C8-B985-117B68B73536}" srcOrd="0" destOrd="0" presId="urn:microsoft.com/office/officeart/2008/layout/VerticalCurvedList"/>
    <dgm:cxn modelId="{E05E2AF8-1638-48DC-9DCA-3B9DD5086D6C}" type="presParOf" srcId="{D4603CBA-6E64-407E-941A-F087DC969D90}" destId="{F33CBF64-ED7B-4DD5-A08C-6BB7C51FF61D}" srcOrd="1" destOrd="0" presId="urn:microsoft.com/office/officeart/2008/layout/VerticalCurvedList"/>
    <dgm:cxn modelId="{B7B5F5C0-BC38-4418-ADBC-C8D96D6D5862}" type="presParOf" srcId="{D4603CBA-6E64-407E-941A-F087DC969D90}" destId="{27BBDB71-2A1B-4487-A4EB-FE5D2D68E29B}" srcOrd="2" destOrd="0" presId="urn:microsoft.com/office/officeart/2008/layout/VerticalCurvedList"/>
    <dgm:cxn modelId="{9D5CAF06-3D1E-4BC3-A1BD-2C148D3E5648}" type="presParOf" srcId="{D4603CBA-6E64-407E-941A-F087DC969D90}" destId="{9613BF5D-DBEE-482E-9189-FAE2DA67BE11}" srcOrd="3" destOrd="0" presId="urn:microsoft.com/office/officeart/2008/layout/VerticalCurvedList"/>
    <dgm:cxn modelId="{66897832-3F2B-44B9-A3B2-E51A90D13CD7}" type="presParOf" srcId="{15F706C1-586D-43ED-AA20-10DFAD4E68B2}" destId="{3967D7F6-FA8C-456F-9EA8-282E3C74BAC6}" srcOrd="1" destOrd="0" presId="urn:microsoft.com/office/officeart/2008/layout/VerticalCurvedList"/>
    <dgm:cxn modelId="{822B41B1-7AF1-46C4-8009-A46BC07242F2}" type="presParOf" srcId="{15F706C1-586D-43ED-AA20-10DFAD4E68B2}" destId="{C9BF2DEA-982B-4983-BC8D-8CA78A78B27D}" srcOrd="2" destOrd="0" presId="urn:microsoft.com/office/officeart/2008/layout/VerticalCurvedList"/>
    <dgm:cxn modelId="{6C7B5BBA-9D19-4B69-9B82-57FEE4F5DFE9}" type="presParOf" srcId="{C9BF2DEA-982B-4983-BC8D-8CA78A78B27D}" destId="{56BDF28F-FF12-4F05-816F-7E74CD2D2893}" srcOrd="0" destOrd="0" presId="urn:microsoft.com/office/officeart/2008/layout/VerticalCurvedList"/>
    <dgm:cxn modelId="{084B45F9-8E8B-4D10-9789-E49F45827A01}" type="presParOf" srcId="{15F706C1-586D-43ED-AA20-10DFAD4E68B2}" destId="{FB497913-E1D4-4CBA-9F57-F8A6643D3DC0}" srcOrd="3" destOrd="0" presId="urn:microsoft.com/office/officeart/2008/layout/VerticalCurvedList"/>
    <dgm:cxn modelId="{BAB77C95-4B78-4ADC-B7FE-AD953C9D2A9B}" type="presParOf" srcId="{15F706C1-586D-43ED-AA20-10DFAD4E68B2}" destId="{1BD7A5DE-AE2E-475E-971F-C88E6E278512}" srcOrd="4" destOrd="0" presId="urn:microsoft.com/office/officeart/2008/layout/VerticalCurvedList"/>
    <dgm:cxn modelId="{1A6F5ADE-468E-4C83-95F7-718E70513014}" type="presParOf" srcId="{1BD7A5DE-AE2E-475E-971F-C88E6E278512}" destId="{8AAA19C9-9931-4C81-B74F-6CCEF58FAF2D}" srcOrd="0" destOrd="0" presId="urn:microsoft.com/office/officeart/2008/layout/VerticalCurvedList"/>
    <dgm:cxn modelId="{B1A87C91-E90F-4AF2-8BB1-0812676ABC28}" type="presParOf" srcId="{15F706C1-586D-43ED-AA20-10DFAD4E68B2}" destId="{BA00DA23-48EA-4A1A-8599-3D7F67D09299}" srcOrd="5" destOrd="0" presId="urn:microsoft.com/office/officeart/2008/layout/VerticalCurvedList"/>
    <dgm:cxn modelId="{6E9DED5D-C96D-44D6-9F82-C89D0AD56385}" type="presParOf" srcId="{15F706C1-586D-43ED-AA20-10DFAD4E68B2}" destId="{0CEC20FD-37F8-4E5E-88F5-B12900197CD3}" srcOrd="6" destOrd="0" presId="urn:microsoft.com/office/officeart/2008/layout/VerticalCurvedList"/>
    <dgm:cxn modelId="{B3F5101C-F9B6-4FF3-B755-E7F1352CE43B}" type="presParOf" srcId="{0CEC20FD-37F8-4E5E-88F5-B12900197CD3}" destId="{B67DF4A3-CD8A-4B43-A67F-C745FBB8520A}" srcOrd="0" destOrd="0" presId="urn:microsoft.com/office/officeart/2008/layout/VerticalCurvedList"/>
    <dgm:cxn modelId="{5FE33336-F8EB-4C50-96E6-217DF432D22D}" type="presParOf" srcId="{15F706C1-586D-43ED-AA20-10DFAD4E68B2}" destId="{CAF9BE5B-8B4C-46E0-8568-43A9E9B3B81F}" srcOrd="7" destOrd="0" presId="urn:microsoft.com/office/officeart/2008/layout/VerticalCurvedList"/>
    <dgm:cxn modelId="{382EC27F-7343-4940-AF12-A0328640B16E}" type="presParOf" srcId="{15F706C1-586D-43ED-AA20-10DFAD4E68B2}" destId="{28C6118E-2A15-40C0-A2E1-3D05DE86859E}" srcOrd="8" destOrd="0" presId="urn:microsoft.com/office/officeart/2008/layout/VerticalCurvedList"/>
    <dgm:cxn modelId="{49B99976-7330-4B6A-82CE-97441CA0D960}" type="presParOf" srcId="{28C6118E-2A15-40C0-A2E1-3D05DE86859E}" destId="{02E56378-B89E-43BA-8EE4-A5E109E6C172}" srcOrd="0" destOrd="0" presId="urn:microsoft.com/office/officeart/2008/layout/VerticalCurvedList"/>
    <dgm:cxn modelId="{F6456E6D-7C24-4FA7-8940-BD44C639C6B0}" type="presParOf" srcId="{15F706C1-586D-43ED-AA20-10DFAD4E68B2}" destId="{186296B3-49A0-4CB1-8795-6196F302B598}" srcOrd="9" destOrd="0" presId="urn:microsoft.com/office/officeart/2008/layout/VerticalCurvedList"/>
    <dgm:cxn modelId="{62393643-6B92-4FB6-8E52-B97C2BF66DBE}" type="presParOf" srcId="{15F706C1-586D-43ED-AA20-10DFAD4E68B2}" destId="{807397D2-7D66-4478-87EC-8757EABC3F1B}" srcOrd="10" destOrd="0" presId="urn:microsoft.com/office/officeart/2008/layout/VerticalCurvedList"/>
    <dgm:cxn modelId="{7F14EE00-B63C-4655-A9B7-E5AD86C541D5}" type="presParOf" srcId="{807397D2-7D66-4478-87EC-8757EABC3F1B}" destId="{58D9E098-F615-4399-A85A-5E613DFD88BE}" srcOrd="0" destOrd="0" presId="urn:microsoft.com/office/officeart/2008/layout/VerticalCurved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F755EFC7-D963-436D-8B36-0D0226B248AC}" type="doc">
      <dgm:prSet loTypeId="urn:microsoft.com/office/officeart/2009/3/layout/DescendingProcess" loCatId="process" qsTypeId="urn:microsoft.com/office/officeart/2005/8/quickstyle/simple1" qsCatId="simple" csTypeId="urn:microsoft.com/office/officeart/2005/8/colors/accent5_2" csCatId="accent5" phldr="1"/>
      <dgm:spPr/>
      <dgm:t>
        <a:bodyPr/>
        <a:lstStyle/>
        <a:p>
          <a:endParaRPr lang="en-US"/>
        </a:p>
      </dgm:t>
    </dgm:pt>
    <dgm:pt modelId="{B66D5CF3-DB85-48D0-9E02-88D03FC32AAF}">
      <dgm:prSet phldrT="[Text]" custT="1"/>
      <dgm:spPr/>
      <dgm:t>
        <a:bodyPr/>
        <a:lstStyle/>
        <a:p>
          <a:r>
            <a:rPr lang="en-US" sz="2000" b="1" smtClean="0">
              <a:solidFill>
                <a:schemeClr val="tx1"/>
              </a:solidFill>
              <a:latin typeface="Calibri" panose="020F0502020204030204" pitchFamily="34" charset="0"/>
            </a:rPr>
            <a:t>Create Task</a:t>
          </a:r>
          <a:endParaRPr lang="en-US" sz="2000" b="1" dirty="0">
            <a:solidFill>
              <a:schemeClr val="tx1"/>
            </a:solidFill>
            <a:latin typeface="Calibri" panose="020F0502020204030204" pitchFamily="34" charset="0"/>
          </a:endParaRPr>
        </a:p>
      </dgm:t>
    </dgm:pt>
    <dgm:pt modelId="{375C0DC2-B2DE-4C4E-BE1A-6992308ABECD}" type="parTrans" cxnId="{355AC621-210D-430F-963F-62959ECC2751}">
      <dgm:prSet/>
      <dgm:spPr/>
      <dgm:t>
        <a:bodyPr/>
        <a:lstStyle/>
        <a:p>
          <a:endParaRPr lang="en-US" sz="2000" b="1">
            <a:latin typeface="Calibri" panose="020F0502020204030204" pitchFamily="34" charset="0"/>
          </a:endParaRPr>
        </a:p>
      </dgm:t>
    </dgm:pt>
    <dgm:pt modelId="{4999C20B-50CE-4843-B102-E6133EDA7C96}" type="sibTrans" cxnId="{355AC621-210D-430F-963F-62959ECC2751}">
      <dgm:prSet custT="1"/>
      <dgm:spPr/>
      <dgm:t>
        <a:bodyPr/>
        <a:lstStyle/>
        <a:p>
          <a:endParaRPr lang="en-US" sz="2000" b="1">
            <a:solidFill>
              <a:schemeClr val="tx1"/>
            </a:solidFill>
            <a:latin typeface="Calibri" panose="020F0502020204030204" pitchFamily="34" charset="0"/>
          </a:endParaRPr>
        </a:p>
      </dgm:t>
    </dgm:pt>
    <dgm:pt modelId="{32CD9597-0ACE-4544-B5B1-722DF4C11F58}">
      <dgm:prSet phldrT="[Text]" custT="1"/>
      <dgm:spPr/>
      <dgm:t>
        <a:bodyPr/>
        <a:lstStyle/>
        <a:p>
          <a:r>
            <a:rPr lang="en-US" sz="2000" b="1" smtClean="0">
              <a:solidFill>
                <a:schemeClr val="tx1"/>
              </a:solidFill>
              <a:latin typeface="Calibri" panose="020F0502020204030204" pitchFamily="34" charset="0"/>
            </a:rPr>
            <a:t>Do Task</a:t>
          </a:r>
          <a:endParaRPr lang="en-US" sz="2000" b="1" dirty="0">
            <a:solidFill>
              <a:schemeClr val="tx1"/>
            </a:solidFill>
            <a:latin typeface="Calibri" panose="020F0502020204030204" pitchFamily="34" charset="0"/>
          </a:endParaRPr>
        </a:p>
      </dgm:t>
    </dgm:pt>
    <dgm:pt modelId="{E62AF05E-A50F-4B58-B7E2-205C34B1D7B1}" type="parTrans" cxnId="{F336C04D-62EE-4848-8D8B-210017F7FAAA}">
      <dgm:prSet/>
      <dgm:spPr/>
      <dgm:t>
        <a:bodyPr/>
        <a:lstStyle/>
        <a:p>
          <a:endParaRPr lang="en-US" sz="2000" b="1">
            <a:latin typeface="Calibri" panose="020F0502020204030204" pitchFamily="34" charset="0"/>
          </a:endParaRPr>
        </a:p>
      </dgm:t>
    </dgm:pt>
    <dgm:pt modelId="{3B421AA3-D33A-417F-BBDD-5583EAD6AE0D}" type="sibTrans" cxnId="{F336C04D-62EE-4848-8D8B-210017F7FAAA}">
      <dgm:prSet custT="1"/>
      <dgm:spPr/>
      <dgm:t>
        <a:bodyPr/>
        <a:lstStyle/>
        <a:p>
          <a:endParaRPr lang="en-US" sz="2000" b="1">
            <a:solidFill>
              <a:schemeClr val="tx1"/>
            </a:solidFill>
            <a:latin typeface="Calibri" panose="020F0502020204030204" pitchFamily="34" charset="0"/>
          </a:endParaRPr>
        </a:p>
      </dgm:t>
    </dgm:pt>
    <dgm:pt modelId="{3DEFB3A8-6016-4CAD-931E-4704434A4960}">
      <dgm:prSet phldrT="[Text]" custT="1"/>
      <dgm:spPr/>
      <dgm:t>
        <a:bodyPr/>
        <a:lstStyle/>
        <a:p>
          <a:r>
            <a:rPr lang="en-US" sz="2000" b="1" smtClean="0">
              <a:solidFill>
                <a:schemeClr val="tx1"/>
              </a:solidFill>
              <a:latin typeface="Calibri" panose="020F0502020204030204" pitchFamily="34" charset="0"/>
            </a:rPr>
            <a:t>Resolve Task</a:t>
          </a:r>
          <a:endParaRPr lang="en-US" sz="2000" b="1" dirty="0">
            <a:solidFill>
              <a:schemeClr val="tx1"/>
            </a:solidFill>
            <a:latin typeface="Calibri" panose="020F0502020204030204" pitchFamily="34" charset="0"/>
          </a:endParaRPr>
        </a:p>
      </dgm:t>
    </dgm:pt>
    <dgm:pt modelId="{BCA61A1D-17DF-4CD6-AC98-A4E781B85B9B}" type="parTrans" cxnId="{41F18893-E3C5-4AFB-A8A6-BAC1FBE8F2F5}">
      <dgm:prSet/>
      <dgm:spPr/>
      <dgm:t>
        <a:bodyPr/>
        <a:lstStyle/>
        <a:p>
          <a:endParaRPr lang="en-US" sz="2000" b="1">
            <a:latin typeface="Calibri" panose="020F0502020204030204" pitchFamily="34" charset="0"/>
          </a:endParaRPr>
        </a:p>
      </dgm:t>
    </dgm:pt>
    <dgm:pt modelId="{CE632F50-862A-4F92-8009-EA65E8A7158E}" type="sibTrans" cxnId="{41F18893-E3C5-4AFB-A8A6-BAC1FBE8F2F5}">
      <dgm:prSet custT="1"/>
      <dgm:spPr/>
      <dgm:t>
        <a:bodyPr/>
        <a:lstStyle/>
        <a:p>
          <a:endParaRPr lang="en-US" sz="2000" b="1">
            <a:solidFill>
              <a:schemeClr val="tx1"/>
            </a:solidFill>
            <a:latin typeface="Calibri" panose="020F0502020204030204" pitchFamily="34" charset="0"/>
          </a:endParaRPr>
        </a:p>
      </dgm:t>
    </dgm:pt>
    <dgm:pt modelId="{9DF252FD-8FE3-4B1E-BF60-C254B265E68E}">
      <dgm:prSet phldrT="[Text]" custT="1"/>
      <dgm:spPr/>
      <dgm:t>
        <a:bodyPr/>
        <a:lstStyle/>
        <a:p>
          <a:r>
            <a:rPr lang="en-US" sz="2000" b="1" smtClean="0">
              <a:solidFill>
                <a:schemeClr val="tx1"/>
              </a:solidFill>
              <a:latin typeface="Calibri" panose="020F0502020204030204" pitchFamily="34" charset="0"/>
            </a:rPr>
            <a:t>Close Task</a:t>
          </a:r>
          <a:endParaRPr lang="en-US" sz="2000" b="1" dirty="0">
            <a:solidFill>
              <a:schemeClr val="tx1"/>
            </a:solidFill>
            <a:latin typeface="Calibri" panose="020F0502020204030204" pitchFamily="34" charset="0"/>
          </a:endParaRPr>
        </a:p>
      </dgm:t>
    </dgm:pt>
    <dgm:pt modelId="{B636AFB7-863A-4150-BA93-C8166995244A}" type="parTrans" cxnId="{D4087F37-6088-4687-B1EF-5DF35643AC0C}">
      <dgm:prSet/>
      <dgm:spPr/>
      <dgm:t>
        <a:bodyPr/>
        <a:lstStyle/>
        <a:p>
          <a:endParaRPr lang="en-US" sz="2000" b="1">
            <a:latin typeface="Calibri" panose="020F0502020204030204" pitchFamily="34" charset="0"/>
          </a:endParaRPr>
        </a:p>
      </dgm:t>
    </dgm:pt>
    <dgm:pt modelId="{9340515B-9302-4316-828A-E572AF1CCA07}" type="sibTrans" cxnId="{D4087F37-6088-4687-B1EF-5DF35643AC0C}">
      <dgm:prSet/>
      <dgm:spPr/>
      <dgm:t>
        <a:bodyPr/>
        <a:lstStyle/>
        <a:p>
          <a:endParaRPr lang="en-US" sz="2000" b="1">
            <a:latin typeface="Calibri" panose="020F0502020204030204" pitchFamily="34" charset="0"/>
          </a:endParaRPr>
        </a:p>
      </dgm:t>
    </dgm:pt>
    <dgm:pt modelId="{F004FDFF-FDA9-4F52-A4BE-E43A98684FAC}" type="pres">
      <dgm:prSet presAssocID="{F755EFC7-D963-436D-8B36-0D0226B248AC}" presName="Name0" presStyleCnt="0">
        <dgm:presLayoutVars>
          <dgm:chMax val="7"/>
          <dgm:chPref val="5"/>
        </dgm:presLayoutVars>
      </dgm:prSet>
      <dgm:spPr/>
      <dgm:t>
        <a:bodyPr/>
        <a:lstStyle/>
        <a:p>
          <a:endParaRPr lang="en-US"/>
        </a:p>
      </dgm:t>
    </dgm:pt>
    <dgm:pt modelId="{E9F6AF79-9D09-440B-9D3A-9DF782FCF66D}" type="pres">
      <dgm:prSet presAssocID="{F755EFC7-D963-436D-8B36-0D0226B248AC}" presName="arrowNode" presStyleLbl="node1" presStyleIdx="0" presStyleCnt="1"/>
      <dgm:spPr/>
    </dgm:pt>
    <dgm:pt modelId="{6A0BC359-4449-4740-B721-7A3C95787926}" type="pres">
      <dgm:prSet presAssocID="{B66D5CF3-DB85-48D0-9E02-88D03FC32AAF}" presName="txNode1" presStyleLbl="revTx" presStyleIdx="0" presStyleCnt="4">
        <dgm:presLayoutVars>
          <dgm:bulletEnabled val="1"/>
        </dgm:presLayoutVars>
      </dgm:prSet>
      <dgm:spPr/>
      <dgm:t>
        <a:bodyPr/>
        <a:lstStyle/>
        <a:p>
          <a:endParaRPr lang="en-US"/>
        </a:p>
      </dgm:t>
    </dgm:pt>
    <dgm:pt modelId="{04F03EE3-D661-4138-B7BB-2B1468B654D0}" type="pres">
      <dgm:prSet presAssocID="{32CD9597-0ACE-4544-B5B1-722DF4C11F58}" presName="txNode2" presStyleLbl="revTx" presStyleIdx="1" presStyleCnt="4">
        <dgm:presLayoutVars>
          <dgm:bulletEnabled val="1"/>
        </dgm:presLayoutVars>
      </dgm:prSet>
      <dgm:spPr/>
      <dgm:t>
        <a:bodyPr/>
        <a:lstStyle/>
        <a:p>
          <a:endParaRPr lang="en-US"/>
        </a:p>
      </dgm:t>
    </dgm:pt>
    <dgm:pt modelId="{EAAEBC79-C809-4136-A274-F5B6CD42F8BE}" type="pres">
      <dgm:prSet presAssocID="{3B421AA3-D33A-417F-BBDD-5583EAD6AE0D}" presName="dotNode2" presStyleCnt="0"/>
      <dgm:spPr/>
    </dgm:pt>
    <dgm:pt modelId="{54ADCB3E-8682-47DC-9E4E-27BE24E00742}" type="pres">
      <dgm:prSet presAssocID="{3B421AA3-D33A-417F-BBDD-5583EAD6AE0D}" presName="dotRepeatNode" presStyleLbl="fgShp" presStyleIdx="0" presStyleCnt="2"/>
      <dgm:spPr/>
      <dgm:t>
        <a:bodyPr/>
        <a:lstStyle/>
        <a:p>
          <a:endParaRPr lang="en-US"/>
        </a:p>
      </dgm:t>
    </dgm:pt>
    <dgm:pt modelId="{B820F8EF-C8A5-4499-88EC-6F010D87BFEC}" type="pres">
      <dgm:prSet presAssocID="{3DEFB3A8-6016-4CAD-931E-4704434A4960}" presName="txNode3" presStyleLbl="revTx" presStyleIdx="2" presStyleCnt="4">
        <dgm:presLayoutVars>
          <dgm:bulletEnabled val="1"/>
        </dgm:presLayoutVars>
      </dgm:prSet>
      <dgm:spPr/>
      <dgm:t>
        <a:bodyPr/>
        <a:lstStyle/>
        <a:p>
          <a:endParaRPr lang="en-US"/>
        </a:p>
      </dgm:t>
    </dgm:pt>
    <dgm:pt modelId="{08C3E308-561C-4D16-9766-979A6DC6436C}" type="pres">
      <dgm:prSet presAssocID="{CE632F50-862A-4F92-8009-EA65E8A7158E}" presName="dotNode3" presStyleCnt="0"/>
      <dgm:spPr/>
    </dgm:pt>
    <dgm:pt modelId="{7CD42822-48E9-4D8A-802D-2216F217DDD6}" type="pres">
      <dgm:prSet presAssocID="{CE632F50-862A-4F92-8009-EA65E8A7158E}" presName="dotRepeatNode" presStyleLbl="fgShp" presStyleIdx="1" presStyleCnt="2"/>
      <dgm:spPr/>
      <dgm:t>
        <a:bodyPr/>
        <a:lstStyle/>
        <a:p>
          <a:endParaRPr lang="en-US"/>
        </a:p>
      </dgm:t>
    </dgm:pt>
    <dgm:pt modelId="{AE6A6AFC-2BDA-4810-8DB9-1F2E901EC15F}" type="pres">
      <dgm:prSet presAssocID="{9DF252FD-8FE3-4B1E-BF60-C254B265E68E}" presName="txNode4" presStyleLbl="revTx" presStyleIdx="3" presStyleCnt="4">
        <dgm:presLayoutVars>
          <dgm:bulletEnabled val="1"/>
        </dgm:presLayoutVars>
      </dgm:prSet>
      <dgm:spPr/>
      <dgm:t>
        <a:bodyPr/>
        <a:lstStyle/>
        <a:p>
          <a:endParaRPr lang="en-US"/>
        </a:p>
      </dgm:t>
    </dgm:pt>
  </dgm:ptLst>
  <dgm:cxnLst>
    <dgm:cxn modelId="{E6CC9973-C420-48A0-89CF-A1172ABED85A}" type="presOf" srcId="{B66D5CF3-DB85-48D0-9E02-88D03FC32AAF}" destId="{6A0BC359-4449-4740-B721-7A3C95787926}" srcOrd="0" destOrd="0" presId="urn:microsoft.com/office/officeart/2009/3/layout/DescendingProcess"/>
    <dgm:cxn modelId="{D4087F37-6088-4687-B1EF-5DF35643AC0C}" srcId="{F755EFC7-D963-436D-8B36-0D0226B248AC}" destId="{9DF252FD-8FE3-4B1E-BF60-C254B265E68E}" srcOrd="3" destOrd="0" parTransId="{B636AFB7-863A-4150-BA93-C8166995244A}" sibTransId="{9340515B-9302-4316-828A-E572AF1CCA07}"/>
    <dgm:cxn modelId="{355AC621-210D-430F-963F-62959ECC2751}" srcId="{F755EFC7-D963-436D-8B36-0D0226B248AC}" destId="{B66D5CF3-DB85-48D0-9E02-88D03FC32AAF}" srcOrd="0" destOrd="0" parTransId="{375C0DC2-B2DE-4C4E-BE1A-6992308ABECD}" sibTransId="{4999C20B-50CE-4843-B102-E6133EDA7C96}"/>
    <dgm:cxn modelId="{C36A61AF-F51C-48ED-B359-0667AA7D115F}" type="presOf" srcId="{CE632F50-862A-4F92-8009-EA65E8A7158E}" destId="{7CD42822-48E9-4D8A-802D-2216F217DDD6}" srcOrd="0" destOrd="0" presId="urn:microsoft.com/office/officeart/2009/3/layout/DescendingProcess"/>
    <dgm:cxn modelId="{41F18893-E3C5-4AFB-A8A6-BAC1FBE8F2F5}" srcId="{F755EFC7-D963-436D-8B36-0D0226B248AC}" destId="{3DEFB3A8-6016-4CAD-931E-4704434A4960}" srcOrd="2" destOrd="0" parTransId="{BCA61A1D-17DF-4CD6-AC98-A4E781B85B9B}" sibTransId="{CE632F50-862A-4F92-8009-EA65E8A7158E}"/>
    <dgm:cxn modelId="{3B4CB110-48AD-4986-8DF1-8F1590E95AFF}" type="presOf" srcId="{9DF252FD-8FE3-4B1E-BF60-C254B265E68E}" destId="{AE6A6AFC-2BDA-4810-8DB9-1F2E901EC15F}" srcOrd="0" destOrd="0" presId="urn:microsoft.com/office/officeart/2009/3/layout/DescendingProcess"/>
    <dgm:cxn modelId="{9421CBFF-C1CB-404C-9F9E-EBDDD3406498}" type="presOf" srcId="{F755EFC7-D963-436D-8B36-0D0226B248AC}" destId="{F004FDFF-FDA9-4F52-A4BE-E43A98684FAC}" srcOrd="0" destOrd="0" presId="urn:microsoft.com/office/officeart/2009/3/layout/DescendingProcess"/>
    <dgm:cxn modelId="{B230FB69-E806-4D35-BCC6-6C603E5245C7}" type="presOf" srcId="{32CD9597-0ACE-4544-B5B1-722DF4C11F58}" destId="{04F03EE3-D661-4138-B7BB-2B1468B654D0}" srcOrd="0" destOrd="0" presId="urn:microsoft.com/office/officeart/2009/3/layout/DescendingProcess"/>
    <dgm:cxn modelId="{F336C04D-62EE-4848-8D8B-210017F7FAAA}" srcId="{F755EFC7-D963-436D-8B36-0D0226B248AC}" destId="{32CD9597-0ACE-4544-B5B1-722DF4C11F58}" srcOrd="1" destOrd="0" parTransId="{E62AF05E-A50F-4B58-B7E2-205C34B1D7B1}" sibTransId="{3B421AA3-D33A-417F-BBDD-5583EAD6AE0D}"/>
    <dgm:cxn modelId="{7E3C760E-9937-4F54-B54F-F25EB5F7FD39}" type="presOf" srcId="{3B421AA3-D33A-417F-BBDD-5583EAD6AE0D}" destId="{54ADCB3E-8682-47DC-9E4E-27BE24E00742}" srcOrd="0" destOrd="0" presId="urn:microsoft.com/office/officeart/2009/3/layout/DescendingProcess"/>
    <dgm:cxn modelId="{20012113-3C54-4EA6-B48A-FAFA629D6306}" type="presOf" srcId="{3DEFB3A8-6016-4CAD-931E-4704434A4960}" destId="{B820F8EF-C8A5-4499-88EC-6F010D87BFEC}" srcOrd="0" destOrd="0" presId="urn:microsoft.com/office/officeart/2009/3/layout/DescendingProcess"/>
    <dgm:cxn modelId="{7929F12D-68F0-48F9-A3DF-14415520039F}" type="presParOf" srcId="{F004FDFF-FDA9-4F52-A4BE-E43A98684FAC}" destId="{E9F6AF79-9D09-440B-9D3A-9DF782FCF66D}" srcOrd="0" destOrd="0" presId="urn:microsoft.com/office/officeart/2009/3/layout/DescendingProcess"/>
    <dgm:cxn modelId="{A511EF41-AB8A-4805-ADC3-6D7F230290C1}" type="presParOf" srcId="{F004FDFF-FDA9-4F52-A4BE-E43A98684FAC}" destId="{6A0BC359-4449-4740-B721-7A3C95787926}" srcOrd="1" destOrd="0" presId="urn:microsoft.com/office/officeart/2009/3/layout/DescendingProcess"/>
    <dgm:cxn modelId="{3E6BB2B7-EFF6-4A1D-8C7B-664F65FB0AC5}" type="presParOf" srcId="{F004FDFF-FDA9-4F52-A4BE-E43A98684FAC}" destId="{04F03EE3-D661-4138-B7BB-2B1468B654D0}" srcOrd="2" destOrd="0" presId="urn:microsoft.com/office/officeart/2009/3/layout/DescendingProcess"/>
    <dgm:cxn modelId="{E58705DA-BF11-4EE3-951B-7531E362538D}" type="presParOf" srcId="{F004FDFF-FDA9-4F52-A4BE-E43A98684FAC}" destId="{EAAEBC79-C809-4136-A274-F5B6CD42F8BE}" srcOrd="3" destOrd="0" presId="urn:microsoft.com/office/officeart/2009/3/layout/DescendingProcess"/>
    <dgm:cxn modelId="{396173D0-29E7-4761-A762-797F84EF4F7A}" type="presParOf" srcId="{EAAEBC79-C809-4136-A274-F5B6CD42F8BE}" destId="{54ADCB3E-8682-47DC-9E4E-27BE24E00742}" srcOrd="0" destOrd="0" presId="urn:microsoft.com/office/officeart/2009/3/layout/DescendingProcess"/>
    <dgm:cxn modelId="{130DCA6B-CCE1-4B6F-AEC1-C52D57732EA8}" type="presParOf" srcId="{F004FDFF-FDA9-4F52-A4BE-E43A98684FAC}" destId="{B820F8EF-C8A5-4499-88EC-6F010D87BFEC}" srcOrd="4" destOrd="0" presId="urn:microsoft.com/office/officeart/2009/3/layout/DescendingProcess"/>
    <dgm:cxn modelId="{4204B9ED-20F8-4865-9332-89A6346611C0}" type="presParOf" srcId="{F004FDFF-FDA9-4F52-A4BE-E43A98684FAC}" destId="{08C3E308-561C-4D16-9766-979A6DC6436C}" srcOrd="5" destOrd="0" presId="urn:microsoft.com/office/officeart/2009/3/layout/DescendingProcess"/>
    <dgm:cxn modelId="{EF683787-B93D-4911-B044-9839C326BC73}" type="presParOf" srcId="{08C3E308-561C-4D16-9766-979A6DC6436C}" destId="{7CD42822-48E9-4D8A-802D-2216F217DDD6}" srcOrd="0" destOrd="0" presId="urn:microsoft.com/office/officeart/2009/3/layout/DescendingProcess"/>
    <dgm:cxn modelId="{73C94BC2-6B78-4B08-A7C8-34C6571293EB}" type="presParOf" srcId="{F004FDFF-FDA9-4F52-A4BE-E43A98684FAC}" destId="{AE6A6AFC-2BDA-4810-8DB9-1F2E901EC15F}" srcOrd="6" destOrd="0" presId="urn:microsoft.com/office/officeart/2009/3/layout/DescendingProcess"/>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6.xml><?xml version="1.0" encoding="utf-8"?>
<dgm:dataModel xmlns:dgm="http://schemas.openxmlformats.org/drawingml/2006/diagram" xmlns:a="http://schemas.openxmlformats.org/drawingml/2006/main">
  <dgm:ptLst>
    <dgm:pt modelId="{F755EFC7-D963-436D-8B36-0D0226B248AC}" type="doc">
      <dgm:prSet loTypeId="urn:microsoft.com/office/officeart/2009/3/layout/DescendingProcess" loCatId="process" qsTypeId="urn:microsoft.com/office/officeart/2005/8/quickstyle/simple1" qsCatId="simple" csTypeId="urn:microsoft.com/office/officeart/2005/8/colors/accent5_2" csCatId="accent5" phldr="1"/>
      <dgm:spPr/>
      <dgm:t>
        <a:bodyPr/>
        <a:lstStyle/>
        <a:p>
          <a:endParaRPr lang="en-US"/>
        </a:p>
      </dgm:t>
    </dgm:pt>
    <dgm:pt modelId="{B66D5CF3-DB85-48D0-9E02-88D03FC32AAF}">
      <dgm:prSet phldrT="[Text]" custT="1"/>
      <dgm:spPr/>
      <dgm:t>
        <a:bodyPr/>
        <a:lstStyle/>
        <a:p>
          <a:r>
            <a:rPr lang="en-US" sz="2000" b="1" dirty="0" smtClean="0">
              <a:solidFill>
                <a:schemeClr val="tx1"/>
              </a:solidFill>
              <a:latin typeface="Calibri" panose="020F0502020204030204" pitchFamily="34" charset="0"/>
            </a:rPr>
            <a:t>Create Bug</a:t>
          </a:r>
          <a:endParaRPr lang="en-US" sz="2000" b="1" dirty="0">
            <a:solidFill>
              <a:schemeClr val="tx1"/>
            </a:solidFill>
            <a:latin typeface="Calibri" panose="020F0502020204030204" pitchFamily="34" charset="0"/>
          </a:endParaRPr>
        </a:p>
      </dgm:t>
    </dgm:pt>
    <dgm:pt modelId="{375C0DC2-B2DE-4C4E-BE1A-6992308ABECD}" type="parTrans" cxnId="{355AC621-210D-430F-963F-62959ECC2751}">
      <dgm:prSet/>
      <dgm:spPr/>
      <dgm:t>
        <a:bodyPr/>
        <a:lstStyle/>
        <a:p>
          <a:endParaRPr lang="en-US" sz="2000" b="1">
            <a:latin typeface="Calibri" panose="020F0502020204030204" pitchFamily="34" charset="0"/>
          </a:endParaRPr>
        </a:p>
      </dgm:t>
    </dgm:pt>
    <dgm:pt modelId="{4999C20B-50CE-4843-B102-E6133EDA7C96}" type="sibTrans" cxnId="{355AC621-210D-430F-963F-62959ECC2751}">
      <dgm:prSet custT="1"/>
      <dgm:spPr/>
      <dgm:t>
        <a:bodyPr/>
        <a:lstStyle/>
        <a:p>
          <a:endParaRPr lang="en-US" sz="2000" b="1">
            <a:solidFill>
              <a:schemeClr val="tx1"/>
            </a:solidFill>
            <a:latin typeface="Calibri" panose="020F0502020204030204" pitchFamily="34" charset="0"/>
          </a:endParaRPr>
        </a:p>
      </dgm:t>
    </dgm:pt>
    <dgm:pt modelId="{3DEFB3A8-6016-4CAD-931E-4704434A4960}">
      <dgm:prSet phldrT="[Text]" custT="1"/>
      <dgm:spPr/>
      <dgm:t>
        <a:bodyPr/>
        <a:lstStyle/>
        <a:p>
          <a:r>
            <a:rPr lang="en-US" sz="2000" b="1" dirty="0" smtClean="0">
              <a:solidFill>
                <a:schemeClr val="tx1"/>
              </a:solidFill>
              <a:latin typeface="Calibri" panose="020F0502020204030204" pitchFamily="34" charset="0"/>
            </a:rPr>
            <a:t>Resolve Bug</a:t>
          </a:r>
          <a:endParaRPr lang="en-US" sz="2000" b="1" dirty="0">
            <a:solidFill>
              <a:schemeClr val="tx1"/>
            </a:solidFill>
            <a:latin typeface="Calibri" panose="020F0502020204030204" pitchFamily="34" charset="0"/>
          </a:endParaRPr>
        </a:p>
      </dgm:t>
    </dgm:pt>
    <dgm:pt modelId="{BCA61A1D-17DF-4CD6-AC98-A4E781B85B9B}" type="parTrans" cxnId="{41F18893-E3C5-4AFB-A8A6-BAC1FBE8F2F5}">
      <dgm:prSet/>
      <dgm:spPr/>
      <dgm:t>
        <a:bodyPr/>
        <a:lstStyle/>
        <a:p>
          <a:endParaRPr lang="en-US" sz="2000" b="1">
            <a:latin typeface="Calibri" panose="020F0502020204030204" pitchFamily="34" charset="0"/>
          </a:endParaRPr>
        </a:p>
      </dgm:t>
    </dgm:pt>
    <dgm:pt modelId="{CE632F50-862A-4F92-8009-EA65E8A7158E}" type="sibTrans" cxnId="{41F18893-E3C5-4AFB-A8A6-BAC1FBE8F2F5}">
      <dgm:prSet custT="1"/>
      <dgm:spPr/>
      <dgm:t>
        <a:bodyPr/>
        <a:lstStyle/>
        <a:p>
          <a:endParaRPr lang="en-US" sz="2000" b="1">
            <a:solidFill>
              <a:schemeClr val="tx1"/>
            </a:solidFill>
            <a:latin typeface="Calibri" panose="020F0502020204030204" pitchFamily="34" charset="0"/>
          </a:endParaRPr>
        </a:p>
      </dgm:t>
    </dgm:pt>
    <dgm:pt modelId="{9DF252FD-8FE3-4B1E-BF60-C254B265E68E}">
      <dgm:prSet phldrT="[Text]" custT="1"/>
      <dgm:spPr/>
      <dgm:t>
        <a:bodyPr/>
        <a:lstStyle/>
        <a:p>
          <a:r>
            <a:rPr lang="en-US" sz="2000" b="1" dirty="0" smtClean="0">
              <a:solidFill>
                <a:schemeClr val="tx1"/>
              </a:solidFill>
              <a:latin typeface="Calibri" panose="020F0502020204030204" pitchFamily="34" charset="0"/>
            </a:rPr>
            <a:t>Close Bug</a:t>
          </a:r>
          <a:endParaRPr lang="en-US" sz="2000" b="1" dirty="0">
            <a:solidFill>
              <a:schemeClr val="tx1"/>
            </a:solidFill>
            <a:latin typeface="Calibri" panose="020F0502020204030204" pitchFamily="34" charset="0"/>
          </a:endParaRPr>
        </a:p>
      </dgm:t>
    </dgm:pt>
    <dgm:pt modelId="{B636AFB7-863A-4150-BA93-C8166995244A}" type="parTrans" cxnId="{D4087F37-6088-4687-B1EF-5DF35643AC0C}">
      <dgm:prSet/>
      <dgm:spPr/>
      <dgm:t>
        <a:bodyPr/>
        <a:lstStyle/>
        <a:p>
          <a:endParaRPr lang="en-US" sz="2000" b="1">
            <a:latin typeface="Calibri" panose="020F0502020204030204" pitchFamily="34" charset="0"/>
          </a:endParaRPr>
        </a:p>
      </dgm:t>
    </dgm:pt>
    <dgm:pt modelId="{9340515B-9302-4316-828A-E572AF1CCA07}" type="sibTrans" cxnId="{D4087F37-6088-4687-B1EF-5DF35643AC0C}">
      <dgm:prSet/>
      <dgm:spPr/>
      <dgm:t>
        <a:bodyPr/>
        <a:lstStyle/>
        <a:p>
          <a:endParaRPr lang="en-US" sz="2000" b="1">
            <a:latin typeface="Calibri" panose="020F0502020204030204" pitchFamily="34" charset="0"/>
          </a:endParaRPr>
        </a:p>
      </dgm:t>
    </dgm:pt>
    <dgm:pt modelId="{F004FDFF-FDA9-4F52-A4BE-E43A98684FAC}" type="pres">
      <dgm:prSet presAssocID="{F755EFC7-D963-436D-8B36-0D0226B248AC}" presName="Name0" presStyleCnt="0">
        <dgm:presLayoutVars>
          <dgm:chMax val="7"/>
          <dgm:chPref val="5"/>
        </dgm:presLayoutVars>
      </dgm:prSet>
      <dgm:spPr/>
      <dgm:t>
        <a:bodyPr/>
        <a:lstStyle/>
        <a:p>
          <a:endParaRPr lang="en-US"/>
        </a:p>
      </dgm:t>
    </dgm:pt>
    <dgm:pt modelId="{E9F6AF79-9D09-440B-9D3A-9DF782FCF66D}" type="pres">
      <dgm:prSet presAssocID="{F755EFC7-D963-436D-8B36-0D0226B248AC}" presName="arrowNode" presStyleLbl="node1" presStyleIdx="0" presStyleCnt="1"/>
      <dgm:spPr/>
    </dgm:pt>
    <dgm:pt modelId="{6A0BC359-4449-4740-B721-7A3C95787926}" type="pres">
      <dgm:prSet presAssocID="{B66D5CF3-DB85-48D0-9E02-88D03FC32AAF}" presName="txNode1" presStyleLbl="revTx" presStyleIdx="0" presStyleCnt="3">
        <dgm:presLayoutVars>
          <dgm:bulletEnabled val="1"/>
        </dgm:presLayoutVars>
      </dgm:prSet>
      <dgm:spPr/>
      <dgm:t>
        <a:bodyPr/>
        <a:lstStyle/>
        <a:p>
          <a:endParaRPr lang="en-US"/>
        </a:p>
      </dgm:t>
    </dgm:pt>
    <dgm:pt modelId="{C870563A-0EA6-410F-AD1F-2B63D646D091}" type="pres">
      <dgm:prSet presAssocID="{3DEFB3A8-6016-4CAD-931E-4704434A4960}" presName="txNode2" presStyleLbl="revTx" presStyleIdx="1" presStyleCnt="3">
        <dgm:presLayoutVars>
          <dgm:bulletEnabled val="1"/>
        </dgm:presLayoutVars>
      </dgm:prSet>
      <dgm:spPr/>
      <dgm:t>
        <a:bodyPr/>
        <a:lstStyle/>
        <a:p>
          <a:endParaRPr lang="en-US"/>
        </a:p>
      </dgm:t>
    </dgm:pt>
    <dgm:pt modelId="{2CB7437B-B7E8-486E-9979-3259969E9B85}" type="pres">
      <dgm:prSet presAssocID="{CE632F50-862A-4F92-8009-EA65E8A7158E}" presName="dotNode2" presStyleCnt="0"/>
      <dgm:spPr/>
    </dgm:pt>
    <dgm:pt modelId="{7CD42822-48E9-4D8A-802D-2216F217DDD6}" type="pres">
      <dgm:prSet presAssocID="{CE632F50-862A-4F92-8009-EA65E8A7158E}" presName="dotRepeatNode" presStyleLbl="fgShp" presStyleIdx="0" presStyleCnt="1"/>
      <dgm:spPr/>
      <dgm:t>
        <a:bodyPr/>
        <a:lstStyle/>
        <a:p>
          <a:endParaRPr lang="en-US"/>
        </a:p>
      </dgm:t>
    </dgm:pt>
    <dgm:pt modelId="{5AE80F45-70E1-4201-91F3-94293C347814}" type="pres">
      <dgm:prSet presAssocID="{9DF252FD-8FE3-4B1E-BF60-C254B265E68E}" presName="txNode3" presStyleLbl="revTx" presStyleIdx="2" presStyleCnt="3">
        <dgm:presLayoutVars>
          <dgm:bulletEnabled val="1"/>
        </dgm:presLayoutVars>
      </dgm:prSet>
      <dgm:spPr/>
      <dgm:t>
        <a:bodyPr/>
        <a:lstStyle/>
        <a:p>
          <a:endParaRPr lang="en-US"/>
        </a:p>
      </dgm:t>
    </dgm:pt>
  </dgm:ptLst>
  <dgm:cxnLst>
    <dgm:cxn modelId="{355AC621-210D-430F-963F-62959ECC2751}" srcId="{F755EFC7-D963-436D-8B36-0D0226B248AC}" destId="{B66D5CF3-DB85-48D0-9E02-88D03FC32AAF}" srcOrd="0" destOrd="0" parTransId="{375C0DC2-B2DE-4C4E-BE1A-6992308ABECD}" sibTransId="{4999C20B-50CE-4843-B102-E6133EDA7C96}"/>
    <dgm:cxn modelId="{29452609-109F-411B-83A8-6E6250457354}" type="presOf" srcId="{3DEFB3A8-6016-4CAD-931E-4704434A4960}" destId="{C870563A-0EA6-410F-AD1F-2B63D646D091}" srcOrd="0" destOrd="0" presId="urn:microsoft.com/office/officeart/2009/3/layout/DescendingProcess"/>
    <dgm:cxn modelId="{CB5B7E12-9237-4694-87BE-4C77D9DA274A}" type="presOf" srcId="{CE632F50-862A-4F92-8009-EA65E8A7158E}" destId="{7CD42822-48E9-4D8A-802D-2216F217DDD6}" srcOrd="0" destOrd="0" presId="urn:microsoft.com/office/officeart/2009/3/layout/DescendingProcess"/>
    <dgm:cxn modelId="{53C5AD19-6FA5-4429-8F93-B4B35BFDC9CD}" type="presOf" srcId="{F755EFC7-D963-436D-8B36-0D0226B248AC}" destId="{F004FDFF-FDA9-4F52-A4BE-E43A98684FAC}" srcOrd="0" destOrd="0" presId="urn:microsoft.com/office/officeart/2009/3/layout/DescendingProcess"/>
    <dgm:cxn modelId="{41F18893-E3C5-4AFB-A8A6-BAC1FBE8F2F5}" srcId="{F755EFC7-D963-436D-8B36-0D0226B248AC}" destId="{3DEFB3A8-6016-4CAD-931E-4704434A4960}" srcOrd="1" destOrd="0" parTransId="{BCA61A1D-17DF-4CD6-AC98-A4E781B85B9B}" sibTransId="{CE632F50-862A-4F92-8009-EA65E8A7158E}"/>
    <dgm:cxn modelId="{D4087F37-6088-4687-B1EF-5DF35643AC0C}" srcId="{F755EFC7-D963-436D-8B36-0D0226B248AC}" destId="{9DF252FD-8FE3-4B1E-BF60-C254B265E68E}" srcOrd="2" destOrd="0" parTransId="{B636AFB7-863A-4150-BA93-C8166995244A}" sibTransId="{9340515B-9302-4316-828A-E572AF1CCA07}"/>
    <dgm:cxn modelId="{AA61C4C4-7F27-47F9-9C70-E7DEFB272144}" type="presOf" srcId="{9DF252FD-8FE3-4B1E-BF60-C254B265E68E}" destId="{5AE80F45-70E1-4201-91F3-94293C347814}" srcOrd="0" destOrd="0" presId="urn:microsoft.com/office/officeart/2009/3/layout/DescendingProcess"/>
    <dgm:cxn modelId="{9DED31BB-DA3F-4F57-B4E5-EB7A37C24BD3}" type="presOf" srcId="{B66D5CF3-DB85-48D0-9E02-88D03FC32AAF}" destId="{6A0BC359-4449-4740-B721-7A3C95787926}" srcOrd="0" destOrd="0" presId="urn:microsoft.com/office/officeart/2009/3/layout/DescendingProcess"/>
    <dgm:cxn modelId="{D7992D72-252A-4831-BA71-3C06B69BA337}" type="presParOf" srcId="{F004FDFF-FDA9-4F52-A4BE-E43A98684FAC}" destId="{E9F6AF79-9D09-440B-9D3A-9DF782FCF66D}" srcOrd="0" destOrd="0" presId="urn:microsoft.com/office/officeart/2009/3/layout/DescendingProcess"/>
    <dgm:cxn modelId="{30D23E4C-9891-404D-911C-1173790DA9CF}" type="presParOf" srcId="{F004FDFF-FDA9-4F52-A4BE-E43A98684FAC}" destId="{6A0BC359-4449-4740-B721-7A3C95787926}" srcOrd="1" destOrd="0" presId="urn:microsoft.com/office/officeart/2009/3/layout/DescendingProcess"/>
    <dgm:cxn modelId="{B3FBA0B2-6014-49E5-958B-47E0E8D6693A}" type="presParOf" srcId="{F004FDFF-FDA9-4F52-A4BE-E43A98684FAC}" destId="{C870563A-0EA6-410F-AD1F-2B63D646D091}" srcOrd="2" destOrd="0" presId="urn:microsoft.com/office/officeart/2009/3/layout/DescendingProcess"/>
    <dgm:cxn modelId="{12968F59-EB88-4CBC-9DA9-38F4C93A3B30}" type="presParOf" srcId="{F004FDFF-FDA9-4F52-A4BE-E43A98684FAC}" destId="{2CB7437B-B7E8-486E-9979-3259969E9B85}" srcOrd="3" destOrd="0" presId="urn:microsoft.com/office/officeart/2009/3/layout/DescendingProcess"/>
    <dgm:cxn modelId="{8121D144-F2DD-405E-8ADE-D392D304783E}" type="presParOf" srcId="{2CB7437B-B7E8-486E-9979-3259969E9B85}" destId="{7CD42822-48E9-4D8A-802D-2216F217DDD6}" srcOrd="0" destOrd="0" presId="urn:microsoft.com/office/officeart/2009/3/layout/DescendingProcess"/>
    <dgm:cxn modelId="{5B3A3659-5EB9-485C-A96A-B64AF3166F2C}" type="presParOf" srcId="{F004FDFF-FDA9-4F52-A4BE-E43A98684FAC}" destId="{5AE80F45-70E1-4201-91F3-94293C347814}" srcOrd="4" destOrd="0" presId="urn:microsoft.com/office/officeart/2009/3/layout/DescendingProcess"/>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7.xml><?xml version="1.0" encoding="utf-8"?>
<dgm:dataModel xmlns:dgm="http://schemas.openxmlformats.org/drawingml/2006/diagram" xmlns:a="http://schemas.openxmlformats.org/drawingml/2006/main">
  <dgm:ptLst>
    <dgm:pt modelId="{8189C0CF-CC8F-485E-B780-23DE5B41245D}" type="doc">
      <dgm:prSet loTypeId="urn:microsoft.com/office/officeart/2008/layout/VerticalCurvedList" loCatId="list" qsTypeId="urn:microsoft.com/office/officeart/2005/8/quickstyle/simple1" qsCatId="simple" csTypeId="urn:microsoft.com/office/officeart/2005/8/colors/accent1_2" csCatId="accent1" phldr="1"/>
      <dgm:spPr/>
      <dgm:t>
        <a:bodyPr/>
        <a:lstStyle/>
        <a:p>
          <a:endParaRPr lang="en-US"/>
        </a:p>
      </dgm:t>
    </dgm:pt>
    <dgm:pt modelId="{4CF5BB51-CC84-4F11-AAB8-9384F0DCAB06}">
      <dgm:prSet custT="1">
        <dgm:style>
          <a:lnRef idx="2">
            <a:schemeClr val="accent1">
              <a:shade val="50000"/>
            </a:schemeClr>
          </a:lnRef>
          <a:fillRef idx="1">
            <a:schemeClr val="accent1"/>
          </a:fillRef>
          <a:effectRef idx="0">
            <a:schemeClr val="accent1"/>
          </a:effectRef>
          <a:fontRef idx="minor">
            <a:schemeClr val="lt1"/>
          </a:fontRef>
        </dgm:style>
      </dgm:prSet>
      <dgm:spPr/>
      <dgm:t>
        <a:bodyPr/>
        <a:lstStyle/>
        <a:p>
          <a:pPr rtl="0"/>
          <a:r>
            <a:rPr lang="en-US" sz="3200" dirty="0" smtClean="0"/>
            <a:t>Jira overview</a:t>
          </a:r>
          <a:endParaRPr lang="en-US" sz="3200" dirty="0"/>
        </a:p>
      </dgm:t>
    </dgm:pt>
    <dgm:pt modelId="{C5CC9C1D-ADC8-4D03-B28F-496162908343}" type="parTrans" cxnId="{E396E657-E866-4187-87E2-42C8A70E0BD1}">
      <dgm:prSet/>
      <dgm:spPr/>
      <dgm:t>
        <a:bodyPr/>
        <a:lstStyle/>
        <a:p>
          <a:endParaRPr lang="en-US" sz="3200"/>
        </a:p>
      </dgm:t>
    </dgm:pt>
    <dgm:pt modelId="{0E4E75D6-6716-4528-A270-A8C49D994E8E}" type="sibTrans" cxnId="{E396E657-E866-4187-87E2-42C8A70E0BD1}">
      <dgm:prSet/>
      <dgm:spPr/>
      <dgm:t>
        <a:bodyPr/>
        <a:lstStyle/>
        <a:p>
          <a:endParaRPr lang="en-US" sz="3200"/>
        </a:p>
      </dgm:t>
    </dgm:pt>
    <dgm:pt modelId="{0E039E24-4427-4073-8980-991CB952E737}">
      <dgm:prSet custT="1"/>
      <dgm:spPr/>
      <dgm:t>
        <a:bodyPr/>
        <a:lstStyle/>
        <a:p>
          <a:pPr rtl="0"/>
          <a:r>
            <a:rPr lang="en-US" sz="1600" b="1" dirty="0" smtClean="0"/>
            <a:t>Work Process in Jira</a:t>
          </a:r>
          <a:endParaRPr lang="en-US" sz="1600" b="1" dirty="0"/>
        </a:p>
      </dgm:t>
    </dgm:pt>
    <dgm:pt modelId="{9BBD43AF-9048-401A-A84A-A58E516FA2AC}" type="parTrans" cxnId="{393DAABF-05BC-4033-BEA4-FF7ACB3D1982}">
      <dgm:prSet/>
      <dgm:spPr/>
      <dgm:t>
        <a:bodyPr/>
        <a:lstStyle/>
        <a:p>
          <a:endParaRPr lang="en-US" sz="3200"/>
        </a:p>
      </dgm:t>
    </dgm:pt>
    <dgm:pt modelId="{91DEF93E-94B3-4247-B5A7-76AFAC02B39F}" type="sibTrans" cxnId="{393DAABF-05BC-4033-BEA4-FF7ACB3D1982}">
      <dgm:prSet/>
      <dgm:spPr/>
      <dgm:t>
        <a:bodyPr/>
        <a:lstStyle/>
        <a:p>
          <a:endParaRPr lang="en-US" sz="3200"/>
        </a:p>
      </dgm:t>
    </dgm:pt>
    <dgm:pt modelId="{61892DA4-7519-44D6-A458-12EB2FAE3BD7}">
      <dgm:prSet custT="1">
        <dgm:style>
          <a:lnRef idx="2">
            <a:schemeClr val="dk1">
              <a:shade val="50000"/>
            </a:schemeClr>
          </a:lnRef>
          <a:fillRef idx="1">
            <a:schemeClr val="dk1"/>
          </a:fillRef>
          <a:effectRef idx="0">
            <a:schemeClr val="dk1"/>
          </a:effectRef>
          <a:fontRef idx="minor">
            <a:schemeClr val="lt1"/>
          </a:fontRef>
        </dgm:style>
      </dgm:prSet>
      <dgm:spPr/>
      <dgm:t>
        <a:bodyPr/>
        <a:lstStyle/>
        <a:p>
          <a:pPr rtl="0"/>
          <a:r>
            <a:rPr lang="en-US" sz="3200" dirty="0" smtClean="0"/>
            <a:t>Dash Board</a:t>
          </a:r>
          <a:endParaRPr lang="en-US" sz="3200" dirty="0"/>
        </a:p>
      </dgm:t>
    </dgm:pt>
    <dgm:pt modelId="{41486F52-D46E-4E3B-B01A-B5E1BE713479}" type="parTrans" cxnId="{ED1E3AA9-8BDC-4951-8656-148AB2B2CD81}">
      <dgm:prSet/>
      <dgm:spPr/>
      <dgm:t>
        <a:bodyPr/>
        <a:lstStyle/>
        <a:p>
          <a:endParaRPr lang="en-US" sz="3200"/>
        </a:p>
      </dgm:t>
    </dgm:pt>
    <dgm:pt modelId="{4668057C-BD8A-4232-856C-037791BF5168}" type="sibTrans" cxnId="{ED1E3AA9-8BDC-4951-8656-148AB2B2CD81}">
      <dgm:prSet/>
      <dgm:spPr/>
      <dgm:t>
        <a:bodyPr/>
        <a:lstStyle/>
        <a:p>
          <a:endParaRPr lang="en-US" sz="3200"/>
        </a:p>
      </dgm:t>
    </dgm:pt>
    <dgm:pt modelId="{58AE889D-A0BC-467B-BAD2-B377300BA240}">
      <dgm:prSet custT="1"/>
      <dgm:spPr/>
      <dgm:t>
        <a:bodyPr/>
        <a:lstStyle/>
        <a:p>
          <a:pPr rtl="0"/>
          <a:r>
            <a:rPr lang="en-US" sz="1600" dirty="0" smtClean="0"/>
            <a:t>Task Management Process</a:t>
          </a:r>
          <a:endParaRPr lang="en-US" sz="1600" dirty="0"/>
        </a:p>
      </dgm:t>
    </dgm:pt>
    <dgm:pt modelId="{19D9BE19-DA61-48D5-9C3D-92EF92118762}" type="parTrans" cxnId="{0085F526-9220-47C6-9828-71007E27BACE}">
      <dgm:prSet/>
      <dgm:spPr/>
      <dgm:t>
        <a:bodyPr/>
        <a:lstStyle/>
        <a:p>
          <a:endParaRPr lang="en-US"/>
        </a:p>
      </dgm:t>
    </dgm:pt>
    <dgm:pt modelId="{3EAABC83-6615-47B3-9996-3EDAD6E8E3F7}" type="sibTrans" cxnId="{0085F526-9220-47C6-9828-71007E27BACE}">
      <dgm:prSet/>
      <dgm:spPr/>
      <dgm:t>
        <a:bodyPr/>
        <a:lstStyle/>
        <a:p>
          <a:endParaRPr lang="en-US"/>
        </a:p>
      </dgm:t>
    </dgm:pt>
    <dgm:pt modelId="{1752E8EA-2558-4A08-A8CC-6A4B531CF3F5}">
      <dgm:prSet custT="1"/>
      <dgm:spPr/>
      <dgm:t>
        <a:bodyPr/>
        <a:lstStyle/>
        <a:p>
          <a:pPr rtl="0"/>
          <a:r>
            <a:rPr lang="en-US" sz="1600" dirty="0" smtClean="0"/>
            <a:t>Bug Management Process a</a:t>
          </a:r>
          <a:endParaRPr lang="en-US" sz="1600" dirty="0"/>
        </a:p>
      </dgm:t>
    </dgm:pt>
    <dgm:pt modelId="{01870BE2-E8EA-4E79-9B12-8B41FD432CC6}" type="parTrans" cxnId="{F19DF561-317A-40AF-B576-59F42048BF3F}">
      <dgm:prSet/>
      <dgm:spPr/>
      <dgm:t>
        <a:bodyPr/>
        <a:lstStyle/>
        <a:p>
          <a:endParaRPr lang="en-US"/>
        </a:p>
      </dgm:t>
    </dgm:pt>
    <dgm:pt modelId="{D58393C3-7293-4517-8164-6700C066EB36}" type="sibTrans" cxnId="{F19DF561-317A-40AF-B576-59F42048BF3F}">
      <dgm:prSet/>
      <dgm:spPr/>
      <dgm:t>
        <a:bodyPr/>
        <a:lstStyle/>
        <a:p>
          <a:endParaRPr lang="en-US"/>
        </a:p>
      </dgm:t>
    </dgm:pt>
    <dgm:pt modelId="{5A03E264-B939-42D9-AC46-AA68E9F637ED}">
      <dgm:prSet custT="1">
        <dgm:style>
          <a:lnRef idx="2">
            <a:schemeClr val="accent1">
              <a:shade val="50000"/>
            </a:schemeClr>
          </a:lnRef>
          <a:fillRef idx="1">
            <a:schemeClr val="accent1"/>
          </a:fillRef>
          <a:effectRef idx="0">
            <a:schemeClr val="accent1"/>
          </a:effectRef>
          <a:fontRef idx="minor">
            <a:schemeClr val="lt1"/>
          </a:fontRef>
        </dgm:style>
      </dgm:prSet>
      <dgm:spPr/>
      <dgm:t>
        <a:bodyPr/>
        <a:lstStyle/>
        <a:p>
          <a:pPr rtl="0"/>
          <a:r>
            <a:rPr lang="en-US" sz="3200" dirty="0" smtClean="0"/>
            <a:t>Jira Concept</a:t>
          </a:r>
          <a:endParaRPr lang="en-US" sz="3200" dirty="0"/>
        </a:p>
      </dgm:t>
    </dgm:pt>
    <dgm:pt modelId="{4013207E-B9E4-4EDF-BDC1-EA7FF46CD051}" type="parTrans" cxnId="{9261D484-76D6-4602-9348-641A1965E615}">
      <dgm:prSet/>
      <dgm:spPr/>
      <dgm:t>
        <a:bodyPr/>
        <a:lstStyle/>
        <a:p>
          <a:endParaRPr lang="en-US"/>
        </a:p>
      </dgm:t>
    </dgm:pt>
    <dgm:pt modelId="{19B90B3D-AB75-4058-A4AA-8DE5D1185F67}" type="sibTrans" cxnId="{9261D484-76D6-4602-9348-641A1965E615}">
      <dgm:prSet/>
      <dgm:spPr/>
      <dgm:t>
        <a:bodyPr/>
        <a:lstStyle/>
        <a:p>
          <a:endParaRPr lang="en-US"/>
        </a:p>
      </dgm:t>
    </dgm:pt>
    <dgm:pt modelId="{2ADC16B0-8861-43E4-91D5-45F8CAC29E5F}">
      <dgm:prSet custT="1"/>
      <dgm:spPr/>
      <dgm:t>
        <a:bodyPr/>
        <a:lstStyle/>
        <a:p>
          <a:pPr rtl="0"/>
          <a:r>
            <a:rPr lang="en-US" sz="3200" dirty="0" smtClean="0"/>
            <a:t>Demo</a:t>
          </a:r>
          <a:endParaRPr lang="en-US" sz="3200" dirty="0"/>
        </a:p>
      </dgm:t>
    </dgm:pt>
    <dgm:pt modelId="{D47E0281-519D-4D86-88B8-270564EBDB8D}" type="parTrans" cxnId="{FBC27A55-A280-4679-B194-D3F93776EB13}">
      <dgm:prSet/>
      <dgm:spPr/>
      <dgm:t>
        <a:bodyPr/>
        <a:lstStyle/>
        <a:p>
          <a:endParaRPr lang="en-US"/>
        </a:p>
      </dgm:t>
    </dgm:pt>
    <dgm:pt modelId="{84CC7A66-FADA-4F60-8187-CFD314B166D4}" type="sibTrans" cxnId="{FBC27A55-A280-4679-B194-D3F93776EB13}">
      <dgm:prSet/>
      <dgm:spPr/>
      <dgm:t>
        <a:bodyPr/>
        <a:lstStyle/>
        <a:p>
          <a:endParaRPr lang="en-US"/>
        </a:p>
      </dgm:t>
    </dgm:pt>
    <dgm:pt modelId="{DA577477-EF1F-4B39-B52B-8AEBB76BBE8E}" type="pres">
      <dgm:prSet presAssocID="{8189C0CF-CC8F-485E-B780-23DE5B41245D}" presName="Name0" presStyleCnt="0">
        <dgm:presLayoutVars>
          <dgm:chMax val="7"/>
          <dgm:chPref val="7"/>
          <dgm:dir/>
        </dgm:presLayoutVars>
      </dgm:prSet>
      <dgm:spPr/>
      <dgm:t>
        <a:bodyPr/>
        <a:lstStyle/>
        <a:p>
          <a:endParaRPr lang="en-US"/>
        </a:p>
      </dgm:t>
    </dgm:pt>
    <dgm:pt modelId="{15F706C1-586D-43ED-AA20-10DFAD4E68B2}" type="pres">
      <dgm:prSet presAssocID="{8189C0CF-CC8F-485E-B780-23DE5B41245D}" presName="Name1" presStyleCnt="0"/>
      <dgm:spPr/>
    </dgm:pt>
    <dgm:pt modelId="{D4603CBA-6E64-407E-941A-F087DC969D90}" type="pres">
      <dgm:prSet presAssocID="{8189C0CF-CC8F-485E-B780-23DE5B41245D}" presName="cycle" presStyleCnt="0"/>
      <dgm:spPr/>
    </dgm:pt>
    <dgm:pt modelId="{89799F61-66DA-49C8-B985-117B68B73536}" type="pres">
      <dgm:prSet presAssocID="{8189C0CF-CC8F-485E-B780-23DE5B41245D}" presName="srcNode" presStyleLbl="node1" presStyleIdx="0" presStyleCnt="5"/>
      <dgm:spPr/>
    </dgm:pt>
    <dgm:pt modelId="{F33CBF64-ED7B-4DD5-A08C-6BB7C51FF61D}" type="pres">
      <dgm:prSet presAssocID="{8189C0CF-CC8F-485E-B780-23DE5B41245D}" presName="conn" presStyleLbl="parChTrans1D2" presStyleIdx="0" presStyleCnt="1"/>
      <dgm:spPr/>
      <dgm:t>
        <a:bodyPr/>
        <a:lstStyle/>
        <a:p>
          <a:endParaRPr lang="en-US"/>
        </a:p>
      </dgm:t>
    </dgm:pt>
    <dgm:pt modelId="{27BBDB71-2A1B-4487-A4EB-FE5D2D68E29B}" type="pres">
      <dgm:prSet presAssocID="{8189C0CF-CC8F-485E-B780-23DE5B41245D}" presName="extraNode" presStyleLbl="node1" presStyleIdx="0" presStyleCnt="5"/>
      <dgm:spPr/>
    </dgm:pt>
    <dgm:pt modelId="{9613BF5D-DBEE-482E-9189-FAE2DA67BE11}" type="pres">
      <dgm:prSet presAssocID="{8189C0CF-CC8F-485E-B780-23DE5B41245D}" presName="dstNode" presStyleLbl="node1" presStyleIdx="0" presStyleCnt="5"/>
      <dgm:spPr/>
    </dgm:pt>
    <dgm:pt modelId="{3967D7F6-FA8C-456F-9EA8-282E3C74BAC6}" type="pres">
      <dgm:prSet presAssocID="{4CF5BB51-CC84-4F11-AAB8-9384F0DCAB06}" presName="text_1" presStyleLbl="node1" presStyleIdx="0" presStyleCnt="5">
        <dgm:presLayoutVars>
          <dgm:bulletEnabled val="1"/>
        </dgm:presLayoutVars>
      </dgm:prSet>
      <dgm:spPr/>
      <dgm:t>
        <a:bodyPr/>
        <a:lstStyle/>
        <a:p>
          <a:endParaRPr lang="en-US"/>
        </a:p>
      </dgm:t>
    </dgm:pt>
    <dgm:pt modelId="{C9BF2DEA-982B-4983-BC8D-8CA78A78B27D}" type="pres">
      <dgm:prSet presAssocID="{4CF5BB51-CC84-4F11-AAB8-9384F0DCAB06}" presName="accent_1" presStyleCnt="0"/>
      <dgm:spPr/>
    </dgm:pt>
    <dgm:pt modelId="{56BDF28F-FF12-4F05-816F-7E74CD2D2893}" type="pres">
      <dgm:prSet presAssocID="{4CF5BB51-CC84-4F11-AAB8-9384F0DCAB06}" presName="accentRepeatNode" presStyleLbl="solidFgAcc1" presStyleIdx="0" presStyleCnt="5"/>
      <dgm:spPr/>
    </dgm:pt>
    <dgm:pt modelId="{FB497913-E1D4-4CBA-9F57-F8A6643D3DC0}" type="pres">
      <dgm:prSet presAssocID="{5A03E264-B939-42D9-AC46-AA68E9F637ED}" presName="text_2" presStyleLbl="node1" presStyleIdx="1" presStyleCnt="5">
        <dgm:presLayoutVars>
          <dgm:bulletEnabled val="1"/>
        </dgm:presLayoutVars>
      </dgm:prSet>
      <dgm:spPr/>
      <dgm:t>
        <a:bodyPr/>
        <a:lstStyle/>
        <a:p>
          <a:endParaRPr lang="en-US"/>
        </a:p>
      </dgm:t>
    </dgm:pt>
    <dgm:pt modelId="{1BD7A5DE-AE2E-475E-971F-C88E6E278512}" type="pres">
      <dgm:prSet presAssocID="{5A03E264-B939-42D9-AC46-AA68E9F637ED}" presName="accent_2" presStyleCnt="0"/>
      <dgm:spPr/>
    </dgm:pt>
    <dgm:pt modelId="{8AAA19C9-9931-4C81-B74F-6CCEF58FAF2D}" type="pres">
      <dgm:prSet presAssocID="{5A03E264-B939-42D9-AC46-AA68E9F637ED}" presName="accentRepeatNode" presStyleLbl="solidFgAcc1" presStyleIdx="1" presStyleCnt="5"/>
      <dgm:spPr/>
    </dgm:pt>
    <dgm:pt modelId="{BA00DA23-48EA-4A1A-8599-3D7F67D09299}" type="pres">
      <dgm:prSet presAssocID="{0E039E24-4427-4073-8980-991CB952E737}" presName="text_3" presStyleLbl="node1" presStyleIdx="2" presStyleCnt="5" custScaleY="165984">
        <dgm:presLayoutVars>
          <dgm:bulletEnabled val="1"/>
        </dgm:presLayoutVars>
      </dgm:prSet>
      <dgm:spPr/>
      <dgm:t>
        <a:bodyPr/>
        <a:lstStyle/>
        <a:p>
          <a:endParaRPr lang="en-US"/>
        </a:p>
      </dgm:t>
    </dgm:pt>
    <dgm:pt modelId="{0CEC20FD-37F8-4E5E-88F5-B12900197CD3}" type="pres">
      <dgm:prSet presAssocID="{0E039E24-4427-4073-8980-991CB952E737}" presName="accent_3" presStyleCnt="0"/>
      <dgm:spPr/>
    </dgm:pt>
    <dgm:pt modelId="{B67DF4A3-CD8A-4B43-A67F-C745FBB8520A}" type="pres">
      <dgm:prSet presAssocID="{0E039E24-4427-4073-8980-991CB952E737}" presName="accentRepeatNode" presStyleLbl="solidFgAcc1" presStyleIdx="2" presStyleCnt="5"/>
      <dgm:spPr/>
    </dgm:pt>
    <dgm:pt modelId="{CAF9BE5B-8B4C-46E0-8568-43A9E9B3B81F}" type="pres">
      <dgm:prSet presAssocID="{61892DA4-7519-44D6-A458-12EB2FAE3BD7}" presName="text_4" presStyleLbl="node1" presStyleIdx="3" presStyleCnt="5">
        <dgm:presLayoutVars>
          <dgm:bulletEnabled val="1"/>
        </dgm:presLayoutVars>
      </dgm:prSet>
      <dgm:spPr/>
      <dgm:t>
        <a:bodyPr/>
        <a:lstStyle/>
        <a:p>
          <a:endParaRPr lang="en-US"/>
        </a:p>
      </dgm:t>
    </dgm:pt>
    <dgm:pt modelId="{28C6118E-2A15-40C0-A2E1-3D05DE86859E}" type="pres">
      <dgm:prSet presAssocID="{61892DA4-7519-44D6-A458-12EB2FAE3BD7}" presName="accent_4" presStyleCnt="0"/>
      <dgm:spPr/>
    </dgm:pt>
    <dgm:pt modelId="{02E56378-B89E-43BA-8EE4-A5E109E6C172}" type="pres">
      <dgm:prSet presAssocID="{61892DA4-7519-44D6-A458-12EB2FAE3BD7}" presName="accentRepeatNode" presStyleLbl="solidFgAcc1" presStyleIdx="3" presStyleCnt="5"/>
      <dgm:spPr/>
    </dgm:pt>
    <dgm:pt modelId="{186296B3-49A0-4CB1-8795-6196F302B598}" type="pres">
      <dgm:prSet presAssocID="{2ADC16B0-8861-43E4-91D5-45F8CAC29E5F}" presName="text_5" presStyleLbl="node1" presStyleIdx="4" presStyleCnt="5">
        <dgm:presLayoutVars>
          <dgm:bulletEnabled val="1"/>
        </dgm:presLayoutVars>
      </dgm:prSet>
      <dgm:spPr/>
      <dgm:t>
        <a:bodyPr/>
        <a:lstStyle/>
        <a:p>
          <a:endParaRPr lang="en-US"/>
        </a:p>
      </dgm:t>
    </dgm:pt>
    <dgm:pt modelId="{807397D2-7D66-4478-87EC-8757EABC3F1B}" type="pres">
      <dgm:prSet presAssocID="{2ADC16B0-8861-43E4-91D5-45F8CAC29E5F}" presName="accent_5" presStyleCnt="0"/>
      <dgm:spPr/>
    </dgm:pt>
    <dgm:pt modelId="{58D9E098-F615-4399-A85A-5E613DFD88BE}" type="pres">
      <dgm:prSet presAssocID="{2ADC16B0-8861-43E4-91D5-45F8CAC29E5F}" presName="accentRepeatNode" presStyleLbl="solidFgAcc1" presStyleIdx="4" presStyleCnt="5"/>
      <dgm:spPr/>
    </dgm:pt>
  </dgm:ptLst>
  <dgm:cxnLst>
    <dgm:cxn modelId="{E396E657-E866-4187-87E2-42C8A70E0BD1}" srcId="{8189C0CF-CC8F-485E-B780-23DE5B41245D}" destId="{4CF5BB51-CC84-4F11-AAB8-9384F0DCAB06}" srcOrd="0" destOrd="0" parTransId="{C5CC9C1D-ADC8-4D03-B28F-496162908343}" sibTransId="{0E4E75D6-6716-4528-A270-A8C49D994E8E}"/>
    <dgm:cxn modelId="{9261D484-76D6-4602-9348-641A1965E615}" srcId="{8189C0CF-CC8F-485E-B780-23DE5B41245D}" destId="{5A03E264-B939-42D9-AC46-AA68E9F637ED}" srcOrd="1" destOrd="0" parTransId="{4013207E-B9E4-4EDF-BDC1-EA7FF46CD051}" sibTransId="{19B90B3D-AB75-4058-A4AA-8DE5D1185F67}"/>
    <dgm:cxn modelId="{163295C2-E843-4047-B502-D80C3C2317B0}" type="presOf" srcId="{0E4E75D6-6716-4528-A270-A8C49D994E8E}" destId="{F33CBF64-ED7B-4DD5-A08C-6BB7C51FF61D}" srcOrd="0" destOrd="0" presId="urn:microsoft.com/office/officeart/2008/layout/VerticalCurvedList"/>
    <dgm:cxn modelId="{3AC604F5-08AC-4A60-9FC9-E4EA25EAEAE9}" type="presOf" srcId="{0E039E24-4427-4073-8980-991CB952E737}" destId="{BA00DA23-48EA-4A1A-8599-3D7F67D09299}" srcOrd="0" destOrd="0" presId="urn:microsoft.com/office/officeart/2008/layout/VerticalCurvedList"/>
    <dgm:cxn modelId="{EA2BA363-A81E-4BAE-A96B-F9D4E8F833A1}" type="presOf" srcId="{8189C0CF-CC8F-485E-B780-23DE5B41245D}" destId="{DA577477-EF1F-4B39-B52B-8AEBB76BBE8E}" srcOrd="0" destOrd="0" presId="urn:microsoft.com/office/officeart/2008/layout/VerticalCurvedList"/>
    <dgm:cxn modelId="{4AA226F6-3E0C-4194-A67F-C9D5C6FE48EF}" type="presOf" srcId="{58AE889D-A0BC-467B-BAD2-B377300BA240}" destId="{BA00DA23-48EA-4A1A-8599-3D7F67D09299}" srcOrd="0" destOrd="1" presId="urn:microsoft.com/office/officeart/2008/layout/VerticalCurvedList"/>
    <dgm:cxn modelId="{8F423137-BA72-46FC-9402-EEC95C6B45DF}" type="presOf" srcId="{4CF5BB51-CC84-4F11-AAB8-9384F0DCAB06}" destId="{3967D7F6-FA8C-456F-9EA8-282E3C74BAC6}" srcOrd="0" destOrd="0" presId="urn:microsoft.com/office/officeart/2008/layout/VerticalCurvedList"/>
    <dgm:cxn modelId="{77C09F36-3096-4A3B-BCDF-A81A4B0E6E6A}" type="presOf" srcId="{2ADC16B0-8861-43E4-91D5-45F8CAC29E5F}" destId="{186296B3-49A0-4CB1-8795-6196F302B598}" srcOrd="0" destOrd="0" presId="urn:microsoft.com/office/officeart/2008/layout/VerticalCurvedList"/>
    <dgm:cxn modelId="{393DAABF-05BC-4033-BEA4-FF7ACB3D1982}" srcId="{8189C0CF-CC8F-485E-B780-23DE5B41245D}" destId="{0E039E24-4427-4073-8980-991CB952E737}" srcOrd="2" destOrd="0" parTransId="{9BBD43AF-9048-401A-A84A-A58E516FA2AC}" sibTransId="{91DEF93E-94B3-4247-B5A7-76AFAC02B39F}"/>
    <dgm:cxn modelId="{F19DF561-317A-40AF-B576-59F42048BF3F}" srcId="{0E039E24-4427-4073-8980-991CB952E737}" destId="{1752E8EA-2558-4A08-A8CC-6A4B531CF3F5}" srcOrd="1" destOrd="0" parTransId="{01870BE2-E8EA-4E79-9B12-8B41FD432CC6}" sibTransId="{D58393C3-7293-4517-8164-6700C066EB36}"/>
    <dgm:cxn modelId="{FBC27A55-A280-4679-B194-D3F93776EB13}" srcId="{8189C0CF-CC8F-485E-B780-23DE5B41245D}" destId="{2ADC16B0-8861-43E4-91D5-45F8CAC29E5F}" srcOrd="4" destOrd="0" parTransId="{D47E0281-519D-4D86-88B8-270564EBDB8D}" sibTransId="{84CC7A66-FADA-4F60-8187-CFD314B166D4}"/>
    <dgm:cxn modelId="{0CD690A6-B2FC-453A-AC55-A27D2FA369DD}" type="presOf" srcId="{61892DA4-7519-44D6-A458-12EB2FAE3BD7}" destId="{CAF9BE5B-8B4C-46E0-8568-43A9E9B3B81F}" srcOrd="0" destOrd="0" presId="urn:microsoft.com/office/officeart/2008/layout/VerticalCurvedList"/>
    <dgm:cxn modelId="{0085F526-9220-47C6-9828-71007E27BACE}" srcId="{0E039E24-4427-4073-8980-991CB952E737}" destId="{58AE889D-A0BC-467B-BAD2-B377300BA240}" srcOrd="0" destOrd="0" parTransId="{19D9BE19-DA61-48D5-9C3D-92EF92118762}" sibTransId="{3EAABC83-6615-47B3-9996-3EDAD6E8E3F7}"/>
    <dgm:cxn modelId="{85A531C4-8397-4E86-A74F-EDE96DA64FC4}" type="presOf" srcId="{5A03E264-B939-42D9-AC46-AA68E9F637ED}" destId="{FB497913-E1D4-4CBA-9F57-F8A6643D3DC0}" srcOrd="0" destOrd="0" presId="urn:microsoft.com/office/officeart/2008/layout/VerticalCurvedList"/>
    <dgm:cxn modelId="{ED1E3AA9-8BDC-4951-8656-148AB2B2CD81}" srcId="{8189C0CF-CC8F-485E-B780-23DE5B41245D}" destId="{61892DA4-7519-44D6-A458-12EB2FAE3BD7}" srcOrd="3" destOrd="0" parTransId="{41486F52-D46E-4E3B-B01A-B5E1BE713479}" sibTransId="{4668057C-BD8A-4232-856C-037791BF5168}"/>
    <dgm:cxn modelId="{15D16ABA-0CC1-4EF9-9915-D3A9FE74F7F9}" type="presOf" srcId="{1752E8EA-2558-4A08-A8CC-6A4B531CF3F5}" destId="{BA00DA23-48EA-4A1A-8599-3D7F67D09299}" srcOrd="0" destOrd="2" presId="urn:microsoft.com/office/officeart/2008/layout/VerticalCurvedList"/>
    <dgm:cxn modelId="{EB24938F-5B50-465B-AA44-99F6B111D44F}" type="presParOf" srcId="{DA577477-EF1F-4B39-B52B-8AEBB76BBE8E}" destId="{15F706C1-586D-43ED-AA20-10DFAD4E68B2}" srcOrd="0" destOrd="0" presId="urn:microsoft.com/office/officeart/2008/layout/VerticalCurvedList"/>
    <dgm:cxn modelId="{332841DF-A9AE-453C-9516-5417774A9777}" type="presParOf" srcId="{15F706C1-586D-43ED-AA20-10DFAD4E68B2}" destId="{D4603CBA-6E64-407E-941A-F087DC969D90}" srcOrd="0" destOrd="0" presId="urn:microsoft.com/office/officeart/2008/layout/VerticalCurvedList"/>
    <dgm:cxn modelId="{88DF8361-5EC5-45B2-A876-E905407E6BD5}" type="presParOf" srcId="{D4603CBA-6E64-407E-941A-F087DC969D90}" destId="{89799F61-66DA-49C8-B985-117B68B73536}" srcOrd="0" destOrd="0" presId="urn:microsoft.com/office/officeart/2008/layout/VerticalCurvedList"/>
    <dgm:cxn modelId="{95FA4FC6-8DEE-49CA-8D51-358B86737AB1}" type="presParOf" srcId="{D4603CBA-6E64-407E-941A-F087DC969D90}" destId="{F33CBF64-ED7B-4DD5-A08C-6BB7C51FF61D}" srcOrd="1" destOrd="0" presId="urn:microsoft.com/office/officeart/2008/layout/VerticalCurvedList"/>
    <dgm:cxn modelId="{96F12C16-15AF-4B13-ADB3-BB80E56C2BFA}" type="presParOf" srcId="{D4603CBA-6E64-407E-941A-F087DC969D90}" destId="{27BBDB71-2A1B-4487-A4EB-FE5D2D68E29B}" srcOrd="2" destOrd="0" presId="urn:microsoft.com/office/officeart/2008/layout/VerticalCurvedList"/>
    <dgm:cxn modelId="{DFDB0A21-2362-4FE3-8D04-FAF388E592F5}" type="presParOf" srcId="{D4603CBA-6E64-407E-941A-F087DC969D90}" destId="{9613BF5D-DBEE-482E-9189-FAE2DA67BE11}" srcOrd="3" destOrd="0" presId="urn:microsoft.com/office/officeart/2008/layout/VerticalCurvedList"/>
    <dgm:cxn modelId="{CDC6F73C-B750-42E3-89BB-C41413968ECE}" type="presParOf" srcId="{15F706C1-586D-43ED-AA20-10DFAD4E68B2}" destId="{3967D7F6-FA8C-456F-9EA8-282E3C74BAC6}" srcOrd="1" destOrd="0" presId="urn:microsoft.com/office/officeart/2008/layout/VerticalCurvedList"/>
    <dgm:cxn modelId="{12C6106A-67C9-4FC1-8A14-953A403D6286}" type="presParOf" srcId="{15F706C1-586D-43ED-AA20-10DFAD4E68B2}" destId="{C9BF2DEA-982B-4983-BC8D-8CA78A78B27D}" srcOrd="2" destOrd="0" presId="urn:microsoft.com/office/officeart/2008/layout/VerticalCurvedList"/>
    <dgm:cxn modelId="{5A75F7BC-B09F-478D-9133-D205E6692953}" type="presParOf" srcId="{C9BF2DEA-982B-4983-BC8D-8CA78A78B27D}" destId="{56BDF28F-FF12-4F05-816F-7E74CD2D2893}" srcOrd="0" destOrd="0" presId="urn:microsoft.com/office/officeart/2008/layout/VerticalCurvedList"/>
    <dgm:cxn modelId="{D2F9CC44-6FBF-4403-AB5F-8256B053CAFA}" type="presParOf" srcId="{15F706C1-586D-43ED-AA20-10DFAD4E68B2}" destId="{FB497913-E1D4-4CBA-9F57-F8A6643D3DC0}" srcOrd="3" destOrd="0" presId="urn:microsoft.com/office/officeart/2008/layout/VerticalCurvedList"/>
    <dgm:cxn modelId="{FB9F489E-9D9A-4B77-B869-B4929BCF9247}" type="presParOf" srcId="{15F706C1-586D-43ED-AA20-10DFAD4E68B2}" destId="{1BD7A5DE-AE2E-475E-971F-C88E6E278512}" srcOrd="4" destOrd="0" presId="urn:microsoft.com/office/officeart/2008/layout/VerticalCurvedList"/>
    <dgm:cxn modelId="{AFAC6D72-90B2-47DB-A38F-11E582D5F841}" type="presParOf" srcId="{1BD7A5DE-AE2E-475E-971F-C88E6E278512}" destId="{8AAA19C9-9931-4C81-B74F-6CCEF58FAF2D}" srcOrd="0" destOrd="0" presId="urn:microsoft.com/office/officeart/2008/layout/VerticalCurvedList"/>
    <dgm:cxn modelId="{94372E7F-FA95-48D0-A6E1-4586884BE978}" type="presParOf" srcId="{15F706C1-586D-43ED-AA20-10DFAD4E68B2}" destId="{BA00DA23-48EA-4A1A-8599-3D7F67D09299}" srcOrd="5" destOrd="0" presId="urn:microsoft.com/office/officeart/2008/layout/VerticalCurvedList"/>
    <dgm:cxn modelId="{B32BE379-E7D1-4664-A6BE-7C70E9435EEE}" type="presParOf" srcId="{15F706C1-586D-43ED-AA20-10DFAD4E68B2}" destId="{0CEC20FD-37F8-4E5E-88F5-B12900197CD3}" srcOrd="6" destOrd="0" presId="urn:microsoft.com/office/officeart/2008/layout/VerticalCurvedList"/>
    <dgm:cxn modelId="{D225ACC0-75E5-4865-8AD9-619029698449}" type="presParOf" srcId="{0CEC20FD-37F8-4E5E-88F5-B12900197CD3}" destId="{B67DF4A3-CD8A-4B43-A67F-C745FBB8520A}" srcOrd="0" destOrd="0" presId="urn:microsoft.com/office/officeart/2008/layout/VerticalCurvedList"/>
    <dgm:cxn modelId="{410D30A1-F768-4CF3-8B62-1CCD7A5B37AB}" type="presParOf" srcId="{15F706C1-586D-43ED-AA20-10DFAD4E68B2}" destId="{CAF9BE5B-8B4C-46E0-8568-43A9E9B3B81F}" srcOrd="7" destOrd="0" presId="urn:microsoft.com/office/officeart/2008/layout/VerticalCurvedList"/>
    <dgm:cxn modelId="{6C3EF7F5-CD21-4753-803C-3E3E33B9F921}" type="presParOf" srcId="{15F706C1-586D-43ED-AA20-10DFAD4E68B2}" destId="{28C6118E-2A15-40C0-A2E1-3D05DE86859E}" srcOrd="8" destOrd="0" presId="urn:microsoft.com/office/officeart/2008/layout/VerticalCurvedList"/>
    <dgm:cxn modelId="{024E1738-0F3C-48A3-98E6-0F4B4B92DA20}" type="presParOf" srcId="{28C6118E-2A15-40C0-A2E1-3D05DE86859E}" destId="{02E56378-B89E-43BA-8EE4-A5E109E6C172}" srcOrd="0" destOrd="0" presId="urn:microsoft.com/office/officeart/2008/layout/VerticalCurvedList"/>
    <dgm:cxn modelId="{944ABDF6-CBE8-4219-804C-BDB700456D8B}" type="presParOf" srcId="{15F706C1-586D-43ED-AA20-10DFAD4E68B2}" destId="{186296B3-49A0-4CB1-8795-6196F302B598}" srcOrd="9" destOrd="0" presId="urn:microsoft.com/office/officeart/2008/layout/VerticalCurvedList"/>
    <dgm:cxn modelId="{F2CB8B9B-E0B2-4253-83BE-B0B97351064A}" type="presParOf" srcId="{15F706C1-586D-43ED-AA20-10DFAD4E68B2}" destId="{807397D2-7D66-4478-87EC-8757EABC3F1B}" srcOrd="10" destOrd="0" presId="urn:microsoft.com/office/officeart/2008/layout/VerticalCurvedList"/>
    <dgm:cxn modelId="{40CB0DB5-627C-4280-8790-2DD406C854FE}" type="presParOf" srcId="{807397D2-7D66-4478-87EC-8757EABC3F1B}" destId="{58D9E098-F615-4399-A85A-5E613DFD88BE}" srcOrd="0" destOrd="0" presId="urn:microsoft.com/office/officeart/2008/layout/VerticalCurved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8.xml><?xml version="1.0" encoding="utf-8"?>
<dgm:dataModel xmlns:dgm="http://schemas.openxmlformats.org/drawingml/2006/diagram" xmlns:a="http://schemas.openxmlformats.org/drawingml/2006/main">
  <dgm:ptLst>
    <dgm:pt modelId="{8189C0CF-CC8F-485E-B780-23DE5B41245D}" type="doc">
      <dgm:prSet loTypeId="urn:microsoft.com/office/officeart/2008/layout/VerticalCurvedList" loCatId="list" qsTypeId="urn:microsoft.com/office/officeart/2005/8/quickstyle/simple1" qsCatId="simple" csTypeId="urn:microsoft.com/office/officeart/2005/8/colors/accent1_2" csCatId="accent1" phldr="1"/>
      <dgm:spPr/>
      <dgm:t>
        <a:bodyPr/>
        <a:lstStyle/>
        <a:p>
          <a:endParaRPr lang="en-US"/>
        </a:p>
      </dgm:t>
    </dgm:pt>
    <dgm:pt modelId="{4CF5BB51-CC84-4F11-AAB8-9384F0DCAB06}">
      <dgm:prSet custT="1">
        <dgm:style>
          <a:lnRef idx="2">
            <a:schemeClr val="accent1">
              <a:shade val="50000"/>
            </a:schemeClr>
          </a:lnRef>
          <a:fillRef idx="1">
            <a:schemeClr val="accent1"/>
          </a:fillRef>
          <a:effectRef idx="0">
            <a:schemeClr val="accent1"/>
          </a:effectRef>
          <a:fontRef idx="minor">
            <a:schemeClr val="lt1"/>
          </a:fontRef>
        </dgm:style>
      </dgm:prSet>
      <dgm:spPr/>
      <dgm:t>
        <a:bodyPr/>
        <a:lstStyle/>
        <a:p>
          <a:pPr rtl="0"/>
          <a:r>
            <a:rPr lang="en-US" sz="3200" dirty="0" smtClean="0"/>
            <a:t>Jira overview</a:t>
          </a:r>
          <a:endParaRPr lang="en-US" sz="3200" dirty="0"/>
        </a:p>
      </dgm:t>
    </dgm:pt>
    <dgm:pt modelId="{C5CC9C1D-ADC8-4D03-B28F-496162908343}" type="parTrans" cxnId="{E396E657-E866-4187-87E2-42C8A70E0BD1}">
      <dgm:prSet/>
      <dgm:spPr/>
      <dgm:t>
        <a:bodyPr/>
        <a:lstStyle/>
        <a:p>
          <a:endParaRPr lang="en-US" sz="3200"/>
        </a:p>
      </dgm:t>
    </dgm:pt>
    <dgm:pt modelId="{0E4E75D6-6716-4528-A270-A8C49D994E8E}" type="sibTrans" cxnId="{E396E657-E866-4187-87E2-42C8A70E0BD1}">
      <dgm:prSet/>
      <dgm:spPr/>
      <dgm:t>
        <a:bodyPr/>
        <a:lstStyle/>
        <a:p>
          <a:endParaRPr lang="en-US" sz="3200"/>
        </a:p>
      </dgm:t>
    </dgm:pt>
    <dgm:pt modelId="{0E039E24-4427-4073-8980-991CB952E737}">
      <dgm:prSet custT="1"/>
      <dgm:spPr/>
      <dgm:t>
        <a:bodyPr/>
        <a:lstStyle/>
        <a:p>
          <a:pPr rtl="0"/>
          <a:r>
            <a:rPr lang="en-US" sz="1600" b="1" dirty="0" smtClean="0"/>
            <a:t>Work Process in Jira</a:t>
          </a:r>
          <a:endParaRPr lang="en-US" sz="1600" b="1" dirty="0"/>
        </a:p>
      </dgm:t>
    </dgm:pt>
    <dgm:pt modelId="{9BBD43AF-9048-401A-A84A-A58E516FA2AC}" type="parTrans" cxnId="{393DAABF-05BC-4033-BEA4-FF7ACB3D1982}">
      <dgm:prSet/>
      <dgm:spPr/>
      <dgm:t>
        <a:bodyPr/>
        <a:lstStyle/>
        <a:p>
          <a:endParaRPr lang="en-US" sz="3200"/>
        </a:p>
      </dgm:t>
    </dgm:pt>
    <dgm:pt modelId="{91DEF93E-94B3-4247-B5A7-76AFAC02B39F}" type="sibTrans" cxnId="{393DAABF-05BC-4033-BEA4-FF7ACB3D1982}">
      <dgm:prSet/>
      <dgm:spPr/>
      <dgm:t>
        <a:bodyPr/>
        <a:lstStyle/>
        <a:p>
          <a:endParaRPr lang="en-US" sz="3200"/>
        </a:p>
      </dgm:t>
    </dgm:pt>
    <dgm:pt modelId="{61892DA4-7519-44D6-A458-12EB2FAE3BD7}">
      <dgm:prSet custT="1"/>
      <dgm:spPr/>
      <dgm:t>
        <a:bodyPr/>
        <a:lstStyle/>
        <a:p>
          <a:pPr rtl="0"/>
          <a:r>
            <a:rPr lang="en-US" sz="3200" dirty="0" smtClean="0"/>
            <a:t>Dash Board</a:t>
          </a:r>
          <a:endParaRPr lang="en-US" sz="3200" dirty="0"/>
        </a:p>
      </dgm:t>
    </dgm:pt>
    <dgm:pt modelId="{41486F52-D46E-4E3B-B01A-B5E1BE713479}" type="parTrans" cxnId="{ED1E3AA9-8BDC-4951-8656-148AB2B2CD81}">
      <dgm:prSet/>
      <dgm:spPr/>
      <dgm:t>
        <a:bodyPr/>
        <a:lstStyle/>
        <a:p>
          <a:endParaRPr lang="en-US" sz="3200"/>
        </a:p>
      </dgm:t>
    </dgm:pt>
    <dgm:pt modelId="{4668057C-BD8A-4232-856C-037791BF5168}" type="sibTrans" cxnId="{ED1E3AA9-8BDC-4951-8656-148AB2B2CD81}">
      <dgm:prSet/>
      <dgm:spPr/>
      <dgm:t>
        <a:bodyPr/>
        <a:lstStyle/>
        <a:p>
          <a:endParaRPr lang="en-US" sz="3200"/>
        </a:p>
      </dgm:t>
    </dgm:pt>
    <dgm:pt modelId="{58AE889D-A0BC-467B-BAD2-B377300BA240}">
      <dgm:prSet custT="1"/>
      <dgm:spPr/>
      <dgm:t>
        <a:bodyPr/>
        <a:lstStyle/>
        <a:p>
          <a:pPr rtl="0"/>
          <a:r>
            <a:rPr lang="en-US" sz="1600" dirty="0" smtClean="0"/>
            <a:t>Task Management Process</a:t>
          </a:r>
          <a:endParaRPr lang="en-US" sz="1600" dirty="0"/>
        </a:p>
      </dgm:t>
    </dgm:pt>
    <dgm:pt modelId="{19D9BE19-DA61-48D5-9C3D-92EF92118762}" type="parTrans" cxnId="{0085F526-9220-47C6-9828-71007E27BACE}">
      <dgm:prSet/>
      <dgm:spPr/>
      <dgm:t>
        <a:bodyPr/>
        <a:lstStyle/>
        <a:p>
          <a:endParaRPr lang="en-US"/>
        </a:p>
      </dgm:t>
    </dgm:pt>
    <dgm:pt modelId="{3EAABC83-6615-47B3-9996-3EDAD6E8E3F7}" type="sibTrans" cxnId="{0085F526-9220-47C6-9828-71007E27BACE}">
      <dgm:prSet/>
      <dgm:spPr/>
      <dgm:t>
        <a:bodyPr/>
        <a:lstStyle/>
        <a:p>
          <a:endParaRPr lang="en-US"/>
        </a:p>
      </dgm:t>
    </dgm:pt>
    <dgm:pt modelId="{1752E8EA-2558-4A08-A8CC-6A4B531CF3F5}">
      <dgm:prSet custT="1"/>
      <dgm:spPr/>
      <dgm:t>
        <a:bodyPr/>
        <a:lstStyle/>
        <a:p>
          <a:pPr rtl="0"/>
          <a:r>
            <a:rPr lang="en-US" sz="1600" dirty="0" smtClean="0"/>
            <a:t>Bug Management Process a</a:t>
          </a:r>
          <a:endParaRPr lang="en-US" sz="1600" dirty="0"/>
        </a:p>
      </dgm:t>
    </dgm:pt>
    <dgm:pt modelId="{01870BE2-E8EA-4E79-9B12-8B41FD432CC6}" type="parTrans" cxnId="{F19DF561-317A-40AF-B576-59F42048BF3F}">
      <dgm:prSet/>
      <dgm:spPr/>
      <dgm:t>
        <a:bodyPr/>
        <a:lstStyle/>
        <a:p>
          <a:endParaRPr lang="en-US"/>
        </a:p>
      </dgm:t>
    </dgm:pt>
    <dgm:pt modelId="{D58393C3-7293-4517-8164-6700C066EB36}" type="sibTrans" cxnId="{F19DF561-317A-40AF-B576-59F42048BF3F}">
      <dgm:prSet/>
      <dgm:spPr/>
      <dgm:t>
        <a:bodyPr/>
        <a:lstStyle/>
        <a:p>
          <a:endParaRPr lang="en-US"/>
        </a:p>
      </dgm:t>
    </dgm:pt>
    <dgm:pt modelId="{5A03E264-B939-42D9-AC46-AA68E9F637ED}">
      <dgm:prSet custT="1">
        <dgm:style>
          <a:lnRef idx="2">
            <a:schemeClr val="accent1">
              <a:shade val="50000"/>
            </a:schemeClr>
          </a:lnRef>
          <a:fillRef idx="1">
            <a:schemeClr val="accent1"/>
          </a:fillRef>
          <a:effectRef idx="0">
            <a:schemeClr val="accent1"/>
          </a:effectRef>
          <a:fontRef idx="minor">
            <a:schemeClr val="lt1"/>
          </a:fontRef>
        </dgm:style>
      </dgm:prSet>
      <dgm:spPr/>
      <dgm:t>
        <a:bodyPr/>
        <a:lstStyle/>
        <a:p>
          <a:pPr rtl="0"/>
          <a:r>
            <a:rPr lang="en-US" sz="3200" dirty="0" smtClean="0"/>
            <a:t>Jira Concept</a:t>
          </a:r>
          <a:endParaRPr lang="en-US" sz="3200" dirty="0"/>
        </a:p>
      </dgm:t>
    </dgm:pt>
    <dgm:pt modelId="{4013207E-B9E4-4EDF-BDC1-EA7FF46CD051}" type="parTrans" cxnId="{9261D484-76D6-4602-9348-641A1965E615}">
      <dgm:prSet/>
      <dgm:spPr/>
      <dgm:t>
        <a:bodyPr/>
        <a:lstStyle/>
        <a:p>
          <a:endParaRPr lang="en-US"/>
        </a:p>
      </dgm:t>
    </dgm:pt>
    <dgm:pt modelId="{19B90B3D-AB75-4058-A4AA-8DE5D1185F67}" type="sibTrans" cxnId="{9261D484-76D6-4602-9348-641A1965E615}">
      <dgm:prSet/>
      <dgm:spPr/>
      <dgm:t>
        <a:bodyPr/>
        <a:lstStyle/>
        <a:p>
          <a:endParaRPr lang="en-US"/>
        </a:p>
      </dgm:t>
    </dgm:pt>
    <dgm:pt modelId="{2ADC16B0-8861-43E4-91D5-45F8CAC29E5F}">
      <dgm:prSet custT="1">
        <dgm:style>
          <a:lnRef idx="2">
            <a:schemeClr val="dk1">
              <a:shade val="50000"/>
            </a:schemeClr>
          </a:lnRef>
          <a:fillRef idx="1">
            <a:schemeClr val="dk1"/>
          </a:fillRef>
          <a:effectRef idx="0">
            <a:schemeClr val="dk1"/>
          </a:effectRef>
          <a:fontRef idx="minor">
            <a:schemeClr val="lt1"/>
          </a:fontRef>
        </dgm:style>
      </dgm:prSet>
      <dgm:spPr/>
      <dgm:t>
        <a:bodyPr/>
        <a:lstStyle/>
        <a:p>
          <a:pPr rtl="0"/>
          <a:r>
            <a:rPr lang="en-US" sz="3200" dirty="0" smtClean="0"/>
            <a:t>Demo</a:t>
          </a:r>
          <a:endParaRPr lang="en-US" sz="3200" dirty="0"/>
        </a:p>
      </dgm:t>
    </dgm:pt>
    <dgm:pt modelId="{D47E0281-519D-4D86-88B8-270564EBDB8D}" type="parTrans" cxnId="{FBC27A55-A280-4679-B194-D3F93776EB13}">
      <dgm:prSet/>
      <dgm:spPr/>
      <dgm:t>
        <a:bodyPr/>
        <a:lstStyle/>
        <a:p>
          <a:endParaRPr lang="en-US"/>
        </a:p>
      </dgm:t>
    </dgm:pt>
    <dgm:pt modelId="{84CC7A66-FADA-4F60-8187-CFD314B166D4}" type="sibTrans" cxnId="{FBC27A55-A280-4679-B194-D3F93776EB13}">
      <dgm:prSet/>
      <dgm:spPr/>
      <dgm:t>
        <a:bodyPr/>
        <a:lstStyle/>
        <a:p>
          <a:endParaRPr lang="en-US"/>
        </a:p>
      </dgm:t>
    </dgm:pt>
    <dgm:pt modelId="{DA577477-EF1F-4B39-B52B-8AEBB76BBE8E}" type="pres">
      <dgm:prSet presAssocID="{8189C0CF-CC8F-485E-B780-23DE5B41245D}" presName="Name0" presStyleCnt="0">
        <dgm:presLayoutVars>
          <dgm:chMax val="7"/>
          <dgm:chPref val="7"/>
          <dgm:dir/>
        </dgm:presLayoutVars>
      </dgm:prSet>
      <dgm:spPr/>
      <dgm:t>
        <a:bodyPr/>
        <a:lstStyle/>
        <a:p>
          <a:endParaRPr lang="en-US"/>
        </a:p>
      </dgm:t>
    </dgm:pt>
    <dgm:pt modelId="{15F706C1-586D-43ED-AA20-10DFAD4E68B2}" type="pres">
      <dgm:prSet presAssocID="{8189C0CF-CC8F-485E-B780-23DE5B41245D}" presName="Name1" presStyleCnt="0"/>
      <dgm:spPr/>
    </dgm:pt>
    <dgm:pt modelId="{D4603CBA-6E64-407E-941A-F087DC969D90}" type="pres">
      <dgm:prSet presAssocID="{8189C0CF-CC8F-485E-B780-23DE5B41245D}" presName="cycle" presStyleCnt="0"/>
      <dgm:spPr/>
    </dgm:pt>
    <dgm:pt modelId="{89799F61-66DA-49C8-B985-117B68B73536}" type="pres">
      <dgm:prSet presAssocID="{8189C0CF-CC8F-485E-B780-23DE5B41245D}" presName="srcNode" presStyleLbl="node1" presStyleIdx="0" presStyleCnt="5"/>
      <dgm:spPr/>
    </dgm:pt>
    <dgm:pt modelId="{F33CBF64-ED7B-4DD5-A08C-6BB7C51FF61D}" type="pres">
      <dgm:prSet presAssocID="{8189C0CF-CC8F-485E-B780-23DE5B41245D}" presName="conn" presStyleLbl="parChTrans1D2" presStyleIdx="0" presStyleCnt="1"/>
      <dgm:spPr/>
      <dgm:t>
        <a:bodyPr/>
        <a:lstStyle/>
        <a:p>
          <a:endParaRPr lang="en-US"/>
        </a:p>
      </dgm:t>
    </dgm:pt>
    <dgm:pt modelId="{27BBDB71-2A1B-4487-A4EB-FE5D2D68E29B}" type="pres">
      <dgm:prSet presAssocID="{8189C0CF-CC8F-485E-B780-23DE5B41245D}" presName="extraNode" presStyleLbl="node1" presStyleIdx="0" presStyleCnt="5"/>
      <dgm:spPr/>
    </dgm:pt>
    <dgm:pt modelId="{9613BF5D-DBEE-482E-9189-FAE2DA67BE11}" type="pres">
      <dgm:prSet presAssocID="{8189C0CF-CC8F-485E-B780-23DE5B41245D}" presName="dstNode" presStyleLbl="node1" presStyleIdx="0" presStyleCnt="5"/>
      <dgm:spPr/>
    </dgm:pt>
    <dgm:pt modelId="{3967D7F6-FA8C-456F-9EA8-282E3C74BAC6}" type="pres">
      <dgm:prSet presAssocID="{4CF5BB51-CC84-4F11-AAB8-9384F0DCAB06}" presName="text_1" presStyleLbl="node1" presStyleIdx="0" presStyleCnt="5">
        <dgm:presLayoutVars>
          <dgm:bulletEnabled val="1"/>
        </dgm:presLayoutVars>
      </dgm:prSet>
      <dgm:spPr/>
      <dgm:t>
        <a:bodyPr/>
        <a:lstStyle/>
        <a:p>
          <a:endParaRPr lang="en-US"/>
        </a:p>
      </dgm:t>
    </dgm:pt>
    <dgm:pt modelId="{C9BF2DEA-982B-4983-BC8D-8CA78A78B27D}" type="pres">
      <dgm:prSet presAssocID="{4CF5BB51-CC84-4F11-AAB8-9384F0DCAB06}" presName="accent_1" presStyleCnt="0"/>
      <dgm:spPr/>
    </dgm:pt>
    <dgm:pt modelId="{56BDF28F-FF12-4F05-816F-7E74CD2D2893}" type="pres">
      <dgm:prSet presAssocID="{4CF5BB51-CC84-4F11-AAB8-9384F0DCAB06}" presName="accentRepeatNode" presStyleLbl="solidFgAcc1" presStyleIdx="0" presStyleCnt="5"/>
      <dgm:spPr/>
    </dgm:pt>
    <dgm:pt modelId="{FB497913-E1D4-4CBA-9F57-F8A6643D3DC0}" type="pres">
      <dgm:prSet presAssocID="{5A03E264-B939-42D9-AC46-AA68E9F637ED}" presName="text_2" presStyleLbl="node1" presStyleIdx="1" presStyleCnt="5">
        <dgm:presLayoutVars>
          <dgm:bulletEnabled val="1"/>
        </dgm:presLayoutVars>
      </dgm:prSet>
      <dgm:spPr/>
      <dgm:t>
        <a:bodyPr/>
        <a:lstStyle/>
        <a:p>
          <a:endParaRPr lang="en-US"/>
        </a:p>
      </dgm:t>
    </dgm:pt>
    <dgm:pt modelId="{1BD7A5DE-AE2E-475E-971F-C88E6E278512}" type="pres">
      <dgm:prSet presAssocID="{5A03E264-B939-42D9-AC46-AA68E9F637ED}" presName="accent_2" presStyleCnt="0"/>
      <dgm:spPr/>
    </dgm:pt>
    <dgm:pt modelId="{8AAA19C9-9931-4C81-B74F-6CCEF58FAF2D}" type="pres">
      <dgm:prSet presAssocID="{5A03E264-B939-42D9-AC46-AA68E9F637ED}" presName="accentRepeatNode" presStyleLbl="solidFgAcc1" presStyleIdx="1" presStyleCnt="5"/>
      <dgm:spPr/>
    </dgm:pt>
    <dgm:pt modelId="{BA00DA23-48EA-4A1A-8599-3D7F67D09299}" type="pres">
      <dgm:prSet presAssocID="{0E039E24-4427-4073-8980-991CB952E737}" presName="text_3" presStyleLbl="node1" presStyleIdx="2" presStyleCnt="5" custScaleY="165984">
        <dgm:presLayoutVars>
          <dgm:bulletEnabled val="1"/>
        </dgm:presLayoutVars>
      </dgm:prSet>
      <dgm:spPr/>
      <dgm:t>
        <a:bodyPr/>
        <a:lstStyle/>
        <a:p>
          <a:endParaRPr lang="en-US"/>
        </a:p>
      </dgm:t>
    </dgm:pt>
    <dgm:pt modelId="{0CEC20FD-37F8-4E5E-88F5-B12900197CD3}" type="pres">
      <dgm:prSet presAssocID="{0E039E24-4427-4073-8980-991CB952E737}" presName="accent_3" presStyleCnt="0"/>
      <dgm:spPr/>
    </dgm:pt>
    <dgm:pt modelId="{B67DF4A3-CD8A-4B43-A67F-C745FBB8520A}" type="pres">
      <dgm:prSet presAssocID="{0E039E24-4427-4073-8980-991CB952E737}" presName="accentRepeatNode" presStyleLbl="solidFgAcc1" presStyleIdx="2" presStyleCnt="5"/>
      <dgm:spPr/>
    </dgm:pt>
    <dgm:pt modelId="{CAF9BE5B-8B4C-46E0-8568-43A9E9B3B81F}" type="pres">
      <dgm:prSet presAssocID="{61892DA4-7519-44D6-A458-12EB2FAE3BD7}" presName="text_4" presStyleLbl="node1" presStyleIdx="3" presStyleCnt="5">
        <dgm:presLayoutVars>
          <dgm:bulletEnabled val="1"/>
        </dgm:presLayoutVars>
      </dgm:prSet>
      <dgm:spPr/>
      <dgm:t>
        <a:bodyPr/>
        <a:lstStyle/>
        <a:p>
          <a:endParaRPr lang="en-US"/>
        </a:p>
      </dgm:t>
    </dgm:pt>
    <dgm:pt modelId="{28C6118E-2A15-40C0-A2E1-3D05DE86859E}" type="pres">
      <dgm:prSet presAssocID="{61892DA4-7519-44D6-A458-12EB2FAE3BD7}" presName="accent_4" presStyleCnt="0"/>
      <dgm:spPr/>
    </dgm:pt>
    <dgm:pt modelId="{02E56378-B89E-43BA-8EE4-A5E109E6C172}" type="pres">
      <dgm:prSet presAssocID="{61892DA4-7519-44D6-A458-12EB2FAE3BD7}" presName="accentRepeatNode" presStyleLbl="solidFgAcc1" presStyleIdx="3" presStyleCnt="5"/>
      <dgm:spPr/>
    </dgm:pt>
    <dgm:pt modelId="{186296B3-49A0-4CB1-8795-6196F302B598}" type="pres">
      <dgm:prSet presAssocID="{2ADC16B0-8861-43E4-91D5-45F8CAC29E5F}" presName="text_5" presStyleLbl="node1" presStyleIdx="4" presStyleCnt="5">
        <dgm:presLayoutVars>
          <dgm:bulletEnabled val="1"/>
        </dgm:presLayoutVars>
      </dgm:prSet>
      <dgm:spPr/>
      <dgm:t>
        <a:bodyPr/>
        <a:lstStyle/>
        <a:p>
          <a:endParaRPr lang="en-US"/>
        </a:p>
      </dgm:t>
    </dgm:pt>
    <dgm:pt modelId="{807397D2-7D66-4478-87EC-8757EABC3F1B}" type="pres">
      <dgm:prSet presAssocID="{2ADC16B0-8861-43E4-91D5-45F8CAC29E5F}" presName="accent_5" presStyleCnt="0"/>
      <dgm:spPr/>
    </dgm:pt>
    <dgm:pt modelId="{58D9E098-F615-4399-A85A-5E613DFD88BE}" type="pres">
      <dgm:prSet presAssocID="{2ADC16B0-8861-43E4-91D5-45F8CAC29E5F}" presName="accentRepeatNode" presStyleLbl="solidFgAcc1" presStyleIdx="4" presStyleCnt="5"/>
      <dgm:spPr/>
    </dgm:pt>
  </dgm:ptLst>
  <dgm:cxnLst>
    <dgm:cxn modelId="{755717CD-694F-4B15-B064-79051FC1396A}" type="presOf" srcId="{4CF5BB51-CC84-4F11-AAB8-9384F0DCAB06}" destId="{3967D7F6-FA8C-456F-9EA8-282E3C74BAC6}" srcOrd="0" destOrd="0" presId="urn:microsoft.com/office/officeart/2008/layout/VerticalCurvedList"/>
    <dgm:cxn modelId="{E396E657-E866-4187-87E2-42C8A70E0BD1}" srcId="{8189C0CF-CC8F-485E-B780-23DE5B41245D}" destId="{4CF5BB51-CC84-4F11-AAB8-9384F0DCAB06}" srcOrd="0" destOrd="0" parTransId="{C5CC9C1D-ADC8-4D03-B28F-496162908343}" sibTransId="{0E4E75D6-6716-4528-A270-A8C49D994E8E}"/>
    <dgm:cxn modelId="{9261D484-76D6-4602-9348-641A1965E615}" srcId="{8189C0CF-CC8F-485E-B780-23DE5B41245D}" destId="{5A03E264-B939-42D9-AC46-AA68E9F637ED}" srcOrd="1" destOrd="0" parTransId="{4013207E-B9E4-4EDF-BDC1-EA7FF46CD051}" sibTransId="{19B90B3D-AB75-4058-A4AA-8DE5D1185F67}"/>
    <dgm:cxn modelId="{977E51E1-F220-44D9-ABA2-6C7A540443BE}" type="presOf" srcId="{0E4E75D6-6716-4528-A270-A8C49D994E8E}" destId="{F33CBF64-ED7B-4DD5-A08C-6BB7C51FF61D}" srcOrd="0" destOrd="0" presId="urn:microsoft.com/office/officeart/2008/layout/VerticalCurvedList"/>
    <dgm:cxn modelId="{D25FA603-AE21-4FC2-8C4C-D07ABE6CA83B}" type="presOf" srcId="{61892DA4-7519-44D6-A458-12EB2FAE3BD7}" destId="{CAF9BE5B-8B4C-46E0-8568-43A9E9B3B81F}" srcOrd="0" destOrd="0" presId="urn:microsoft.com/office/officeart/2008/layout/VerticalCurvedList"/>
    <dgm:cxn modelId="{7447071E-B70A-4751-9231-097289E936E2}" type="presOf" srcId="{8189C0CF-CC8F-485E-B780-23DE5B41245D}" destId="{DA577477-EF1F-4B39-B52B-8AEBB76BBE8E}" srcOrd="0" destOrd="0" presId="urn:microsoft.com/office/officeart/2008/layout/VerticalCurvedList"/>
    <dgm:cxn modelId="{E7DBC4B1-CF92-47B9-91EB-8F29E760A5DC}" type="presOf" srcId="{58AE889D-A0BC-467B-BAD2-B377300BA240}" destId="{BA00DA23-48EA-4A1A-8599-3D7F67D09299}" srcOrd="0" destOrd="1" presId="urn:microsoft.com/office/officeart/2008/layout/VerticalCurvedList"/>
    <dgm:cxn modelId="{482572C9-3186-46E7-952A-D798507F295F}" type="presOf" srcId="{0E039E24-4427-4073-8980-991CB952E737}" destId="{BA00DA23-48EA-4A1A-8599-3D7F67D09299}" srcOrd="0" destOrd="0" presId="urn:microsoft.com/office/officeart/2008/layout/VerticalCurvedList"/>
    <dgm:cxn modelId="{F8EFACE6-9D02-4845-AE0A-EA9F9B905719}" type="presOf" srcId="{1752E8EA-2558-4A08-A8CC-6A4B531CF3F5}" destId="{BA00DA23-48EA-4A1A-8599-3D7F67D09299}" srcOrd="0" destOrd="2" presId="urn:microsoft.com/office/officeart/2008/layout/VerticalCurvedList"/>
    <dgm:cxn modelId="{04765BED-59DF-4A2F-8253-5C3386BC7299}" type="presOf" srcId="{5A03E264-B939-42D9-AC46-AA68E9F637ED}" destId="{FB497913-E1D4-4CBA-9F57-F8A6643D3DC0}" srcOrd="0" destOrd="0" presId="urn:microsoft.com/office/officeart/2008/layout/VerticalCurvedList"/>
    <dgm:cxn modelId="{393DAABF-05BC-4033-BEA4-FF7ACB3D1982}" srcId="{8189C0CF-CC8F-485E-B780-23DE5B41245D}" destId="{0E039E24-4427-4073-8980-991CB952E737}" srcOrd="2" destOrd="0" parTransId="{9BBD43AF-9048-401A-A84A-A58E516FA2AC}" sibTransId="{91DEF93E-94B3-4247-B5A7-76AFAC02B39F}"/>
    <dgm:cxn modelId="{F19DF561-317A-40AF-B576-59F42048BF3F}" srcId="{0E039E24-4427-4073-8980-991CB952E737}" destId="{1752E8EA-2558-4A08-A8CC-6A4B531CF3F5}" srcOrd="1" destOrd="0" parTransId="{01870BE2-E8EA-4E79-9B12-8B41FD432CC6}" sibTransId="{D58393C3-7293-4517-8164-6700C066EB36}"/>
    <dgm:cxn modelId="{447851A8-0BD6-4A26-A42D-CE4ABC4A752A}" type="presOf" srcId="{2ADC16B0-8861-43E4-91D5-45F8CAC29E5F}" destId="{186296B3-49A0-4CB1-8795-6196F302B598}" srcOrd="0" destOrd="0" presId="urn:microsoft.com/office/officeart/2008/layout/VerticalCurvedList"/>
    <dgm:cxn modelId="{FBC27A55-A280-4679-B194-D3F93776EB13}" srcId="{8189C0CF-CC8F-485E-B780-23DE5B41245D}" destId="{2ADC16B0-8861-43E4-91D5-45F8CAC29E5F}" srcOrd="4" destOrd="0" parTransId="{D47E0281-519D-4D86-88B8-270564EBDB8D}" sibTransId="{84CC7A66-FADA-4F60-8187-CFD314B166D4}"/>
    <dgm:cxn modelId="{0085F526-9220-47C6-9828-71007E27BACE}" srcId="{0E039E24-4427-4073-8980-991CB952E737}" destId="{58AE889D-A0BC-467B-BAD2-B377300BA240}" srcOrd="0" destOrd="0" parTransId="{19D9BE19-DA61-48D5-9C3D-92EF92118762}" sibTransId="{3EAABC83-6615-47B3-9996-3EDAD6E8E3F7}"/>
    <dgm:cxn modelId="{ED1E3AA9-8BDC-4951-8656-148AB2B2CD81}" srcId="{8189C0CF-CC8F-485E-B780-23DE5B41245D}" destId="{61892DA4-7519-44D6-A458-12EB2FAE3BD7}" srcOrd="3" destOrd="0" parTransId="{41486F52-D46E-4E3B-B01A-B5E1BE713479}" sibTransId="{4668057C-BD8A-4232-856C-037791BF5168}"/>
    <dgm:cxn modelId="{A9A9BE64-2B30-43AF-8999-EF9A795518B5}" type="presParOf" srcId="{DA577477-EF1F-4B39-B52B-8AEBB76BBE8E}" destId="{15F706C1-586D-43ED-AA20-10DFAD4E68B2}" srcOrd="0" destOrd="0" presId="urn:microsoft.com/office/officeart/2008/layout/VerticalCurvedList"/>
    <dgm:cxn modelId="{FC2D95D9-B72A-45AA-B083-373A0632A501}" type="presParOf" srcId="{15F706C1-586D-43ED-AA20-10DFAD4E68B2}" destId="{D4603CBA-6E64-407E-941A-F087DC969D90}" srcOrd="0" destOrd="0" presId="urn:microsoft.com/office/officeart/2008/layout/VerticalCurvedList"/>
    <dgm:cxn modelId="{FF11A8E3-6353-4B52-AF30-5C1E7D8DBA1A}" type="presParOf" srcId="{D4603CBA-6E64-407E-941A-F087DC969D90}" destId="{89799F61-66DA-49C8-B985-117B68B73536}" srcOrd="0" destOrd="0" presId="urn:microsoft.com/office/officeart/2008/layout/VerticalCurvedList"/>
    <dgm:cxn modelId="{21AEE22F-6FDB-416A-AA87-F4E6E1B58ACD}" type="presParOf" srcId="{D4603CBA-6E64-407E-941A-F087DC969D90}" destId="{F33CBF64-ED7B-4DD5-A08C-6BB7C51FF61D}" srcOrd="1" destOrd="0" presId="urn:microsoft.com/office/officeart/2008/layout/VerticalCurvedList"/>
    <dgm:cxn modelId="{FF78E345-E4EF-44AC-91E0-0C326E8CA129}" type="presParOf" srcId="{D4603CBA-6E64-407E-941A-F087DC969D90}" destId="{27BBDB71-2A1B-4487-A4EB-FE5D2D68E29B}" srcOrd="2" destOrd="0" presId="urn:microsoft.com/office/officeart/2008/layout/VerticalCurvedList"/>
    <dgm:cxn modelId="{818D93B3-9988-4BEA-8CAD-A9A127ABBD78}" type="presParOf" srcId="{D4603CBA-6E64-407E-941A-F087DC969D90}" destId="{9613BF5D-DBEE-482E-9189-FAE2DA67BE11}" srcOrd="3" destOrd="0" presId="urn:microsoft.com/office/officeart/2008/layout/VerticalCurvedList"/>
    <dgm:cxn modelId="{079E9196-1A8F-4538-A19A-9F0E2D1419FB}" type="presParOf" srcId="{15F706C1-586D-43ED-AA20-10DFAD4E68B2}" destId="{3967D7F6-FA8C-456F-9EA8-282E3C74BAC6}" srcOrd="1" destOrd="0" presId="urn:microsoft.com/office/officeart/2008/layout/VerticalCurvedList"/>
    <dgm:cxn modelId="{5F39E09B-DF3F-45D6-AA26-F9DA12AA88A1}" type="presParOf" srcId="{15F706C1-586D-43ED-AA20-10DFAD4E68B2}" destId="{C9BF2DEA-982B-4983-BC8D-8CA78A78B27D}" srcOrd="2" destOrd="0" presId="urn:microsoft.com/office/officeart/2008/layout/VerticalCurvedList"/>
    <dgm:cxn modelId="{DC884B80-AF3E-4F36-8B42-2503FAD38D8F}" type="presParOf" srcId="{C9BF2DEA-982B-4983-BC8D-8CA78A78B27D}" destId="{56BDF28F-FF12-4F05-816F-7E74CD2D2893}" srcOrd="0" destOrd="0" presId="urn:microsoft.com/office/officeart/2008/layout/VerticalCurvedList"/>
    <dgm:cxn modelId="{8623D3C6-1CC5-4B52-B4A1-258B7B3718C2}" type="presParOf" srcId="{15F706C1-586D-43ED-AA20-10DFAD4E68B2}" destId="{FB497913-E1D4-4CBA-9F57-F8A6643D3DC0}" srcOrd="3" destOrd="0" presId="urn:microsoft.com/office/officeart/2008/layout/VerticalCurvedList"/>
    <dgm:cxn modelId="{459F8923-2139-49C5-813D-839EB8E6B923}" type="presParOf" srcId="{15F706C1-586D-43ED-AA20-10DFAD4E68B2}" destId="{1BD7A5DE-AE2E-475E-971F-C88E6E278512}" srcOrd="4" destOrd="0" presId="urn:microsoft.com/office/officeart/2008/layout/VerticalCurvedList"/>
    <dgm:cxn modelId="{881EF733-AB6D-43CB-979F-603B7540D198}" type="presParOf" srcId="{1BD7A5DE-AE2E-475E-971F-C88E6E278512}" destId="{8AAA19C9-9931-4C81-B74F-6CCEF58FAF2D}" srcOrd="0" destOrd="0" presId="urn:microsoft.com/office/officeart/2008/layout/VerticalCurvedList"/>
    <dgm:cxn modelId="{9588D4FD-6E61-44F9-9792-3AA5CA6B4956}" type="presParOf" srcId="{15F706C1-586D-43ED-AA20-10DFAD4E68B2}" destId="{BA00DA23-48EA-4A1A-8599-3D7F67D09299}" srcOrd="5" destOrd="0" presId="urn:microsoft.com/office/officeart/2008/layout/VerticalCurvedList"/>
    <dgm:cxn modelId="{68596A40-AAB4-4A9A-825D-5FD0E7645D0F}" type="presParOf" srcId="{15F706C1-586D-43ED-AA20-10DFAD4E68B2}" destId="{0CEC20FD-37F8-4E5E-88F5-B12900197CD3}" srcOrd="6" destOrd="0" presId="urn:microsoft.com/office/officeart/2008/layout/VerticalCurvedList"/>
    <dgm:cxn modelId="{C3E7210B-793C-4AE9-A4BE-1E46EE0F2A81}" type="presParOf" srcId="{0CEC20FD-37F8-4E5E-88F5-B12900197CD3}" destId="{B67DF4A3-CD8A-4B43-A67F-C745FBB8520A}" srcOrd="0" destOrd="0" presId="urn:microsoft.com/office/officeart/2008/layout/VerticalCurvedList"/>
    <dgm:cxn modelId="{95098514-B256-4F98-B55D-A17624AD6C93}" type="presParOf" srcId="{15F706C1-586D-43ED-AA20-10DFAD4E68B2}" destId="{CAF9BE5B-8B4C-46E0-8568-43A9E9B3B81F}" srcOrd="7" destOrd="0" presId="urn:microsoft.com/office/officeart/2008/layout/VerticalCurvedList"/>
    <dgm:cxn modelId="{C774C314-48A4-4B96-90EB-D180CF49B82B}" type="presParOf" srcId="{15F706C1-586D-43ED-AA20-10DFAD4E68B2}" destId="{28C6118E-2A15-40C0-A2E1-3D05DE86859E}" srcOrd="8" destOrd="0" presId="urn:microsoft.com/office/officeart/2008/layout/VerticalCurvedList"/>
    <dgm:cxn modelId="{2FC6C21E-15EB-45E6-9852-C6CB47C00EA7}" type="presParOf" srcId="{28C6118E-2A15-40C0-A2E1-3D05DE86859E}" destId="{02E56378-B89E-43BA-8EE4-A5E109E6C172}" srcOrd="0" destOrd="0" presId="urn:microsoft.com/office/officeart/2008/layout/VerticalCurvedList"/>
    <dgm:cxn modelId="{12F58E6E-B7EF-40CF-989A-2F31CF4BEE81}" type="presParOf" srcId="{15F706C1-586D-43ED-AA20-10DFAD4E68B2}" destId="{186296B3-49A0-4CB1-8795-6196F302B598}" srcOrd="9" destOrd="0" presId="urn:microsoft.com/office/officeart/2008/layout/VerticalCurvedList"/>
    <dgm:cxn modelId="{A2DFB146-9726-4E33-893E-5860BEA7C285}" type="presParOf" srcId="{15F706C1-586D-43ED-AA20-10DFAD4E68B2}" destId="{807397D2-7D66-4478-87EC-8757EABC3F1B}" srcOrd="10" destOrd="0" presId="urn:microsoft.com/office/officeart/2008/layout/VerticalCurvedList"/>
    <dgm:cxn modelId="{ADE7C1EE-4D3F-4209-BD85-42CCCD70A777}" type="presParOf" srcId="{807397D2-7D66-4478-87EC-8757EABC3F1B}" destId="{58D9E098-F615-4399-A85A-5E613DFD88BE}" srcOrd="0" destOrd="0" presId="urn:microsoft.com/office/officeart/2008/layout/VerticalCurved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33CBF64-ED7B-4DD5-A08C-6BB7C51FF61D}">
      <dsp:nvSpPr>
        <dsp:cNvPr id="0" name=""/>
        <dsp:cNvSpPr/>
      </dsp:nvSpPr>
      <dsp:spPr>
        <a:xfrm>
          <a:off x="-4565598" y="-700039"/>
          <a:ext cx="5438678" cy="5438678"/>
        </a:xfrm>
        <a:prstGeom prst="blockArc">
          <a:avLst>
            <a:gd name="adj1" fmla="val 18900000"/>
            <a:gd name="adj2" fmla="val 2700000"/>
            <a:gd name="adj3" fmla="val 397"/>
          </a:avLst>
        </a:prstGeom>
        <a:noFill/>
        <a:ln w="19050" cap="flat"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3967D7F6-FA8C-456F-9EA8-282E3C74BAC6}">
      <dsp:nvSpPr>
        <dsp:cNvPr id="0" name=""/>
        <dsp:cNvSpPr/>
      </dsp:nvSpPr>
      <dsp:spPr>
        <a:xfrm>
          <a:off x="382191" y="252331"/>
          <a:ext cx="6967123" cy="504986"/>
        </a:xfrm>
        <a:prstGeom prst="rect">
          <a:avLst/>
        </a:prstGeom>
        <a:solidFill>
          <a:schemeClr val="accent1"/>
        </a:solidFill>
        <a:ln w="19050" cap="flat" cmpd="sng" algn="ctr">
          <a:solidFill>
            <a:schemeClr val="accent1">
              <a:shade val="50000"/>
            </a:schemeClr>
          </a:solidFill>
          <a:prstDash val="solid"/>
        </a:ln>
        <a:effectLst/>
      </dsp:spPr>
      <dsp:style>
        <a:lnRef idx="2">
          <a:schemeClr val="accent1">
            <a:shade val="50000"/>
          </a:schemeClr>
        </a:lnRef>
        <a:fillRef idx="1">
          <a:schemeClr val="accent1"/>
        </a:fillRef>
        <a:effectRef idx="0">
          <a:schemeClr val="accent1"/>
        </a:effectRef>
        <a:fontRef idx="minor">
          <a:schemeClr val="lt1"/>
        </a:fontRef>
      </dsp:style>
      <dsp:txBody>
        <a:bodyPr spcFirstLastPara="0" vert="horz" wrap="square" lIns="400833" tIns="81280" rIns="81280" bIns="81280" numCol="1" spcCol="1270" anchor="ctr" anchorCtr="0">
          <a:noAutofit/>
        </a:bodyPr>
        <a:lstStyle/>
        <a:p>
          <a:pPr lvl="0" algn="l" defTabSz="1422400" rtl="0">
            <a:lnSpc>
              <a:spcPct val="90000"/>
            </a:lnSpc>
            <a:spcBef>
              <a:spcPct val="0"/>
            </a:spcBef>
            <a:spcAft>
              <a:spcPct val="35000"/>
            </a:spcAft>
          </a:pPr>
          <a:r>
            <a:rPr lang="en-US" sz="3200" kern="1200" dirty="0" smtClean="0"/>
            <a:t>Jira overview</a:t>
          </a:r>
          <a:endParaRPr lang="en-US" sz="3200" kern="1200" dirty="0"/>
        </a:p>
      </dsp:txBody>
      <dsp:txXfrm>
        <a:off x="382191" y="252331"/>
        <a:ext cx="6967123" cy="504986"/>
      </dsp:txXfrm>
    </dsp:sp>
    <dsp:sp modelId="{56BDF28F-FF12-4F05-816F-7E74CD2D2893}">
      <dsp:nvSpPr>
        <dsp:cNvPr id="0" name=""/>
        <dsp:cNvSpPr/>
      </dsp:nvSpPr>
      <dsp:spPr>
        <a:xfrm>
          <a:off x="66574" y="189208"/>
          <a:ext cx="631233" cy="631233"/>
        </a:xfrm>
        <a:prstGeom prst="ellipse">
          <a:avLst/>
        </a:prstGeom>
        <a:solidFill>
          <a:schemeClr val="lt1">
            <a:hueOff val="0"/>
            <a:satOff val="0"/>
            <a:lumOff val="0"/>
            <a:alphaOff val="0"/>
          </a:schemeClr>
        </a:solidFill>
        <a:ln w="1905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FB497913-E1D4-4CBA-9F57-F8A6643D3DC0}">
      <dsp:nvSpPr>
        <dsp:cNvPr id="0" name=""/>
        <dsp:cNvSpPr/>
      </dsp:nvSpPr>
      <dsp:spPr>
        <a:xfrm>
          <a:off x="744049" y="1009569"/>
          <a:ext cx="6605264" cy="504986"/>
        </a:xfrm>
        <a:prstGeom prst="rect">
          <a:avLst/>
        </a:prstGeom>
        <a:solidFill>
          <a:schemeClr val="accent1"/>
        </a:solidFill>
        <a:ln w="19050" cap="flat" cmpd="sng" algn="ctr">
          <a:solidFill>
            <a:schemeClr val="accent1">
              <a:shade val="50000"/>
            </a:schemeClr>
          </a:solidFill>
          <a:prstDash val="solid"/>
        </a:ln>
        <a:effectLst/>
      </dsp:spPr>
      <dsp:style>
        <a:lnRef idx="2">
          <a:schemeClr val="accent1">
            <a:shade val="50000"/>
          </a:schemeClr>
        </a:lnRef>
        <a:fillRef idx="1">
          <a:schemeClr val="accent1"/>
        </a:fillRef>
        <a:effectRef idx="0">
          <a:schemeClr val="accent1"/>
        </a:effectRef>
        <a:fontRef idx="minor">
          <a:schemeClr val="lt1"/>
        </a:fontRef>
      </dsp:style>
      <dsp:txBody>
        <a:bodyPr spcFirstLastPara="0" vert="horz" wrap="square" lIns="400833" tIns="81280" rIns="81280" bIns="81280" numCol="1" spcCol="1270" anchor="ctr" anchorCtr="0">
          <a:noAutofit/>
        </a:bodyPr>
        <a:lstStyle/>
        <a:p>
          <a:pPr lvl="0" algn="l" defTabSz="1422400" rtl="0">
            <a:lnSpc>
              <a:spcPct val="90000"/>
            </a:lnSpc>
            <a:spcBef>
              <a:spcPct val="0"/>
            </a:spcBef>
            <a:spcAft>
              <a:spcPct val="35000"/>
            </a:spcAft>
          </a:pPr>
          <a:r>
            <a:rPr lang="en-US" sz="3200" kern="1200" dirty="0" smtClean="0"/>
            <a:t>Jira Concept</a:t>
          </a:r>
          <a:endParaRPr lang="en-US" sz="3200" kern="1200" dirty="0"/>
        </a:p>
      </dsp:txBody>
      <dsp:txXfrm>
        <a:off x="744049" y="1009569"/>
        <a:ext cx="6605264" cy="504986"/>
      </dsp:txXfrm>
    </dsp:sp>
    <dsp:sp modelId="{8AAA19C9-9931-4C81-B74F-6CCEF58FAF2D}">
      <dsp:nvSpPr>
        <dsp:cNvPr id="0" name=""/>
        <dsp:cNvSpPr/>
      </dsp:nvSpPr>
      <dsp:spPr>
        <a:xfrm>
          <a:off x="428433" y="946445"/>
          <a:ext cx="631233" cy="631233"/>
        </a:xfrm>
        <a:prstGeom prst="ellipse">
          <a:avLst/>
        </a:prstGeom>
        <a:solidFill>
          <a:schemeClr val="lt1">
            <a:hueOff val="0"/>
            <a:satOff val="0"/>
            <a:lumOff val="0"/>
            <a:alphaOff val="0"/>
          </a:schemeClr>
        </a:solidFill>
        <a:ln w="1905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BA00DA23-48EA-4A1A-8599-3D7F67D09299}">
      <dsp:nvSpPr>
        <dsp:cNvPr id="0" name=""/>
        <dsp:cNvSpPr/>
      </dsp:nvSpPr>
      <dsp:spPr>
        <a:xfrm>
          <a:off x="855111" y="1600201"/>
          <a:ext cx="6494203" cy="838196"/>
        </a:xfrm>
        <a:prstGeom prst="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00833" tIns="40640" rIns="40640" bIns="40640" numCol="1" spcCol="1270" anchor="t" anchorCtr="0">
          <a:noAutofit/>
        </a:bodyPr>
        <a:lstStyle/>
        <a:p>
          <a:pPr lvl="0" algn="l" defTabSz="711200" rtl="0">
            <a:lnSpc>
              <a:spcPct val="90000"/>
            </a:lnSpc>
            <a:spcBef>
              <a:spcPct val="0"/>
            </a:spcBef>
            <a:spcAft>
              <a:spcPct val="35000"/>
            </a:spcAft>
          </a:pPr>
          <a:r>
            <a:rPr lang="en-US" sz="1600" b="1" kern="1200" dirty="0" smtClean="0"/>
            <a:t>Work Process in Jira</a:t>
          </a:r>
          <a:endParaRPr lang="en-US" sz="1600" b="1" kern="1200" dirty="0"/>
        </a:p>
        <a:p>
          <a:pPr marL="171450" lvl="1" indent="-171450" algn="l" defTabSz="711200" rtl="0">
            <a:lnSpc>
              <a:spcPct val="90000"/>
            </a:lnSpc>
            <a:spcBef>
              <a:spcPct val="0"/>
            </a:spcBef>
            <a:spcAft>
              <a:spcPct val="15000"/>
            </a:spcAft>
            <a:buChar char="••"/>
          </a:pPr>
          <a:r>
            <a:rPr lang="en-US" sz="1600" kern="1200" dirty="0" smtClean="0"/>
            <a:t>Task Management Process</a:t>
          </a:r>
          <a:endParaRPr lang="en-US" sz="1600" kern="1200" dirty="0"/>
        </a:p>
        <a:p>
          <a:pPr marL="171450" lvl="1" indent="-171450" algn="l" defTabSz="711200" rtl="0">
            <a:lnSpc>
              <a:spcPct val="90000"/>
            </a:lnSpc>
            <a:spcBef>
              <a:spcPct val="0"/>
            </a:spcBef>
            <a:spcAft>
              <a:spcPct val="15000"/>
            </a:spcAft>
            <a:buChar char="••"/>
          </a:pPr>
          <a:r>
            <a:rPr lang="en-US" sz="1600" kern="1200" dirty="0" smtClean="0"/>
            <a:t>Bug Management Process a</a:t>
          </a:r>
          <a:endParaRPr lang="en-US" sz="1600" kern="1200" dirty="0"/>
        </a:p>
      </dsp:txBody>
      <dsp:txXfrm>
        <a:off x="855111" y="1600201"/>
        <a:ext cx="6494203" cy="838196"/>
      </dsp:txXfrm>
    </dsp:sp>
    <dsp:sp modelId="{B67DF4A3-CD8A-4B43-A67F-C745FBB8520A}">
      <dsp:nvSpPr>
        <dsp:cNvPr id="0" name=""/>
        <dsp:cNvSpPr/>
      </dsp:nvSpPr>
      <dsp:spPr>
        <a:xfrm>
          <a:off x="539494" y="1703683"/>
          <a:ext cx="631233" cy="631233"/>
        </a:xfrm>
        <a:prstGeom prst="ellipse">
          <a:avLst/>
        </a:prstGeom>
        <a:solidFill>
          <a:schemeClr val="lt1">
            <a:hueOff val="0"/>
            <a:satOff val="0"/>
            <a:lumOff val="0"/>
            <a:alphaOff val="0"/>
          </a:schemeClr>
        </a:solidFill>
        <a:ln w="1905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CAF9BE5B-8B4C-46E0-8568-43A9E9B3B81F}">
      <dsp:nvSpPr>
        <dsp:cNvPr id="0" name=""/>
        <dsp:cNvSpPr/>
      </dsp:nvSpPr>
      <dsp:spPr>
        <a:xfrm>
          <a:off x="744049" y="2524044"/>
          <a:ext cx="6605264" cy="504986"/>
        </a:xfrm>
        <a:prstGeom prst="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00833" tIns="81280" rIns="81280" bIns="81280" numCol="1" spcCol="1270" anchor="ctr" anchorCtr="0">
          <a:noAutofit/>
        </a:bodyPr>
        <a:lstStyle/>
        <a:p>
          <a:pPr lvl="0" algn="l" defTabSz="1422400" rtl="0">
            <a:lnSpc>
              <a:spcPct val="90000"/>
            </a:lnSpc>
            <a:spcBef>
              <a:spcPct val="0"/>
            </a:spcBef>
            <a:spcAft>
              <a:spcPct val="35000"/>
            </a:spcAft>
          </a:pPr>
          <a:r>
            <a:rPr lang="en-US" sz="3200" kern="1200" dirty="0" smtClean="0"/>
            <a:t>Dash Board</a:t>
          </a:r>
          <a:endParaRPr lang="en-US" sz="3200" kern="1200" dirty="0"/>
        </a:p>
      </dsp:txBody>
      <dsp:txXfrm>
        <a:off x="744049" y="2524044"/>
        <a:ext cx="6605264" cy="504986"/>
      </dsp:txXfrm>
    </dsp:sp>
    <dsp:sp modelId="{02E56378-B89E-43BA-8EE4-A5E109E6C172}">
      <dsp:nvSpPr>
        <dsp:cNvPr id="0" name=""/>
        <dsp:cNvSpPr/>
      </dsp:nvSpPr>
      <dsp:spPr>
        <a:xfrm>
          <a:off x="428433" y="2460920"/>
          <a:ext cx="631233" cy="631233"/>
        </a:xfrm>
        <a:prstGeom prst="ellipse">
          <a:avLst/>
        </a:prstGeom>
        <a:solidFill>
          <a:schemeClr val="lt1">
            <a:hueOff val="0"/>
            <a:satOff val="0"/>
            <a:lumOff val="0"/>
            <a:alphaOff val="0"/>
          </a:schemeClr>
        </a:solidFill>
        <a:ln w="1905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186296B3-49A0-4CB1-8795-6196F302B598}">
      <dsp:nvSpPr>
        <dsp:cNvPr id="0" name=""/>
        <dsp:cNvSpPr/>
      </dsp:nvSpPr>
      <dsp:spPr>
        <a:xfrm>
          <a:off x="382191" y="3281281"/>
          <a:ext cx="6967123" cy="504986"/>
        </a:xfrm>
        <a:prstGeom prst="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00833" tIns="81280" rIns="81280" bIns="81280" numCol="1" spcCol="1270" anchor="ctr" anchorCtr="0">
          <a:noAutofit/>
        </a:bodyPr>
        <a:lstStyle/>
        <a:p>
          <a:pPr lvl="0" algn="l" defTabSz="1422400" rtl="0">
            <a:lnSpc>
              <a:spcPct val="90000"/>
            </a:lnSpc>
            <a:spcBef>
              <a:spcPct val="0"/>
            </a:spcBef>
            <a:spcAft>
              <a:spcPct val="35000"/>
            </a:spcAft>
          </a:pPr>
          <a:r>
            <a:rPr lang="en-US" sz="3200" kern="1200" dirty="0" smtClean="0"/>
            <a:t>Demo</a:t>
          </a:r>
          <a:endParaRPr lang="en-US" sz="3200" kern="1200" dirty="0"/>
        </a:p>
      </dsp:txBody>
      <dsp:txXfrm>
        <a:off x="382191" y="3281281"/>
        <a:ext cx="6967123" cy="504986"/>
      </dsp:txXfrm>
    </dsp:sp>
    <dsp:sp modelId="{58D9E098-F615-4399-A85A-5E613DFD88BE}">
      <dsp:nvSpPr>
        <dsp:cNvPr id="0" name=""/>
        <dsp:cNvSpPr/>
      </dsp:nvSpPr>
      <dsp:spPr>
        <a:xfrm>
          <a:off x="66574" y="3218158"/>
          <a:ext cx="631233" cy="631233"/>
        </a:xfrm>
        <a:prstGeom prst="ellipse">
          <a:avLst/>
        </a:prstGeom>
        <a:solidFill>
          <a:schemeClr val="lt1">
            <a:hueOff val="0"/>
            <a:satOff val="0"/>
            <a:lumOff val="0"/>
            <a:alphaOff val="0"/>
          </a:schemeClr>
        </a:solidFill>
        <a:ln w="1905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33CBF64-ED7B-4DD5-A08C-6BB7C51FF61D}">
      <dsp:nvSpPr>
        <dsp:cNvPr id="0" name=""/>
        <dsp:cNvSpPr/>
      </dsp:nvSpPr>
      <dsp:spPr>
        <a:xfrm>
          <a:off x="-4565598" y="-700039"/>
          <a:ext cx="5438678" cy="5438678"/>
        </a:xfrm>
        <a:prstGeom prst="blockArc">
          <a:avLst>
            <a:gd name="adj1" fmla="val 18900000"/>
            <a:gd name="adj2" fmla="val 2700000"/>
            <a:gd name="adj3" fmla="val 397"/>
          </a:avLst>
        </a:prstGeom>
        <a:noFill/>
        <a:ln w="19050" cap="flat"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3967D7F6-FA8C-456F-9EA8-282E3C74BAC6}">
      <dsp:nvSpPr>
        <dsp:cNvPr id="0" name=""/>
        <dsp:cNvSpPr/>
      </dsp:nvSpPr>
      <dsp:spPr>
        <a:xfrm>
          <a:off x="382191" y="252331"/>
          <a:ext cx="6967123" cy="504986"/>
        </a:xfrm>
        <a:prstGeom prst="rect">
          <a:avLst/>
        </a:prstGeom>
        <a:solidFill>
          <a:schemeClr val="dk1"/>
        </a:solidFill>
        <a:ln w="19050" cap="flat" cmpd="sng" algn="ctr">
          <a:solidFill>
            <a:schemeClr val="dk1">
              <a:shade val="50000"/>
            </a:schemeClr>
          </a:solidFill>
          <a:prstDash val="solid"/>
        </a:ln>
        <a:effectLst/>
      </dsp:spPr>
      <dsp:style>
        <a:lnRef idx="2">
          <a:schemeClr val="dk1">
            <a:shade val="50000"/>
          </a:schemeClr>
        </a:lnRef>
        <a:fillRef idx="1">
          <a:schemeClr val="dk1"/>
        </a:fillRef>
        <a:effectRef idx="0">
          <a:schemeClr val="dk1"/>
        </a:effectRef>
        <a:fontRef idx="minor">
          <a:schemeClr val="lt1"/>
        </a:fontRef>
      </dsp:style>
      <dsp:txBody>
        <a:bodyPr spcFirstLastPara="0" vert="horz" wrap="square" lIns="400833" tIns="81280" rIns="81280" bIns="81280" numCol="1" spcCol="1270" anchor="ctr" anchorCtr="0">
          <a:noAutofit/>
        </a:bodyPr>
        <a:lstStyle/>
        <a:p>
          <a:pPr lvl="0" algn="l" defTabSz="1422400" rtl="0">
            <a:lnSpc>
              <a:spcPct val="90000"/>
            </a:lnSpc>
            <a:spcBef>
              <a:spcPct val="0"/>
            </a:spcBef>
            <a:spcAft>
              <a:spcPct val="35000"/>
            </a:spcAft>
          </a:pPr>
          <a:r>
            <a:rPr lang="en-US" sz="3200" kern="1200" dirty="0" smtClean="0"/>
            <a:t>Jira overview</a:t>
          </a:r>
          <a:endParaRPr lang="en-US" sz="3200" kern="1200" dirty="0"/>
        </a:p>
      </dsp:txBody>
      <dsp:txXfrm>
        <a:off x="382191" y="252331"/>
        <a:ext cx="6967123" cy="504986"/>
      </dsp:txXfrm>
    </dsp:sp>
    <dsp:sp modelId="{56BDF28F-FF12-4F05-816F-7E74CD2D2893}">
      <dsp:nvSpPr>
        <dsp:cNvPr id="0" name=""/>
        <dsp:cNvSpPr/>
      </dsp:nvSpPr>
      <dsp:spPr>
        <a:xfrm>
          <a:off x="66574" y="189208"/>
          <a:ext cx="631233" cy="631233"/>
        </a:xfrm>
        <a:prstGeom prst="ellipse">
          <a:avLst/>
        </a:prstGeom>
        <a:solidFill>
          <a:schemeClr val="lt1">
            <a:hueOff val="0"/>
            <a:satOff val="0"/>
            <a:lumOff val="0"/>
            <a:alphaOff val="0"/>
          </a:schemeClr>
        </a:solidFill>
        <a:ln w="1905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FB497913-E1D4-4CBA-9F57-F8A6643D3DC0}">
      <dsp:nvSpPr>
        <dsp:cNvPr id="0" name=""/>
        <dsp:cNvSpPr/>
      </dsp:nvSpPr>
      <dsp:spPr>
        <a:xfrm>
          <a:off x="744049" y="1009569"/>
          <a:ext cx="6605264" cy="504986"/>
        </a:xfrm>
        <a:prstGeom prst="rect">
          <a:avLst/>
        </a:prstGeom>
        <a:solidFill>
          <a:schemeClr val="accent1"/>
        </a:solidFill>
        <a:ln w="19050" cap="flat" cmpd="sng" algn="ctr">
          <a:solidFill>
            <a:schemeClr val="accent1">
              <a:shade val="50000"/>
            </a:schemeClr>
          </a:solidFill>
          <a:prstDash val="solid"/>
        </a:ln>
        <a:effectLst/>
      </dsp:spPr>
      <dsp:style>
        <a:lnRef idx="2">
          <a:schemeClr val="accent1">
            <a:shade val="50000"/>
          </a:schemeClr>
        </a:lnRef>
        <a:fillRef idx="1">
          <a:schemeClr val="accent1"/>
        </a:fillRef>
        <a:effectRef idx="0">
          <a:schemeClr val="accent1"/>
        </a:effectRef>
        <a:fontRef idx="minor">
          <a:schemeClr val="lt1"/>
        </a:fontRef>
      </dsp:style>
      <dsp:txBody>
        <a:bodyPr spcFirstLastPara="0" vert="horz" wrap="square" lIns="400833" tIns="81280" rIns="81280" bIns="81280" numCol="1" spcCol="1270" anchor="ctr" anchorCtr="0">
          <a:noAutofit/>
        </a:bodyPr>
        <a:lstStyle/>
        <a:p>
          <a:pPr lvl="0" algn="l" defTabSz="1422400" rtl="0">
            <a:lnSpc>
              <a:spcPct val="90000"/>
            </a:lnSpc>
            <a:spcBef>
              <a:spcPct val="0"/>
            </a:spcBef>
            <a:spcAft>
              <a:spcPct val="35000"/>
            </a:spcAft>
          </a:pPr>
          <a:r>
            <a:rPr lang="en-US" sz="3200" kern="1200" dirty="0" smtClean="0"/>
            <a:t>Jira Concept</a:t>
          </a:r>
          <a:endParaRPr lang="en-US" sz="3200" kern="1200" dirty="0"/>
        </a:p>
      </dsp:txBody>
      <dsp:txXfrm>
        <a:off x="744049" y="1009569"/>
        <a:ext cx="6605264" cy="504986"/>
      </dsp:txXfrm>
    </dsp:sp>
    <dsp:sp modelId="{8AAA19C9-9931-4C81-B74F-6CCEF58FAF2D}">
      <dsp:nvSpPr>
        <dsp:cNvPr id="0" name=""/>
        <dsp:cNvSpPr/>
      </dsp:nvSpPr>
      <dsp:spPr>
        <a:xfrm>
          <a:off x="428433" y="946445"/>
          <a:ext cx="631233" cy="631233"/>
        </a:xfrm>
        <a:prstGeom prst="ellipse">
          <a:avLst/>
        </a:prstGeom>
        <a:solidFill>
          <a:schemeClr val="lt1">
            <a:hueOff val="0"/>
            <a:satOff val="0"/>
            <a:lumOff val="0"/>
            <a:alphaOff val="0"/>
          </a:schemeClr>
        </a:solidFill>
        <a:ln w="1905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BA00DA23-48EA-4A1A-8599-3D7F67D09299}">
      <dsp:nvSpPr>
        <dsp:cNvPr id="0" name=""/>
        <dsp:cNvSpPr/>
      </dsp:nvSpPr>
      <dsp:spPr>
        <a:xfrm>
          <a:off x="855111" y="1600201"/>
          <a:ext cx="6494203" cy="838196"/>
        </a:xfrm>
        <a:prstGeom prst="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00833" tIns="40640" rIns="40640" bIns="40640" numCol="1" spcCol="1270" anchor="t" anchorCtr="0">
          <a:noAutofit/>
        </a:bodyPr>
        <a:lstStyle/>
        <a:p>
          <a:pPr lvl="0" algn="l" defTabSz="711200" rtl="0">
            <a:lnSpc>
              <a:spcPct val="90000"/>
            </a:lnSpc>
            <a:spcBef>
              <a:spcPct val="0"/>
            </a:spcBef>
            <a:spcAft>
              <a:spcPct val="35000"/>
            </a:spcAft>
          </a:pPr>
          <a:r>
            <a:rPr lang="en-US" sz="1600" b="1" kern="1200" dirty="0" smtClean="0"/>
            <a:t>Work Process in Jira</a:t>
          </a:r>
          <a:endParaRPr lang="en-US" sz="1600" b="1" kern="1200" dirty="0"/>
        </a:p>
        <a:p>
          <a:pPr marL="171450" lvl="1" indent="-171450" algn="l" defTabSz="711200" rtl="0">
            <a:lnSpc>
              <a:spcPct val="90000"/>
            </a:lnSpc>
            <a:spcBef>
              <a:spcPct val="0"/>
            </a:spcBef>
            <a:spcAft>
              <a:spcPct val="15000"/>
            </a:spcAft>
            <a:buChar char="••"/>
          </a:pPr>
          <a:r>
            <a:rPr lang="en-US" sz="1600" kern="1200" dirty="0" smtClean="0"/>
            <a:t>Task Management Process</a:t>
          </a:r>
          <a:endParaRPr lang="en-US" sz="1600" kern="1200" dirty="0"/>
        </a:p>
        <a:p>
          <a:pPr marL="171450" lvl="1" indent="-171450" algn="l" defTabSz="711200" rtl="0">
            <a:lnSpc>
              <a:spcPct val="90000"/>
            </a:lnSpc>
            <a:spcBef>
              <a:spcPct val="0"/>
            </a:spcBef>
            <a:spcAft>
              <a:spcPct val="15000"/>
            </a:spcAft>
            <a:buChar char="••"/>
          </a:pPr>
          <a:r>
            <a:rPr lang="en-US" sz="1600" kern="1200" dirty="0" smtClean="0"/>
            <a:t>Bug Management Process a</a:t>
          </a:r>
          <a:endParaRPr lang="en-US" sz="1600" kern="1200" dirty="0"/>
        </a:p>
      </dsp:txBody>
      <dsp:txXfrm>
        <a:off x="855111" y="1600201"/>
        <a:ext cx="6494203" cy="838196"/>
      </dsp:txXfrm>
    </dsp:sp>
    <dsp:sp modelId="{B67DF4A3-CD8A-4B43-A67F-C745FBB8520A}">
      <dsp:nvSpPr>
        <dsp:cNvPr id="0" name=""/>
        <dsp:cNvSpPr/>
      </dsp:nvSpPr>
      <dsp:spPr>
        <a:xfrm>
          <a:off x="539494" y="1703683"/>
          <a:ext cx="631233" cy="631233"/>
        </a:xfrm>
        <a:prstGeom prst="ellipse">
          <a:avLst/>
        </a:prstGeom>
        <a:solidFill>
          <a:schemeClr val="lt1">
            <a:hueOff val="0"/>
            <a:satOff val="0"/>
            <a:lumOff val="0"/>
            <a:alphaOff val="0"/>
          </a:schemeClr>
        </a:solidFill>
        <a:ln w="1905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CAF9BE5B-8B4C-46E0-8568-43A9E9B3B81F}">
      <dsp:nvSpPr>
        <dsp:cNvPr id="0" name=""/>
        <dsp:cNvSpPr/>
      </dsp:nvSpPr>
      <dsp:spPr>
        <a:xfrm>
          <a:off x="744049" y="2524044"/>
          <a:ext cx="6605264" cy="504986"/>
        </a:xfrm>
        <a:prstGeom prst="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00833" tIns="81280" rIns="81280" bIns="81280" numCol="1" spcCol="1270" anchor="ctr" anchorCtr="0">
          <a:noAutofit/>
        </a:bodyPr>
        <a:lstStyle/>
        <a:p>
          <a:pPr lvl="0" algn="l" defTabSz="1422400" rtl="0">
            <a:lnSpc>
              <a:spcPct val="90000"/>
            </a:lnSpc>
            <a:spcBef>
              <a:spcPct val="0"/>
            </a:spcBef>
            <a:spcAft>
              <a:spcPct val="35000"/>
            </a:spcAft>
          </a:pPr>
          <a:r>
            <a:rPr lang="en-US" sz="3200" kern="1200" dirty="0" smtClean="0"/>
            <a:t>Dash Board</a:t>
          </a:r>
          <a:endParaRPr lang="en-US" sz="3200" kern="1200" dirty="0"/>
        </a:p>
      </dsp:txBody>
      <dsp:txXfrm>
        <a:off x="744049" y="2524044"/>
        <a:ext cx="6605264" cy="504986"/>
      </dsp:txXfrm>
    </dsp:sp>
    <dsp:sp modelId="{02E56378-B89E-43BA-8EE4-A5E109E6C172}">
      <dsp:nvSpPr>
        <dsp:cNvPr id="0" name=""/>
        <dsp:cNvSpPr/>
      </dsp:nvSpPr>
      <dsp:spPr>
        <a:xfrm>
          <a:off x="428433" y="2460920"/>
          <a:ext cx="631233" cy="631233"/>
        </a:xfrm>
        <a:prstGeom prst="ellipse">
          <a:avLst/>
        </a:prstGeom>
        <a:solidFill>
          <a:schemeClr val="lt1">
            <a:hueOff val="0"/>
            <a:satOff val="0"/>
            <a:lumOff val="0"/>
            <a:alphaOff val="0"/>
          </a:schemeClr>
        </a:solidFill>
        <a:ln w="1905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186296B3-49A0-4CB1-8795-6196F302B598}">
      <dsp:nvSpPr>
        <dsp:cNvPr id="0" name=""/>
        <dsp:cNvSpPr/>
      </dsp:nvSpPr>
      <dsp:spPr>
        <a:xfrm>
          <a:off x="382191" y="3281281"/>
          <a:ext cx="6967123" cy="504986"/>
        </a:xfrm>
        <a:prstGeom prst="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00833" tIns="81280" rIns="81280" bIns="81280" numCol="1" spcCol="1270" anchor="ctr" anchorCtr="0">
          <a:noAutofit/>
        </a:bodyPr>
        <a:lstStyle/>
        <a:p>
          <a:pPr lvl="0" algn="l" defTabSz="1422400" rtl="0">
            <a:lnSpc>
              <a:spcPct val="90000"/>
            </a:lnSpc>
            <a:spcBef>
              <a:spcPct val="0"/>
            </a:spcBef>
            <a:spcAft>
              <a:spcPct val="35000"/>
            </a:spcAft>
          </a:pPr>
          <a:r>
            <a:rPr lang="en-US" sz="3200" kern="1200" dirty="0" smtClean="0"/>
            <a:t>Demo</a:t>
          </a:r>
          <a:endParaRPr lang="en-US" sz="3200" kern="1200" dirty="0"/>
        </a:p>
      </dsp:txBody>
      <dsp:txXfrm>
        <a:off x="382191" y="3281281"/>
        <a:ext cx="6967123" cy="504986"/>
      </dsp:txXfrm>
    </dsp:sp>
    <dsp:sp modelId="{58D9E098-F615-4399-A85A-5E613DFD88BE}">
      <dsp:nvSpPr>
        <dsp:cNvPr id="0" name=""/>
        <dsp:cNvSpPr/>
      </dsp:nvSpPr>
      <dsp:spPr>
        <a:xfrm>
          <a:off x="66574" y="3218158"/>
          <a:ext cx="631233" cy="631233"/>
        </a:xfrm>
        <a:prstGeom prst="ellipse">
          <a:avLst/>
        </a:prstGeom>
        <a:solidFill>
          <a:schemeClr val="lt1">
            <a:hueOff val="0"/>
            <a:satOff val="0"/>
            <a:lumOff val="0"/>
            <a:alphaOff val="0"/>
          </a:schemeClr>
        </a:solidFill>
        <a:ln w="1905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33CBF64-ED7B-4DD5-A08C-6BB7C51FF61D}">
      <dsp:nvSpPr>
        <dsp:cNvPr id="0" name=""/>
        <dsp:cNvSpPr/>
      </dsp:nvSpPr>
      <dsp:spPr>
        <a:xfrm>
          <a:off x="-4565598" y="-700039"/>
          <a:ext cx="5438678" cy="5438678"/>
        </a:xfrm>
        <a:prstGeom prst="blockArc">
          <a:avLst>
            <a:gd name="adj1" fmla="val 18900000"/>
            <a:gd name="adj2" fmla="val 2700000"/>
            <a:gd name="adj3" fmla="val 397"/>
          </a:avLst>
        </a:prstGeom>
        <a:noFill/>
        <a:ln w="19050" cap="flat"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3967D7F6-FA8C-456F-9EA8-282E3C74BAC6}">
      <dsp:nvSpPr>
        <dsp:cNvPr id="0" name=""/>
        <dsp:cNvSpPr/>
      </dsp:nvSpPr>
      <dsp:spPr>
        <a:xfrm>
          <a:off x="382191" y="252331"/>
          <a:ext cx="6967123" cy="504986"/>
        </a:xfrm>
        <a:prstGeom prst="rect">
          <a:avLst/>
        </a:prstGeom>
        <a:solidFill>
          <a:schemeClr val="accent1"/>
        </a:solidFill>
        <a:ln w="19050" cap="flat" cmpd="sng" algn="ctr">
          <a:solidFill>
            <a:schemeClr val="accent1">
              <a:shade val="50000"/>
            </a:schemeClr>
          </a:solidFill>
          <a:prstDash val="solid"/>
        </a:ln>
        <a:effectLst/>
      </dsp:spPr>
      <dsp:style>
        <a:lnRef idx="2">
          <a:schemeClr val="accent1">
            <a:shade val="50000"/>
          </a:schemeClr>
        </a:lnRef>
        <a:fillRef idx="1">
          <a:schemeClr val="accent1"/>
        </a:fillRef>
        <a:effectRef idx="0">
          <a:schemeClr val="accent1"/>
        </a:effectRef>
        <a:fontRef idx="minor">
          <a:schemeClr val="lt1"/>
        </a:fontRef>
      </dsp:style>
      <dsp:txBody>
        <a:bodyPr spcFirstLastPara="0" vert="horz" wrap="square" lIns="400833" tIns="81280" rIns="81280" bIns="81280" numCol="1" spcCol="1270" anchor="ctr" anchorCtr="0">
          <a:noAutofit/>
        </a:bodyPr>
        <a:lstStyle/>
        <a:p>
          <a:pPr lvl="0" algn="l" defTabSz="1422400" rtl="0">
            <a:lnSpc>
              <a:spcPct val="90000"/>
            </a:lnSpc>
            <a:spcBef>
              <a:spcPct val="0"/>
            </a:spcBef>
            <a:spcAft>
              <a:spcPct val="35000"/>
            </a:spcAft>
          </a:pPr>
          <a:r>
            <a:rPr lang="en-US" sz="3200" kern="1200" dirty="0" smtClean="0"/>
            <a:t>Jira overview</a:t>
          </a:r>
          <a:endParaRPr lang="en-US" sz="3200" kern="1200" dirty="0"/>
        </a:p>
      </dsp:txBody>
      <dsp:txXfrm>
        <a:off x="382191" y="252331"/>
        <a:ext cx="6967123" cy="504986"/>
      </dsp:txXfrm>
    </dsp:sp>
    <dsp:sp modelId="{56BDF28F-FF12-4F05-816F-7E74CD2D2893}">
      <dsp:nvSpPr>
        <dsp:cNvPr id="0" name=""/>
        <dsp:cNvSpPr/>
      </dsp:nvSpPr>
      <dsp:spPr>
        <a:xfrm>
          <a:off x="66574" y="189208"/>
          <a:ext cx="631233" cy="631233"/>
        </a:xfrm>
        <a:prstGeom prst="ellipse">
          <a:avLst/>
        </a:prstGeom>
        <a:solidFill>
          <a:schemeClr val="lt1">
            <a:hueOff val="0"/>
            <a:satOff val="0"/>
            <a:lumOff val="0"/>
            <a:alphaOff val="0"/>
          </a:schemeClr>
        </a:solidFill>
        <a:ln w="1905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FB497913-E1D4-4CBA-9F57-F8A6643D3DC0}">
      <dsp:nvSpPr>
        <dsp:cNvPr id="0" name=""/>
        <dsp:cNvSpPr/>
      </dsp:nvSpPr>
      <dsp:spPr>
        <a:xfrm>
          <a:off x="744049" y="1009569"/>
          <a:ext cx="6605264" cy="504986"/>
        </a:xfrm>
        <a:prstGeom prst="rect">
          <a:avLst/>
        </a:prstGeom>
        <a:solidFill>
          <a:schemeClr val="dk1"/>
        </a:solidFill>
        <a:ln w="19050" cap="flat" cmpd="sng" algn="ctr">
          <a:solidFill>
            <a:schemeClr val="dk1">
              <a:shade val="50000"/>
            </a:schemeClr>
          </a:solidFill>
          <a:prstDash val="solid"/>
        </a:ln>
        <a:effectLst/>
      </dsp:spPr>
      <dsp:style>
        <a:lnRef idx="2">
          <a:schemeClr val="dk1">
            <a:shade val="50000"/>
          </a:schemeClr>
        </a:lnRef>
        <a:fillRef idx="1">
          <a:schemeClr val="dk1"/>
        </a:fillRef>
        <a:effectRef idx="0">
          <a:schemeClr val="dk1"/>
        </a:effectRef>
        <a:fontRef idx="minor">
          <a:schemeClr val="lt1"/>
        </a:fontRef>
      </dsp:style>
      <dsp:txBody>
        <a:bodyPr spcFirstLastPara="0" vert="horz" wrap="square" lIns="400833" tIns="81280" rIns="81280" bIns="81280" numCol="1" spcCol="1270" anchor="ctr" anchorCtr="0">
          <a:noAutofit/>
        </a:bodyPr>
        <a:lstStyle/>
        <a:p>
          <a:pPr lvl="0" algn="l" defTabSz="1422400" rtl="0">
            <a:lnSpc>
              <a:spcPct val="90000"/>
            </a:lnSpc>
            <a:spcBef>
              <a:spcPct val="0"/>
            </a:spcBef>
            <a:spcAft>
              <a:spcPct val="35000"/>
            </a:spcAft>
          </a:pPr>
          <a:r>
            <a:rPr lang="en-US" sz="3200" kern="1200" dirty="0" smtClean="0"/>
            <a:t>Jira Concept</a:t>
          </a:r>
          <a:endParaRPr lang="en-US" sz="3200" kern="1200" dirty="0"/>
        </a:p>
      </dsp:txBody>
      <dsp:txXfrm>
        <a:off x="744049" y="1009569"/>
        <a:ext cx="6605264" cy="504986"/>
      </dsp:txXfrm>
    </dsp:sp>
    <dsp:sp modelId="{8AAA19C9-9931-4C81-B74F-6CCEF58FAF2D}">
      <dsp:nvSpPr>
        <dsp:cNvPr id="0" name=""/>
        <dsp:cNvSpPr/>
      </dsp:nvSpPr>
      <dsp:spPr>
        <a:xfrm>
          <a:off x="428433" y="946445"/>
          <a:ext cx="631233" cy="631233"/>
        </a:xfrm>
        <a:prstGeom prst="ellipse">
          <a:avLst/>
        </a:prstGeom>
        <a:solidFill>
          <a:schemeClr val="lt1">
            <a:hueOff val="0"/>
            <a:satOff val="0"/>
            <a:lumOff val="0"/>
            <a:alphaOff val="0"/>
          </a:schemeClr>
        </a:solidFill>
        <a:ln w="1905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BA00DA23-48EA-4A1A-8599-3D7F67D09299}">
      <dsp:nvSpPr>
        <dsp:cNvPr id="0" name=""/>
        <dsp:cNvSpPr/>
      </dsp:nvSpPr>
      <dsp:spPr>
        <a:xfrm>
          <a:off x="855111" y="1600201"/>
          <a:ext cx="6494203" cy="838196"/>
        </a:xfrm>
        <a:prstGeom prst="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00833" tIns="40640" rIns="40640" bIns="40640" numCol="1" spcCol="1270" anchor="t" anchorCtr="0">
          <a:noAutofit/>
        </a:bodyPr>
        <a:lstStyle/>
        <a:p>
          <a:pPr lvl="0" algn="l" defTabSz="711200" rtl="0">
            <a:lnSpc>
              <a:spcPct val="90000"/>
            </a:lnSpc>
            <a:spcBef>
              <a:spcPct val="0"/>
            </a:spcBef>
            <a:spcAft>
              <a:spcPct val="35000"/>
            </a:spcAft>
          </a:pPr>
          <a:r>
            <a:rPr lang="en-US" sz="1600" b="1" kern="1200" dirty="0" smtClean="0"/>
            <a:t>Work Process in Jira</a:t>
          </a:r>
          <a:endParaRPr lang="en-US" sz="1600" b="1" kern="1200" dirty="0"/>
        </a:p>
        <a:p>
          <a:pPr marL="171450" lvl="1" indent="-171450" algn="l" defTabSz="711200" rtl="0">
            <a:lnSpc>
              <a:spcPct val="90000"/>
            </a:lnSpc>
            <a:spcBef>
              <a:spcPct val="0"/>
            </a:spcBef>
            <a:spcAft>
              <a:spcPct val="15000"/>
            </a:spcAft>
            <a:buChar char="••"/>
          </a:pPr>
          <a:r>
            <a:rPr lang="en-US" sz="1600" kern="1200" dirty="0" smtClean="0"/>
            <a:t>Task Management Process</a:t>
          </a:r>
          <a:endParaRPr lang="en-US" sz="1600" kern="1200" dirty="0"/>
        </a:p>
        <a:p>
          <a:pPr marL="171450" lvl="1" indent="-171450" algn="l" defTabSz="711200" rtl="0">
            <a:lnSpc>
              <a:spcPct val="90000"/>
            </a:lnSpc>
            <a:spcBef>
              <a:spcPct val="0"/>
            </a:spcBef>
            <a:spcAft>
              <a:spcPct val="15000"/>
            </a:spcAft>
            <a:buChar char="••"/>
          </a:pPr>
          <a:r>
            <a:rPr lang="en-US" sz="1600" kern="1200" dirty="0" smtClean="0"/>
            <a:t>Bug Management Process a</a:t>
          </a:r>
          <a:endParaRPr lang="en-US" sz="1600" kern="1200" dirty="0"/>
        </a:p>
      </dsp:txBody>
      <dsp:txXfrm>
        <a:off x="855111" y="1600201"/>
        <a:ext cx="6494203" cy="838196"/>
      </dsp:txXfrm>
    </dsp:sp>
    <dsp:sp modelId="{B67DF4A3-CD8A-4B43-A67F-C745FBB8520A}">
      <dsp:nvSpPr>
        <dsp:cNvPr id="0" name=""/>
        <dsp:cNvSpPr/>
      </dsp:nvSpPr>
      <dsp:spPr>
        <a:xfrm>
          <a:off x="539494" y="1703683"/>
          <a:ext cx="631233" cy="631233"/>
        </a:xfrm>
        <a:prstGeom prst="ellipse">
          <a:avLst/>
        </a:prstGeom>
        <a:solidFill>
          <a:schemeClr val="lt1">
            <a:hueOff val="0"/>
            <a:satOff val="0"/>
            <a:lumOff val="0"/>
            <a:alphaOff val="0"/>
          </a:schemeClr>
        </a:solidFill>
        <a:ln w="1905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CAF9BE5B-8B4C-46E0-8568-43A9E9B3B81F}">
      <dsp:nvSpPr>
        <dsp:cNvPr id="0" name=""/>
        <dsp:cNvSpPr/>
      </dsp:nvSpPr>
      <dsp:spPr>
        <a:xfrm>
          <a:off x="744049" y="2524044"/>
          <a:ext cx="6605264" cy="504986"/>
        </a:xfrm>
        <a:prstGeom prst="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00833" tIns="81280" rIns="81280" bIns="81280" numCol="1" spcCol="1270" anchor="ctr" anchorCtr="0">
          <a:noAutofit/>
        </a:bodyPr>
        <a:lstStyle/>
        <a:p>
          <a:pPr lvl="0" algn="l" defTabSz="1422400" rtl="0">
            <a:lnSpc>
              <a:spcPct val="90000"/>
            </a:lnSpc>
            <a:spcBef>
              <a:spcPct val="0"/>
            </a:spcBef>
            <a:spcAft>
              <a:spcPct val="35000"/>
            </a:spcAft>
          </a:pPr>
          <a:r>
            <a:rPr lang="en-US" sz="3200" kern="1200" dirty="0" smtClean="0"/>
            <a:t>Dash Board</a:t>
          </a:r>
          <a:endParaRPr lang="en-US" sz="3200" kern="1200" dirty="0"/>
        </a:p>
      </dsp:txBody>
      <dsp:txXfrm>
        <a:off x="744049" y="2524044"/>
        <a:ext cx="6605264" cy="504986"/>
      </dsp:txXfrm>
    </dsp:sp>
    <dsp:sp modelId="{02E56378-B89E-43BA-8EE4-A5E109E6C172}">
      <dsp:nvSpPr>
        <dsp:cNvPr id="0" name=""/>
        <dsp:cNvSpPr/>
      </dsp:nvSpPr>
      <dsp:spPr>
        <a:xfrm>
          <a:off x="428433" y="2460920"/>
          <a:ext cx="631233" cy="631233"/>
        </a:xfrm>
        <a:prstGeom prst="ellipse">
          <a:avLst/>
        </a:prstGeom>
        <a:solidFill>
          <a:schemeClr val="lt1">
            <a:hueOff val="0"/>
            <a:satOff val="0"/>
            <a:lumOff val="0"/>
            <a:alphaOff val="0"/>
          </a:schemeClr>
        </a:solidFill>
        <a:ln w="1905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186296B3-49A0-4CB1-8795-6196F302B598}">
      <dsp:nvSpPr>
        <dsp:cNvPr id="0" name=""/>
        <dsp:cNvSpPr/>
      </dsp:nvSpPr>
      <dsp:spPr>
        <a:xfrm>
          <a:off x="382191" y="3281281"/>
          <a:ext cx="6967123" cy="504986"/>
        </a:xfrm>
        <a:prstGeom prst="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00833" tIns="81280" rIns="81280" bIns="81280" numCol="1" spcCol="1270" anchor="ctr" anchorCtr="0">
          <a:noAutofit/>
        </a:bodyPr>
        <a:lstStyle/>
        <a:p>
          <a:pPr lvl="0" algn="l" defTabSz="1422400" rtl="0">
            <a:lnSpc>
              <a:spcPct val="90000"/>
            </a:lnSpc>
            <a:spcBef>
              <a:spcPct val="0"/>
            </a:spcBef>
            <a:spcAft>
              <a:spcPct val="35000"/>
            </a:spcAft>
          </a:pPr>
          <a:r>
            <a:rPr lang="en-US" sz="3200" kern="1200" dirty="0" smtClean="0"/>
            <a:t>Demo</a:t>
          </a:r>
          <a:endParaRPr lang="en-US" sz="3200" kern="1200" dirty="0"/>
        </a:p>
      </dsp:txBody>
      <dsp:txXfrm>
        <a:off x="382191" y="3281281"/>
        <a:ext cx="6967123" cy="504986"/>
      </dsp:txXfrm>
    </dsp:sp>
    <dsp:sp modelId="{58D9E098-F615-4399-A85A-5E613DFD88BE}">
      <dsp:nvSpPr>
        <dsp:cNvPr id="0" name=""/>
        <dsp:cNvSpPr/>
      </dsp:nvSpPr>
      <dsp:spPr>
        <a:xfrm>
          <a:off x="66574" y="3218158"/>
          <a:ext cx="631233" cy="631233"/>
        </a:xfrm>
        <a:prstGeom prst="ellipse">
          <a:avLst/>
        </a:prstGeom>
        <a:solidFill>
          <a:schemeClr val="lt1">
            <a:hueOff val="0"/>
            <a:satOff val="0"/>
            <a:lumOff val="0"/>
            <a:alphaOff val="0"/>
          </a:schemeClr>
        </a:solidFill>
        <a:ln w="1905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33CBF64-ED7B-4DD5-A08C-6BB7C51FF61D}">
      <dsp:nvSpPr>
        <dsp:cNvPr id="0" name=""/>
        <dsp:cNvSpPr/>
      </dsp:nvSpPr>
      <dsp:spPr>
        <a:xfrm>
          <a:off x="-4565598" y="-700039"/>
          <a:ext cx="5438678" cy="5438678"/>
        </a:xfrm>
        <a:prstGeom prst="blockArc">
          <a:avLst>
            <a:gd name="adj1" fmla="val 18900000"/>
            <a:gd name="adj2" fmla="val 2700000"/>
            <a:gd name="adj3" fmla="val 397"/>
          </a:avLst>
        </a:prstGeom>
        <a:noFill/>
        <a:ln w="19050" cap="flat"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3967D7F6-FA8C-456F-9EA8-282E3C74BAC6}">
      <dsp:nvSpPr>
        <dsp:cNvPr id="0" name=""/>
        <dsp:cNvSpPr/>
      </dsp:nvSpPr>
      <dsp:spPr>
        <a:xfrm>
          <a:off x="382191" y="252331"/>
          <a:ext cx="6967123" cy="504986"/>
        </a:xfrm>
        <a:prstGeom prst="rect">
          <a:avLst/>
        </a:prstGeom>
        <a:solidFill>
          <a:schemeClr val="accent1"/>
        </a:solidFill>
        <a:ln w="19050" cap="flat" cmpd="sng" algn="ctr">
          <a:solidFill>
            <a:schemeClr val="accent1">
              <a:shade val="50000"/>
            </a:schemeClr>
          </a:solidFill>
          <a:prstDash val="solid"/>
        </a:ln>
        <a:effectLst/>
      </dsp:spPr>
      <dsp:style>
        <a:lnRef idx="2">
          <a:schemeClr val="accent1">
            <a:shade val="50000"/>
          </a:schemeClr>
        </a:lnRef>
        <a:fillRef idx="1">
          <a:schemeClr val="accent1"/>
        </a:fillRef>
        <a:effectRef idx="0">
          <a:schemeClr val="accent1"/>
        </a:effectRef>
        <a:fontRef idx="minor">
          <a:schemeClr val="lt1"/>
        </a:fontRef>
      </dsp:style>
      <dsp:txBody>
        <a:bodyPr spcFirstLastPara="0" vert="horz" wrap="square" lIns="400833" tIns="81280" rIns="81280" bIns="81280" numCol="1" spcCol="1270" anchor="ctr" anchorCtr="0">
          <a:noAutofit/>
        </a:bodyPr>
        <a:lstStyle/>
        <a:p>
          <a:pPr lvl="0" algn="l" defTabSz="1422400" rtl="0">
            <a:lnSpc>
              <a:spcPct val="90000"/>
            </a:lnSpc>
            <a:spcBef>
              <a:spcPct val="0"/>
            </a:spcBef>
            <a:spcAft>
              <a:spcPct val="35000"/>
            </a:spcAft>
          </a:pPr>
          <a:r>
            <a:rPr lang="en-US" sz="3200" kern="1200" dirty="0" smtClean="0"/>
            <a:t>Jira overview</a:t>
          </a:r>
          <a:endParaRPr lang="en-US" sz="3200" kern="1200" dirty="0"/>
        </a:p>
      </dsp:txBody>
      <dsp:txXfrm>
        <a:off x="382191" y="252331"/>
        <a:ext cx="6967123" cy="504986"/>
      </dsp:txXfrm>
    </dsp:sp>
    <dsp:sp modelId="{56BDF28F-FF12-4F05-816F-7E74CD2D2893}">
      <dsp:nvSpPr>
        <dsp:cNvPr id="0" name=""/>
        <dsp:cNvSpPr/>
      </dsp:nvSpPr>
      <dsp:spPr>
        <a:xfrm>
          <a:off x="66574" y="189208"/>
          <a:ext cx="631233" cy="631233"/>
        </a:xfrm>
        <a:prstGeom prst="ellipse">
          <a:avLst/>
        </a:prstGeom>
        <a:solidFill>
          <a:schemeClr val="lt1">
            <a:hueOff val="0"/>
            <a:satOff val="0"/>
            <a:lumOff val="0"/>
            <a:alphaOff val="0"/>
          </a:schemeClr>
        </a:solidFill>
        <a:ln w="1905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FB497913-E1D4-4CBA-9F57-F8A6643D3DC0}">
      <dsp:nvSpPr>
        <dsp:cNvPr id="0" name=""/>
        <dsp:cNvSpPr/>
      </dsp:nvSpPr>
      <dsp:spPr>
        <a:xfrm>
          <a:off x="744049" y="1009569"/>
          <a:ext cx="6605264" cy="504986"/>
        </a:xfrm>
        <a:prstGeom prst="rect">
          <a:avLst/>
        </a:prstGeom>
        <a:solidFill>
          <a:schemeClr val="accent1"/>
        </a:solidFill>
        <a:ln w="19050" cap="flat" cmpd="sng" algn="ctr">
          <a:solidFill>
            <a:schemeClr val="accent1">
              <a:shade val="50000"/>
            </a:schemeClr>
          </a:solidFill>
          <a:prstDash val="solid"/>
        </a:ln>
        <a:effectLst/>
      </dsp:spPr>
      <dsp:style>
        <a:lnRef idx="2">
          <a:schemeClr val="accent1">
            <a:shade val="50000"/>
          </a:schemeClr>
        </a:lnRef>
        <a:fillRef idx="1">
          <a:schemeClr val="accent1"/>
        </a:fillRef>
        <a:effectRef idx="0">
          <a:schemeClr val="accent1"/>
        </a:effectRef>
        <a:fontRef idx="minor">
          <a:schemeClr val="lt1"/>
        </a:fontRef>
      </dsp:style>
      <dsp:txBody>
        <a:bodyPr spcFirstLastPara="0" vert="horz" wrap="square" lIns="400833" tIns="81280" rIns="81280" bIns="81280" numCol="1" spcCol="1270" anchor="ctr" anchorCtr="0">
          <a:noAutofit/>
        </a:bodyPr>
        <a:lstStyle/>
        <a:p>
          <a:pPr lvl="0" algn="l" defTabSz="1422400" rtl="0">
            <a:lnSpc>
              <a:spcPct val="90000"/>
            </a:lnSpc>
            <a:spcBef>
              <a:spcPct val="0"/>
            </a:spcBef>
            <a:spcAft>
              <a:spcPct val="35000"/>
            </a:spcAft>
          </a:pPr>
          <a:r>
            <a:rPr lang="en-US" sz="3200" kern="1200" dirty="0" smtClean="0"/>
            <a:t>Jira Concept</a:t>
          </a:r>
          <a:endParaRPr lang="en-US" sz="3200" kern="1200" dirty="0"/>
        </a:p>
      </dsp:txBody>
      <dsp:txXfrm>
        <a:off x="744049" y="1009569"/>
        <a:ext cx="6605264" cy="504986"/>
      </dsp:txXfrm>
    </dsp:sp>
    <dsp:sp modelId="{8AAA19C9-9931-4C81-B74F-6CCEF58FAF2D}">
      <dsp:nvSpPr>
        <dsp:cNvPr id="0" name=""/>
        <dsp:cNvSpPr/>
      </dsp:nvSpPr>
      <dsp:spPr>
        <a:xfrm>
          <a:off x="428433" y="946445"/>
          <a:ext cx="631233" cy="631233"/>
        </a:xfrm>
        <a:prstGeom prst="ellipse">
          <a:avLst/>
        </a:prstGeom>
        <a:solidFill>
          <a:schemeClr val="lt1">
            <a:hueOff val="0"/>
            <a:satOff val="0"/>
            <a:lumOff val="0"/>
            <a:alphaOff val="0"/>
          </a:schemeClr>
        </a:solidFill>
        <a:ln w="1905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BA00DA23-48EA-4A1A-8599-3D7F67D09299}">
      <dsp:nvSpPr>
        <dsp:cNvPr id="0" name=""/>
        <dsp:cNvSpPr/>
      </dsp:nvSpPr>
      <dsp:spPr>
        <a:xfrm>
          <a:off x="855111" y="1600201"/>
          <a:ext cx="6494203" cy="838196"/>
        </a:xfrm>
        <a:prstGeom prst="rect">
          <a:avLst/>
        </a:prstGeom>
        <a:solidFill>
          <a:schemeClr val="dk1"/>
        </a:solidFill>
        <a:ln w="19050" cap="flat" cmpd="sng" algn="ctr">
          <a:solidFill>
            <a:schemeClr val="dk1">
              <a:shade val="50000"/>
            </a:schemeClr>
          </a:solidFill>
          <a:prstDash val="solid"/>
        </a:ln>
        <a:effectLst/>
      </dsp:spPr>
      <dsp:style>
        <a:lnRef idx="2">
          <a:schemeClr val="dk1">
            <a:shade val="50000"/>
          </a:schemeClr>
        </a:lnRef>
        <a:fillRef idx="1">
          <a:schemeClr val="dk1"/>
        </a:fillRef>
        <a:effectRef idx="0">
          <a:schemeClr val="dk1"/>
        </a:effectRef>
        <a:fontRef idx="minor">
          <a:schemeClr val="lt1"/>
        </a:fontRef>
      </dsp:style>
      <dsp:txBody>
        <a:bodyPr spcFirstLastPara="0" vert="horz" wrap="square" lIns="400833" tIns="40640" rIns="40640" bIns="40640" numCol="1" spcCol="1270" anchor="t" anchorCtr="0">
          <a:noAutofit/>
        </a:bodyPr>
        <a:lstStyle/>
        <a:p>
          <a:pPr lvl="0" algn="l" defTabSz="711200" rtl="0">
            <a:lnSpc>
              <a:spcPct val="90000"/>
            </a:lnSpc>
            <a:spcBef>
              <a:spcPct val="0"/>
            </a:spcBef>
            <a:spcAft>
              <a:spcPct val="35000"/>
            </a:spcAft>
          </a:pPr>
          <a:r>
            <a:rPr lang="en-US" sz="1600" b="1" kern="1200" dirty="0" smtClean="0"/>
            <a:t>Work Process in Jira</a:t>
          </a:r>
          <a:endParaRPr lang="en-US" sz="1600" b="1" kern="1200" dirty="0"/>
        </a:p>
        <a:p>
          <a:pPr marL="171450" lvl="1" indent="-171450" algn="l" defTabSz="711200" rtl="0">
            <a:lnSpc>
              <a:spcPct val="90000"/>
            </a:lnSpc>
            <a:spcBef>
              <a:spcPct val="0"/>
            </a:spcBef>
            <a:spcAft>
              <a:spcPct val="15000"/>
            </a:spcAft>
            <a:buChar char="••"/>
          </a:pPr>
          <a:r>
            <a:rPr lang="en-US" sz="1600" kern="1200" dirty="0" smtClean="0"/>
            <a:t>Task Management Process</a:t>
          </a:r>
          <a:endParaRPr lang="en-US" sz="1600" kern="1200" dirty="0"/>
        </a:p>
        <a:p>
          <a:pPr marL="171450" lvl="1" indent="-171450" algn="l" defTabSz="711200" rtl="0">
            <a:lnSpc>
              <a:spcPct val="90000"/>
            </a:lnSpc>
            <a:spcBef>
              <a:spcPct val="0"/>
            </a:spcBef>
            <a:spcAft>
              <a:spcPct val="15000"/>
            </a:spcAft>
            <a:buChar char="••"/>
          </a:pPr>
          <a:r>
            <a:rPr lang="en-US" sz="1600" kern="1200" dirty="0" smtClean="0"/>
            <a:t>Bug Management Process a</a:t>
          </a:r>
          <a:endParaRPr lang="en-US" sz="1600" kern="1200" dirty="0"/>
        </a:p>
      </dsp:txBody>
      <dsp:txXfrm>
        <a:off x="855111" y="1600201"/>
        <a:ext cx="6494203" cy="838196"/>
      </dsp:txXfrm>
    </dsp:sp>
    <dsp:sp modelId="{B67DF4A3-CD8A-4B43-A67F-C745FBB8520A}">
      <dsp:nvSpPr>
        <dsp:cNvPr id="0" name=""/>
        <dsp:cNvSpPr/>
      </dsp:nvSpPr>
      <dsp:spPr>
        <a:xfrm>
          <a:off x="539494" y="1703683"/>
          <a:ext cx="631233" cy="631233"/>
        </a:xfrm>
        <a:prstGeom prst="ellipse">
          <a:avLst/>
        </a:prstGeom>
        <a:solidFill>
          <a:schemeClr val="lt1">
            <a:hueOff val="0"/>
            <a:satOff val="0"/>
            <a:lumOff val="0"/>
            <a:alphaOff val="0"/>
          </a:schemeClr>
        </a:solidFill>
        <a:ln w="1905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CAF9BE5B-8B4C-46E0-8568-43A9E9B3B81F}">
      <dsp:nvSpPr>
        <dsp:cNvPr id="0" name=""/>
        <dsp:cNvSpPr/>
      </dsp:nvSpPr>
      <dsp:spPr>
        <a:xfrm>
          <a:off x="744049" y="2524044"/>
          <a:ext cx="6605264" cy="504986"/>
        </a:xfrm>
        <a:prstGeom prst="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00833" tIns="81280" rIns="81280" bIns="81280" numCol="1" spcCol="1270" anchor="ctr" anchorCtr="0">
          <a:noAutofit/>
        </a:bodyPr>
        <a:lstStyle/>
        <a:p>
          <a:pPr lvl="0" algn="l" defTabSz="1422400" rtl="0">
            <a:lnSpc>
              <a:spcPct val="90000"/>
            </a:lnSpc>
            <a:spcBef>
              <a:spcPct val="0"/>
            </a:spcBef>
            <a:spcAft>
              <a:spcPct val="35000"/>
            </a:spcAft>
          </a:pPr>
          <a:r>
            <a:rPr lang="en-US" sz="3200" kern="1200" dirty="0" smtClean="0"/>
            <a:t>Dash Board</a:t>
          </a:r>
          <a:endParaRPr lang="en-US" sz="3200" kern="1200" dirty="0"/>
        </a:p>
      </dsp:txBody>
      <dsp:txXfrm>
        <a:off x="744049" y="2524044"/>
        <a:ext cx="6605264" cy="504986"/>
      </dsp:txXfrm>
    </dsp:sp>
    <dsp:sp modelId="{02E56378-B89E-43BA-8EE4-A5E109E6C172}">
      <dsp:nvSpPr>
        <dsp:cNvPr id="0" name=""/>
        <dsp:cNvSpPr/>
      </dsp:nvSpPr>
      <dsp:spPr>
        <a:xfrm>
          <a:off x="428433" y="2460920"/>
          <a:ext cx="631233" cy="631233"/>
        </a:xfrm>
        <a:prstGeom prst="ellipse">
          <a:avLst/>
        </a:prstGeom>
        <a:solidFill>
          <a:schemeClr val="lt1">
            <a:hueOff val="0"/>
            <a:satOff val="0"/>
            <a:lumOff val="0"/>
            <a:alphaOff val="0"/>
          </a:schemeClr>
        </a:solidFill>
        <a:ln w="1905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186296B3-49A0-4CB1-8795-6196F302B598}">
      <dsp:nvSpPr>
        <dsp:cNvPr id="0" name=""/>
        <dsp:cNvSpPr/>
      </dsp:nvSpPr>
      <dsp:spPr>
        <a:xfrm>
          <a:off x="382191" y="3281281"/>
          <a:ext cx="6967123" cy="504986"/>
        </a:xfrm>
        <a:prstGeom prst="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00833" tIns="81280" rIns="81280" bIns="81280" numCol="1" spcCol="1270" anchor="ctr" anchorCtr="0">
          <a:noAutofit/>
        </a:bodyPr>
        <a:lstStyle/>
        <a:p>
          <a:pPr lvl="0" algn="l" defTabSz="1422400" rtl="0">
            <a:lnSpc>
              <a:spcPct val="90000"/>
            </a:lnSpc>
            <a:spcBef>
              <a:spcPct val="0"/>
            </a:spcBef>
            <a:spcAft>
              <a:spcPct val="35000"/>
            </a:spcAft>
          </a:pPr>
          <a:r>
            <a:rPr lang="en-US" sz="3200" kern="1200" dirty="0" smtClean="0"/>
            <a:t>Demo</a:t>
          </a:r>
          <a:endParaRPr lang="en-US" sz="3200" kern="1200" dirty="0"/>
        </a:p>
      </dsp:txBody>
      <dsp:txXfrm>
        <a:off x="382191" y="3281281"/>
        <a:ext cx="6967123" cy="504986"/>
      </dsp:txXfrm>
    </dsp:sp>
    <dsp:sp modelId="{58D9E098-F615-4399-A85A-5E613DFD88BE}">
      <dsp:nvSpPr>
        <dsp:cNvPr id="0" name=""/>
        <dsp:cNvSpPr/>
      </dsp:nvSpPr>
      <dsp:spPr>
        <a:xfrm>
          <a:off x="66574" y="3218158"/>
          <a:ext cx="631233" cy="631233"/>
        </a:xfrm>
        <a:prstGeom prst="ellipse">
          <a:avLst/>
        </a:prstGeom>
        <a:solidFill>
          <a:schemeClr val="lt1">
            <a:hueOff val="0"/>
            <a:satOff val="0"/>
            <a:lumOff val="0"/>
            <a:alphaOff val="0"/>
          </a:schemeClr>
        </a:solidFill>
        <a:ln w="1905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9F6AF79-9D09-440B-9D3A-9DF782FCF66D}">
      <dsp:nvSpPr>
        <dsp:cNvPr id="0" name=""/>
        <dsp:cNvSpPr/>
      </dsp:nvSpPr>
      <dsp:spPr>
        <a:xfrm rot="4396374">
          <a:off x="188415" y="1602835"/>
          <a:ext cx="2810615" cy="1960053"/>
        </a:xfrm>
        <a:prstGeom prst="swooshArrow">
          <a:avLst>
            <a:gd name="adj1" fmla="val 16310"/>
            <a:gd name="adj2" fmla="val 31370"/>
          </a:avLst>
        </a:prstGeom>
        <a:solidFill>
          <a:schemeClr val="accent5">
            <a:hueOff val="0"/>
            <a:satOff val="0"/>
            <a:lumOff val="0"/>
            <a:alphaOff val="0"/>
          </a:schemeClr>
        </a:solidFill>
        <a:ln w="1905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54ADCB3E-8682-47DC-9E4E-27BE24E00742}">
      <dsp:nvSpPr>
        <dsp:cNvPr id="0" name=""/>
        <dsp:cNvSpPr/>
      </dsp:nvSpPr>
      <dsp:spPr>
        <a:xfrm>
          <a:off x="1361257" y="1946024"/>
          <a:ext cx="70976" cy="70976"/>
        </a:xfrm>
        <a:prstGeom prst="ellipse">
          <a:avLst/>
        </a:prstGeom>
        <a:solidFill>
          <a:schemeClr val="accent5">
            <a:tint val="60000"/>
            <a:hueOff val="0"/>
            <a:satOff val="0"/>
            <a:lumOff val="0"/>
            <a:alphaOff val="0"/>
          </a:schemeClr>
        </a:solidFill>
        <a:ln w="1905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7CD42822-48E9-4D8A-802D-2216F217DDD6}">
      <dsp:nvSpPr>
        <dsp:cNvPr id="0" name=""/>
        <dsp:cNvSpPr/>
      </dsp:nvSpPr>
      <dsp:spPr>
        <a:xfrm>
          <a:off x="1979407" y="2548676"/>
          <a:ext cx="70976" cy="70976"/>
        </a:xfrm>
        <a:prstGeom prst="ellipse">
          <a:avLst/>
        </a:prstGeom>
        <a:solidFill>
          <a:schemeClr val="accent5">
            <a:tint val="60000"/>
            <a:hueOff val="0"/>
            <a:satOff val="0"/>
            <a:lumOff val="0"/>
            <a:alphaOff val="0"/>
          </a:schemeClr>
        </a:solidFill>
        <a:ln w="1905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6A0BC359-4449-4740-B721-7A3C95787926}">
      <dsp:nvSpPr>
        <dsp:cNvPr id="0" name=""/>
        <dsp:cNvSpPr/>
      </dsp:nvSpPr>
      <dsp:spPr>
        <a:xfrm>
          <a:off x="0" y="954953"/>
          <a:ext cx="1325118" cy="52093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5400" tIns="25400" rIns="25400" bIns="25400" numCol="1" spcCol="1270" anchor="b" anchorCtr="0">
          <a:noAutofit/>
        </a:bodyPr>
        <a:lstStyle/>
        <a:p>
          <a:pPr lvl="0" algn="ctr" defTabSz="889000">
            <a:lnSpc>
              <a:spcPct val="90000"/>
            </a:lnSpc>
            <a:spcBef>
              <a:spcPct val="0"/>
            </a:spcBef>
            <a:spcAft>
              <a:spcPct val="35000"/>
            </a:spcAft>
          </a:pPr>
          <a:r>
            <a:rPr lang="en-US" sz="2000" b="1" kern="1200" smtClean="0">
              <a:solidFill>
                <a:schemeClr val="tx1"/>
              </a:solidFill>
              <a:latin typeface="Calibri" panose="020F0502020204030204" pitchFamily="34" charset="0"/>
            </a:rPr>
            <a:t>Create Task</a:t>
          </a:r>
          <a:endParaRPr lang="en-US" sz="2000" b="1" kern="1200" dirty="0">
            <a:solidFill>
              <a:schemeClr val="tx1"/>
            </a:solidFill>
            <a:latin typeface="Calibri" panose="020F0502020204030204" pitchFamily="34" charset="0"/>
          </a:endParaRPr>
        </a:p>
      </dsp:txBody>
      <dsp:txXfrm>
        <a:off x="0" y="954953"/>
        <a:ext cx="1325118" cy="520930"/>
      </dsp:txXfrm>
    </dsp:sp>
    <dsp:sp modelId="{04F03EE3-D661-4138-B7BB-2B1468B654D0}">
      <dsp:nvSpPr>
        <dsp:cNvPr id="0" name=""/>
        <dsp:cNvSpPr/>
      </dsp:nvSpPr>
      <dsp:spPr>
        <a:xfrm>
          <a:off x="1754886" y="1721047"/>
          <a:ext cx="1826513" cy="52093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5400" tIns="25400" rIns="25400" bIns="25400" numCol="1" spcCol="1270" anchor="ctr" anchorCtr="0">
          <a:noAutofit/>
        </a:bodyPr>
        <a:lstStyle/>
        <a:p>
          <a:pPr lvl="0" algn="l" defTabSz="889000">
            <a:lnSpc>
              <a:spcPct val="90000"/>
            </a:lnSpc>
            <a:spcBef>
              <a:spcPct val="0"/>
            </a:spcBef>
            <a:spcAft>
              <a:spcPct val="35000"/>
            </a:spcAft>
          </a:pPr>
          <a:r>
            <a:rPr lang="en-US" sz="2000" b="1" kern="1200" smtClean="0">
              <a:solidFill>
                <a:schemeClr val="tx1"/>
              </a:solidFill>
              <a:latin typeface="Calibri" panose="020F0502020204030204" pitchFamily="34" charset="0"/>
            </a:rPr>
            <a:t>Do Task</a:t>
          </a:r>
          <a:endParaRPr lang="en-US" sz="2000" b="1" kern="1200" dirty="0">
            <a:solidFill>
              <a:schemeClr val="tx1"/>
            </a:solidFill>
            <a:latin typeface="Calibri" panose="020F0502020204030204" pitchFamily="34" charset="0"/>
          </a:endParaRPr>
        </a:p>
      </dsp:txBody>
      <dsp:txXfrm>
        <a:off x="1754886" y="1721047"/>
        <a:ext cx="1826513" cy="520930"/>
      </dsp:txXfrm>
    </dsp:sp>
    <dsp:sp modelId="{B820F8EF-C8A5-4499-88EC-6F010D87BFEC}">
      <dsp:nvSpPr>
        <dsp:cNvPr id="0" name=""/>
        <dsp:cNvSpPr/>
      </dsp:nvSpPr>
      <dsp:spPr>
        <a:xfrm>
          <a:off x="0" y="2323699"/>
          <a:ext cx="1790700" cy="52093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5400" tIns="25400" rIns="25400" bIns="25400" numCol="1" spcCol="1270" anchor="ctr" anchorCtr="0">
          <a:noAutofit/>
        </a:bodyPr>
        <a:lstStyle/>
        <a:p>
          <a:pPr lvl="0" algn="r" defTabSz="889000">
            <a:lnSpc>
              <a:spcPct val="90000"/>
            </a:lnSpc>
            <a:spcBef>
              <a:spcPct val="0"/>
            </a:spcBef>
            <a:spcAft>
              <a:spcPct val="35000"/>
            </a:spcAft>
          </a:pPr>
          <a:r>
            <a:rPr lang="en-US" sz="2000" b="1" kern="1200" smtClean="0">
              <a:solidFill>
                <a:schemeClr val="tx1"/>
              </a:solidFill>
              <a:latin typeface="Calibri" panose="020F0502020204030204" pitchFamily="34" charset="0"/>
            </a:rPr>
            <a:t>Resolve Task</a:t>
          </a:r>
          <a:endParaRPr lang="en-US" sz="2000" b="1" kern="1200" dirty="0">
            <a:solidFill>
              <a:schemeClr val="tx1"/>
            </a:solidFill>
            <a:latin typeface="Calibri" panose="020F0502020204030204" pitchFamily="34" charset="0"/>
          </a:endParaRPr>
        </a:p>
      </dsp:txBody>
      <dsp:txXfrm>
        <a:off x="0" y="2323699"/>
        <a:ext cx="1790700" cy="520930"/>
      </dsp:txXfrm>
    </dsp:sp>
    <dsp:sp modelId="{AE6A6AFC-2BDA-4810-8DB9-1F2E901EC15F}">
      <dsp:nvSpPr>
        <dsp:cNvPr id="0" name=""/>
        <dsp:cNvSpPr/>
      </dsp:nvSpPr>
      <dsp:spPr>
        <a:xfrm>
          <a:off x="1790700" y="3689840"/>
          <a:ext cx="1790700" cy="52093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5400" tIns="25400" rIns="25400" bIns="25400" numCol="1" spcCol="1270" anchor="t" anchorCtr="0">
          <a:noAutofit/>
        </a:bodyPr>
        <a:lstStyle/>
        <a:p>
          <a:pPr lvl="0" algn="ctr" defTabSz="889000">
            <a:lnSpc>
              <a:spcPct val="90000"/>
            </a:lnSpc>
            <a:spcBef>
              <a:spcPct val="0"/>
            </a:spcBef>
            <a:spcAft>
              <a:spcPct val="35000"/>
            </a:spcAft>
          </a:pPr>
          <a:r>
            <a:rPr lang="en-US" sz="2000" b="1" kern="1200" smtClean="0">
              <a:solidFill>
                <a:schemeClr val="tx1"/>
              </a:solidFill>
              <a:latin typeface="Calibri" panose="020F0502020204030204" pitchFamily="34" charset="0"/>
            </a:rPr>
            <a:t>Close Task</a:t>
          </a:r>
          <a:endParaRPr lang="en-US" sz="2000" b="1" kern="1200" dirty="0">
            <a:solidFill>
              <a:schemeClr val="tx1"/>
            </a:solidFill>
            <a:latin typeface="Calibri" panose="020F0502020204030204" pitchFamily="34" charset="0"/>
          </a:endParaRPr>
        </a:p>
      </dsp:txBody>
      <dsp:txXfrm>
        <a:off x="1790700" y="3689840"/>
        <a:ext cx="1790700" cy="520930"/>
      </dsp:txXfrm>
    </dsp:sp>
  </dsp:spTree>
</dsp:drawing>
</file>

<file path=ppt/diagrams/drawing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9F6AF79-9D09-440B-9D3A-9DF782FCF66D}">
      <dsp:nvSpPr>
        <dsp:cNvPr id="0" name=""/>
        <dsp:cNvSpPr/>
      </dsp:nvSpPr>
      <dsp:spPr>
        <a:xfrm rot="4396374">
          <a:off x="188415" y="1602835"/>
          <a:ext cx="2810615" cy="1960053"/>
        </a:xfrm>
        <a:prstGeom prst="swooshArrow">
          <a:avLst>
            <a:gd name="adj1" fmla="val 16310"/>
            <a:gd name="adj2" fmla="val 31370"/>
          </a:avLst>
        </a:prstGeom>
        <a:solidFill>
          <a:schemeClr val="accent5">
            <a:hueOff val="0"/>
            <a:satOff val="0"/>
            <a:lumOff val="0"/>
            <a:alphaOff val="0"/>
          </a:schemeClr>
        </a:solidFill>
        <a:ln w="1905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7CD42822-48E9-4D8A-802D-2216F217DDD6}">
      <dsp:nvSpPr>
        <dsp:cNvPr id="0" name=""/>
        <dsp:cNvSpPr/>
      </dsp:nvSpPr>
      <dsp:spPr>
        <a:xfrm>
          <a:off x="1677137" y="2219187"/>
          <a:ext cx="70976" cy="70976"/>
        </a:xfrm>
        <a:prstGeom prst="ellipse">
          <a:avLst/>
        </a:prstGeom>
        <a:solidFill>
          <a:schemeClr val="accent5">
            <a:tint val="60000"/>
            <a:hueOff val="0"/>
            <a:satOff val="0"/>
            <a:lumOff val="0"/>
            <a:alphaOff val="0"/>
          </a:schemeClr>
        </a:solidFill>
        <a:ln w="1905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6A0BC359-4449-4740-B721-7A3C95787926}">
      <dsp:nvSpPr>
        <dsp:cNvPr id="0" name=""/>
        <dsp:cNvSpPr/>
      </dsp:nvSpPr>
      <dsp:spPr>
        <a:xfrm>
          <a:off x="0" y="954953"/>
          <a:ext cx="1325118" cy="52093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5400" tIns="25400" rIns="25400" bIns="25400" numCol="1" spcCol="1270" anchor="b" anchorCtr="0">
          <a:noAutofit/>
        </a:bodyPr>
        <a:lstStyle/>
        <a:p>
          <a:pPr lvl="0" algn="ctr" defTabSz="889000">
            <a:lnSpc>
              <a:spcPct val="90000"/>
            </a:lnSpc>
            <a:spcBef>
              <a:spcPct val="0"/>
            </a:spcBef>
            <a:spcAft>
              <a:spcPct val="35000"/>
            </a:spcAft>
          </a:pPr>
          <a:r>
            <a:rPr lang="en-US" sz="2000" b="1" kern="1200" dirty="0" smtClean="0">
              <a:solidFill>
                <a:schemeClr val="tx1"/>
              </a:solidFill>
              <a:latin typeface="Calibri" panose="020F0502020204030204" pitchFamily="34" charset="0"/>
            </a:rPr>
            <a:t>Create Bug</a:t>
          </a:r>
          <a:endParaRPr lang="en-US" sz="2000" b="1" kern="1200" dirty="0">
            <a:solidFill>
              <a:schemeClr val="tx1"/>
            </a:solidFill>
            <a:latin typeface="Calibri" panose="020F0502020204030204" pitchFamily="34" charset="0"/>
          </a:endParaRPr>
        </a:p>
      </dsp:txBody>
      <dsp:txXfrm>
        <a:off x="0" y="954953"/>
        <a:ext cx="1325118" cy="520930"/>
      </dsp:txXfrm>
    </dsp:sp>
    <dsp:sp modelId="{C870563A-0EA6-410F-AD1F-2B63D646D091}">
      <dsp:nvSpPr>
        <dsp:cNvPr id="0" name=""/>
        <dsp:cNvSpPr/>
      </dsp:nvSpPr>
      <dsp:spPr>
        <a:xfrm>
          <a:off x="2005584" y="1994210"/>
          <a:ext cx="1575815" cy="52093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5400" tIns="25400" rIns="25400" bIns="25400" numCol="1" spcCol="1270" anchor="ctr" anchorCtr="0">
          <a:noAutofit/>
        </a:bodyPr>
        <a:lstStyle/>
        <a:p>
          <a:pPr lvl="0" algn="l" defTabSz="889000">
            <a:lnSpc>
              <a:spcPct val="90000"/>
            </a:lnSpc>
            <a:spcBef>
              <a:spcPct val="0"/>
            </a:spcBef>
            <a:spcAft>
              <a:spcPct val="35000"/>
            </a:spcAft>
          </a:pPr>
          <a:r>
            <a:rPr lang="en-US" sz="2000" b="1" kern="1200" dirty="0" smtClean="0">
              <a:solidFill>
                <a:schemeClr val="tx1"/>
              </a:solidFill>
              <a:latin typeface="Calibri" panose="020F0502020204030204" pitchFamily="34" charset="0"/>
            </a:rPr>
            <a:t>Resolve Bug</a:t>
          </a:r>
          <a:endParaRPr lang="en-US" sz="2000" b="1" kern="1200" dirty="0">
            <a:solidFill>
              <a:schemeClr val="tx1"/>
            </a:solidFill>
            <a:latin typeface="Calibri" panose="020F0502020204030204" pitchFamily="34" charset="0"/>
          </a:endParaRPr>
        </a:p>
      </dsp:txBody>
      <dsp:txXfrm>
        <a:off x="2005584" y="1994210"/>
        <a:ext cx="1575815" cy="520930"/>
      </dsp:txXfrm>
    </dsp:sp>
    <dsp:sp modelId="{5AE80F45-70E1-4201-91F3-94293C347814}">
      <dsp:nvSpPr>
        <dsp:cNvPr id="0" name=""/>
        <dsp:cNvSpPr/>
      </dsp:nvSpPr>
      <dsp:spPr>
        <a:xfrm>
          <a:off x="1790700" y="3689840"/>
          <a:ext cx="1790700" cy="52093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5400" tIns="25400" rIns="25400" bIns="25400" numCol="1" spcCol="1270" anchor="t" anchorCtr="0">
          <a:noAutofit/>
        </a:bodyPr>
        <a:lstStyle/>
        <a:p>
          <a:pPr lvl="0" algn="ctr" defTabSz="889000">
            <a:lnSpc>
              <a:spcPct val="90000"/>
            </a:lnSpc>
            <a:spcBef>
              <a:spcPct val="0"/>
            </a:spcBef>
            <a:spcAft>
              <a:spcPct val="35000"/>
            </a:spcAft>
          </a:pPr>
          <a:r>
            <a:rPr lang="en-US" sz="2000" b="1" kern="1200" dirty="0" smtClean="0">
              <a:solidFill>
                <a:schemeClr val="tx1"/>
              </a:solidFill>
              <a:latin typeface="Calibri" panose="020F0502020204030204" pitchFamily="34" charset="0"/>
            </a:rPr>
            <a:t>Close Bug</a:t>
          </a:r>
          <a:endParaRPr lang="en-US" sz="2000" b="1" kern="1200" dirty="0">
            <a:solidFill>
              <a:schemeClr val="tx1"/>
            </a:solidFill>
            <a:latin typeface="Calibri" panose="020F0502020204030204" pitchFamily="34" charset="0"/>
          </a:endParaRPr>
        </a:p>
      </dsp:txBody>
      <dsp:txXfrm>
        <a:off x="1790700" y="3689840"/>
        <a:ext cx="1790700" cy="520930"/>
      </dsp:txXfrm>
    </dsp:sp>
  </dsp:spTree>
</dsp:drawing>
</file>

<file path=ppt/diagrams/drawing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33CBF64-ED7B-4DD5-A08C-6BB7C51FF61D}">
      <dsp:nvSpPr>
        <dsp:cNvPr id="0" name=""/>
        <dsp:cNvSpPr/>
      </dsp:nvSpPr>
      <dsp:spPr>
        <a:xfrm>
          <a:off x="-4565598" y="-700039"/>
          <a:ext cx="5438678" cy="5438678"/>
        </a:xfrm>
        <a:prstGeom prst="blockArc">
          <a:avLst>
            <a:gd name="adj1" fmla="val 18900000"/>
            <a:gd name="adj2" fmla="val 2700000"/>
            <a:gd name="adj3" fmla="val 397"/>
          </a:avLst>
        </a:prstGeom>
        <a:noFill/>
        <a:ln w="19050" cap="flat"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3967D7F6-FA8C-456F-9EA8-282E3C74BAC6}">
      <dsp:nvSpPr>
        <dsp:cNvPr id="0" name=""/>
        <dsp:cNvSpPr/>
      </dsp:nvSpPr>
      <dsp:spPr>
        <a:xfrm>
          <a:off x="382191" y="252331"/>
          <a:ext cx="6967123" cy="504986"/>
        </a:xfrm>
        <a:prstGeom prst="rect">
          <a:avLst/>
        </a:prstGeom>
        <a:solidFill>
          <a:schemeClr val="accent1"/>
        </a:solidFill>
        <a:ln w="19050" cap="flat" cmpd="sng" algn="ctr">
          <a:solidFill>
            <a:schemeClr val="accent1">
              <a:shade val="50000"/>
            </a:schemeClr>
          </a:solidFill>
          <a:prstDash val="solid"/>
        </a:ln>
        <a:effectLst/>
      </dsp:spPr>
      <dsp:style>
        <a:lnRef idx="2">
          <a:schemeClr val="accent1">
            <a:shade val="50000"/>
          </a:schemeClr>
        </a:lnRef>
        <a:fillRef idx="1">
          <a:schemeClr val="accent1"/>
        </a:fillRef>
        <a:effectRef idx="0">
          <a:schemeClr val="accent1"/>
        </a:effectRef>
        <a:fontRef idx="minor">
          <a:schemeClr val="lt1"/>
        </a:fontRef>
      </dsp:style>
      <dsp:txBody>
        <a:bodyPr spcFirstLastPara="0" vert="horz" wrap="square" lIns="400833" tIns="81280" rIns="81280" bIns="81280" numCol="1" spcCol="1270" anchor="ctr" anchorCtr="0">
          <a:noAutofit/>
        </a:bodyPr>
        <a:lstStyle/>
        <a:p>
          <a:pPr lvl="0" algn="l" defTabSz="1422400" rtl="0">
            <a:lnSpc>
              <a:spcPct val="90000"/>
            </a:lnSpc>
            <a:spcBef>
              <a:spcPct val="0"/>
            </a:spcBef>
            <a:spcAft>
              <a:spcPct val="35000"/>
            </a:spcAft>
          </a:pPr>
          <a:r>
            <a:rPr lang="en-US" sz="3200" kern="1200" dirty="0" smtClean="0"/>
            <a:t>Jira overview</a:t>
          </a:r>
          <a:endParaRPr lang="en-US" sz="3200" kern="1200" dirty="0"/>
        </a:p>
      </dsp:txBody>
      <dsp:txXfrm>
        <a:off x="382191" y="252331"/>
        <a:ext cx="6967123" cy="504986"/>
      </dsp:txXfrm>
    </dsp:sp>
    <dsp:sp modelId="{56BDF28F-FF12-4F05-816F-7E74CD2D2893}">
      <dsp:nvSpPr>
        <dsp:cNvPr id="0" name=""/>
        <dsp:cNvSpPr/>
      </dsp:nvSpPr>
      <dsp:spPr>
        <a:xfrm>
          <a:off x="66574" y="189208"/>
          <a:ext cx="631233" cy="631233"/>
        </a:xfrm>
        <a:prstGeom prst="ellipse">
          <a:avLst/>
        </a:prstGeom>
        <a:solidFill>
          <a:schemeClr val="lt1">
            <a:hueOff val="0"/>
            <a:satOff val="0"/>
            <a:lumOff val="0"/>
            <a:alphaOff val="0"/>
          </a:schemeClr>
        </a:solidFill>
        <a:ln w="1905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FB497913-E1D4-4CBA-9F57-F8A6643D3DC0}">
      <dsp:nvSpPr>
        <dsp:cNvPr id="0" name=""/>
        <dsp:cNvSpPr/>
      </dsp:nvSpPr>
      <dsp:spPr>
        <a:xfrm>
          <a:off x="744049" y="1009569"/>
          <a:ext cx="6605264" cy="504986"/>
        </a:xfrm>
        <a:prstGeom prst="rect">
          <a:avLst/>
        </a:prstGeom>
        <a:solidFill>
          <a:schemeClr val="accent1"/>
        </a:solidFill>
        <a:ln w="19050" cap="flat" cmpd="sng" algn="ctr">
          <a:solidFill>
            <a:schemeClr val="accent1">
              <a:shade val="50000"/>
            </a:schemeClr>
          </a:solidFill>
          <a:prstDash val="solid"/>
        </a:ln>
        <a:effectLst/>
      </dsp:spPr>
      <dsp:style>
        <a:lnRef idx="2">
          <a:schemeClr val="accent1">
            <a:shade val="50000"/>
          </a:schemeClr>
        </a:lnRef>
        <a:fillRef idx="1">
          <a:schemeClr val="accent1"/>
        </a:fillRef>
        <a:effectRef idx="0">
          <a:schemeClr val="accent1"/>
        </a:effectRef>
        <a:fontRef idx="minor">
          <a:schemeClr val="lt1"/>
        </a:fontRef>
      </dsp:style>
      <dsp:txBody>
        <a:bodyPr spcFirstLastPara="0" vert="horz" wrap="square" lIns="400833" tIns="81280" rIns="81280" bIns="81280" numCol="1" spcCol="1270" anchor="ctr" anchorCtr="0">
          <a:noAutofit/>
        </a:bodyPr>
        <a:lstStyle/>
        <a:p>
          <a:pPr lvl="0" algn="l" defTabSz="1422400" rtl="0">
            <a:lnSpc>
              <a:spcPct val="90000"/>
            </a:lnSpc>
            <a:spcBef>
              <a:spcPct val="0"/>
            </a:spcBef>
            <a:spcAft>
              <a:spcPct val="35000"/>
            </a:spcAft>
          </a:pPr>
          <a:r>
            <a:rPr lang="en-US" sz="3200" kern="1200" dirty="0" smtClean="0"/>
            <a:t>Jira Concept</a:t>
          </a:r>
          <a:endParaRPr lang="en-US" sz="3200" kern="1200" dirty="0"/>
        </a:p>
      </dsp:txBody>
      <dsp:txXfrm>
        <a:off x="744049" y="1009569"/>
        <a:ext cx="6605264" cy="504986"/>
      </dsp:txXfrm>
    </dsp:sp>
    <dsp:sp modelId="{8AAA19C9-9931-4C81-B74F-6CCEF58FAF2D}">
      <dsp:nvSpPr>
        <dsp:cNvPr id="0" name=""/>
        <dsp:cNvSpPr/>
      </dsp:nvSpPr>
      <dsp:spPr>
        <a:xfrm>
          <a:off x="428433" y="946445"/>
          <a:ext cx="631233" cy="631233"/>
        </a:xfrm>
        <a:prstGeom prst="ellipse">
          <a:avLst/>
        </a:prstGeom>
        <a:solidFill>
          <a:schemeClr val="lt1">
            <a:hueOff val="0"/>
            <a:satOff val="0"/>
            <a:lumOff val="0"/>
            <a:alphaOff val="0"/>
          </a:schemeClr>
        </a:solidFill>
        <a:ln w="1905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BA00DA23-48EA-4A1A-8599-3D7F67D09299}">
      <dsp:nvSpPr>
        <dsp:cNvPr id="0" name=""/>
        <dsp:cNvSpPr/>
      </dsp:nvSpPr>
      <dsp:spPr>
        <a:xfrm>
          <a:off x="855111" y="1600201"/>
          <a:ext cx="6494203" cy="838196"/>
        </a:xfrm>
        <a:prstGeom prst="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00833" tIns="40640" rIns="40640" bIns="40640" numCol="1" spcCol="1270" anchor="t" anchorCtr="0">
          <a:noAutofit/>
        </a:bodyPr>
        <a:lstStyle/>
        <a:p>
          <a:pPr lvl="0" algn="l" defTabSz="711200" rtl="0">
            <a:lnSpc>
              <a:spcPct val="90000"/>
            </a:lnSpc>
            <a:spcBef>
              <a:spcPct val="0"/>
            </a:spcBef>
            <a:spcAft>
              <a:spcPct val="35000"/>
            </a:spcAft>
          </a:pPr>
          <a:r>
            <a:rPr lang="en-US" sz="1600" b="1" kern="1200" dirty="0" smtClean="0"/>
            <a:t>Work Process in Jira</a:t>
          </a:r>
          <a:endParaRPr lang="en-US" sz="1600" b="1" kern="1200" dirty="0"/>
        </a:p>
        <a:p>
          <a:pPr marL="171450" lvl="1" indent="-171450" algn="l" defTabSz="711200" rtl="0">
            <a:lnSpc>
              <a:spcPct val="90000"/>
            </a:lnSpc>
            <a:spcBef>
              <a:spcPct val="0"/>
            </a:spcBef>
            <a:spcAft>
              <a:spcPct val="15000"/>
            </a:spcAft>
            <a:buChar char="••"/>
          </a:pPr>
          <a:r>
            <a:rPr lang="en-US" sz="1600" kern="1200" dirty="0" smtClean="0"/>
            <a:t>Task Management Process</a:t>
          </a:r>
          <a:endParaRPr lang="en-US" sz="1600" kern="1200" dirty="0"/>
        </a:p>
        <a:p>
          <a:pPr marL="171450" lvl="1" indent="-171450" algn="l" defTabSz="711200" rtl="0">
            <a:lnSpc>
              <a:spcPct val="90000"/>
            </a:lnSpc>
            <a:spcBef>
              <a:spcPct val="0"/>
            </a:spcBef>
            <a:spcAft>
              <a:spcPct val="15000"/>
            </a:spcAft>
            <a:buChar char="••"/>
          </a:pPr>
          <a:r>
            <a:rPr lang="en-US" sz="1600" kern="1200" dirty="0" smtClean="0"/>
            <a:t>Bug Management Process a</a:t>
          </a:r>
          <a:endParaRPr lang="en-US" sz="1600" kern="1200" dirty="0"/>
        </a:p>
      </dsp:txBody>
      <dsp:txXfrm>
        <a:off x="855111" y="1600201"/>
        <a:ext cx="6494203" cy="838196"/>
      </dsp:txXfrm>
    </dsp:sp>
    <dsp:sp modelId="{B67DF4A3-CD8A-4B43-A67F-C745FBB8520A}">
      <dsp:nvSpPr>
        <dsp:cNvPr id="0" name=""/>
        <dsp:cNvSpPr/>
      </dsp:nvSpPr>
      <dsp:spPr>
        <a:xfrm>
          <a:off x="539494" y="1703683"/>
          <a:ext cx="631233" cy="631233"/>
        </a:xfrm>
        <a:prstGeom prst="ellipse">
          <a:avLst/>
        </a:prstGeom>
        <a:solidFill>
          <a:schemeClr val="lt1">
            <a:hueOff val="0"/>
            <a:satOff val="0"/>
            <a:lumOff val="0"/>
            <a:alphaOff val="0"/>
          </a:schemeClr>
        </a:solidFill>
        <a:ln w="1905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CAF9BE5B-8B4C-46E0-8568-43A9E9B3B81F}">
      <dsp:nvSpPr>
        <dsp:cNvPr id="0" name=""/>
        <dsp:cNvSpPr/>
      </dsp:nvSpPr>
      <dsp:spPr>
        <a:xfrm>
          <a:off x="744049" y="2524044"/>
          <a:ext cx="6605264" cy="504986"/>
        </a:xfrm>
        <a:prstGeom prst="rect">
          <a:avLst/>
        </a:prstGeom>
        <a:solidFill>
          <a:schemeClr val="dk1"/>
        </a:solidFill>
        <a:ln w="19050" cap="flat" cmpd="sng" algn="ctr">
          <a:solidFill>
            <a:schemeClr val="dk1">
              <a:shade val="50000"/>
            </a:schemeClr>
          </a:solidFill>
          <a:prstDash val="solid"/>
        </a:ln>
        <a:effectLst/>
      </dsp:spPr>
      <dsp:style>
        <a:lnRef idx="2">
          <a:schemeClr val="dk1">
            <a:shade val="50000"/>
          </a:schemeClr>
        </a:lnRef>
        <a:fillRef idx="1">
          <a:schemeClr val="dk1"/>
        </a:fillRef>
        <a:effectRef idx="0">
          <a:schemeClr val="dk1"/>
        </a:effectRef>
        <a:fontRef idx="minor">
          <a:schemeClr val="lt1"/>
        </a:fontRef>
      </dsp:style>
      <dsp:txBody>
        <a:bodyPr spcFirstLastPara="0" vert="horz" wrap="square" lIns="400833" tIns="81280" rIns="81280" bIns="81280" numCol="1" spcCol="1270" anchor="ctr" anchorCtr="0">
          <a:noAutofit/>
        </a:bodyPr>
        <a:lstStyle/>
        <a:p>
          <a:pPr lvl="0" algn="l" defTabSz="1422400" rtl="0">
            <a:lnSpc>
              <a:spcPct val="90000"/>
            </a:lnSpc>
            <a:spcBef>
              <a:spcPct val="0"/>
            </a:spcBef>
            <a:spcAft>
              <a:spcPct val="35000"/>
            </a:spcAft>
          </a:pPr>
          <a:r>
            <a:rPr lang="en-US" sz="3200" kern="1200" dirty="0" smtClean="0"/>
            <a:t>Dash Board</a:t>
          </a:r>
          <a:endParaRPr lang="en-US" sz="3200" kern="1200" dirty="0"/>
        </a:p>
      </dsp:txBody>
      <dsp:txXfrm>
        <a:off x="744049" y="2524044"/>
        <a:ext cx="6605264" cy="504986"/>
      </dsp:txXfrm>
    </dsp:sp>
    <dsp:sp modelId="{02E56378-B89E-43BA-8EE4-A5E109E6C172}">
      <dsp:nvSpPr>
        <dsp:cNvPr id="0" name=""/>
        <dsp:cNvSpPr/>
      </dsp:nvSpPr>
      <dsp:spPr>
        <a:xfrm>
          <a:off x="428433" y="2460920"/>
          <a:ext cx="631233" cy="631233"/>
        </a:xfrm>
        <a:prstGeom prst="ellipse">
          <a:avLst/>
        </a:prstGeom>
        <a:solidFill>
          <a:schemeClr val="lt1">
            <a:hueOff val="0"/>
            <a:satOff val="0"/>
            <a:lumOff val="0"/>
            <a:alphaOff val="0"/>
          </a:schemeClr>
        </a:solidFill>
        <a:ln w="1905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186296B3-49A0-4CB1-8795-6196F302B598}">
      <dsp:nvSpPr>
        <dsp:cNvPr id="0" name=""/>
        <dsp:cNvSpPr/>
      </dsp:nvSpPr>
      <dsp:spPr>
        <a:xfrm>
          <a:off x="382191" y="3281281"/>
          <a:ext cx="6967123" cy="504986"/>
        </a:xfrm>
        <a:prstGeom prst="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00833" tIns="81280" rIns="81280" bIns="81280" numCol="1" spcCol="1270" anchor="ctr" anchorCtr="0">
          <a:noAutofit/>
        </a:bodyPr>
        <a:lstStyle/>
        <a:p>
          <a:pPr lvl="0" algn="l" defTabSz="1422400" rtl="0">
            <a:lnSpc>
              <a:spcPct val="90000"/>
            </a:lnSpc>
            <a:spcBef>
              <a:spcPct val="0"/>
            </a:spcBef>
            <a:spcAft>
              <a:spcPct val="35000"/>
            </a:spcAft>
          </a:pPr>
          <a:r>
            <a:rPr lang="en-US" sz="3200" kern="1200" dirty="0" smtClean="0"/>
            <a:t>Demo</a:t>
          </a:r>
          <a:endParaRPr lang="en-US" sz="3200" kern="1200" dirty="0"/>
        </a:p>
      </dsp:txBody>
      <dsp:txXfrm>
        <a:off x="382191" y="3281281"/>
        <a:ext cx="6967123" cy="504986"/>
      </dsp:txXfrm>
    </dsp:sp>
    <dsp:sp modelId="{58D9E098-F615-4399-A85A-5E613DFD88BE}">
      <dsp:nvSpPr>
        <dsp:cNvPr id="0" name=""/>
        <dsp:cNvSpPr/>
      </dsp:nvSpPr>
      <dsp:spPr>
        <a:xfrm>
          <a:off x="66574" y="3218158"/>
          <a:ext cx="631233" cy="631233"/>
        </a:xfrm>
        <a:prstGeom prst="ellipse">
          <a:avLst/>
        </a:prstGeom>
        <a:solidFill>
          <a:schemeClr val="lt1">
            <a:hueOff val="0"/>
            <a:satOff val="0"/>
            <a:lumOff val="0"/>
            <a:alphaOff val="0"/>
          </a:schemeClr>
        </a:solidFill>
        <a:ln w="1905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Tree>
</dsp:drawing>
</file>

<file path=ppt/diagrams/drawing8.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33CBF64-ED7B-4DD5-A08C-6BB7C51FF61D}">
      <dsp:nvSpPr>
        <dsp:cNvPr id="0" name=""/>
        <dsp:cNvSpPr/>
      </dsp:nvSpPr>
      <dsp:spPr>
        <a:xfrm>
          <a:off x="-4565598" y="-700039"/>
          <a:ext cx="5438678" cy="5438678"/>
        </a:xfrm>
        <a:prstGeom prst="blockArc">
          <a:avLst>
            <a:gd name="adj1" fmla="val 18900000"/>
            <a:gd name="adj2" fmla="val 2700000"/>
            <a:gd name="adj3" fmla="val 397"/>
          </a:avLst>
        </a:prstGeom>
        <a:noFill/>
        <a:ln w="19050" cap="flat"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3967D7F6-FA8C-456F-9EA8-282E3C74BAC6}">
      <dsp:nvSpPr>
        <dsp:cNvPr id="0" name=""/>
        <dsp:cNvSpPr/>
      </dsp:nvSpPr>
      <dsp:spPr>
        <a:xfrm>
          <a:off x="382191" y="252331"/>
          <a:ext cx="6967123" cy="504986"/>
        </a:xfrm>
        <a:prstGeom prst="rect">
          <a:avLst/>
        </a:prstGeom>
        <a:solidFill>
          <a:schemeClr val="accent1"/>
        </a:solidFill>
        <a:ln w="19050" cap="flat" cmpd="sng" algn="ctr">
          <a:solidFill>
            <a:schemeClr val="accent1">
              <a:shade val="50000"/>
            </a:schemeClr>
          </a:solidFill>
          <a:prstDash val="solid"/>
        </a:ln>
        <a:effectLst/>
      </dsp:spPr>
      <dsp:style>
        <a:lnRef idx="2">
          <a:schemeClr val="accent1">
            <a:shade val="50000"/>
          </a:schemeClr>
        </a:lnRef>
        <a:fillRef idx="1">
          <a:schemeClr val="accent1"/>
        </a:fillRef>
        <a:effectRef idx="0">
          <a:schemeClr val="accent1"/>
        </a:effectRef>
        <a:fontRef idx="minor">
          <a:schemeClr val="lt1"/>
        </a:fontRef>
      </dsp:style>
      <dsp:txBody>
        <a:bodyPr spcFirstLastPara="0" vert="horz" wrap="square" lIns="400833" tIns="81280" rIns="81280" bIns="81280" numCol="1" spcCol="1270" anchor="ctr" anchorCtr="0">
          <a:noAutofit/>
        </a:bodyPr>
        <a:lstStyle/>
        <a:p>
          <a:pPr lvl="0" algn="l" defTabSz="1422400" rtl="0">
            <a:lnSpc>
              <a:spcPct val="90000"/>
            </a:lnSpc>
            <a:spcBef>
              <a:spcPct val="0"/>
            </a:spcBef>
            <a:spcAft>
              <a:spcPct val="35000"/>
            </a:spcAft>
          </a:pPr>
          <a:r>
            <a:rPr lang="en-US" sz="3200" kern="1200" dirty="0" smtClean="0"/>
            <a:t>Jira overview</a:t>
          </a:r>
          <a:endParaRPr lang="en-US" sz="3200" kern="1200" dirty="0"/>
        </a:p>
      </dsp:txBody>
      <dsp:txXfrm>
        <a:off x="382191" y="252331"/>
        <a:ext cx="6967123" cy="504986"/>
      </dsp:txXfrm>
    </dsp:sp>
    <dsp:sp modelId="{56BDF28F-FF12-4F05-816F-7E74CD2D2893}">
      <dsp:nvSpPr>
        <dsp:cNvPr id="0" name=""/>
        <dsp:cNvSpPr/>
      </dsp:nvSpPr>
      <dsp:spPr>
        <a:xfrm>
          <a:off x="66574" y="189208"/>
          <a:ext cx="631233" cy="631233"/>
        </a:xfrm>
        <a:prstGeom prst="ellipse">
          <a:avLst/>
        </a:prstGeom>
        <a:solidFill>
          <a:schemeClr val="lt1">
            <a:hueOff val="0"/>
            <a:satOff val="0"/>
            <a:lumOff val="0"/>
            <a:alphaOff val="0"/>
          </a:schemeClr>
        </a:solidFill>
        <a:ln w="1905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FB497913-E1D4-4CBA-9F57-F8A6643D3DC0}">
      <dsp:nvSpPr>
        <dsp:cNvPr id="0" name=""/>
        <dsp:cNvSpPr/>
      </dsp:nvSpPr>
      <dsp:spPr>
        <a:xfrm>
          <a:off x="744049" y="1009569"/>
          <a:ext cx="6605264" cy="504986"/>
        </a:xfrm>
        <a:prstGeom prst="rect">
          <a:avLst/>
        </a:prstGeom>
        <a:solidFill>
          <a:schemeClr val="accent1"/>
        </a:solidFill>
        <a:ln w="19050" cap="flat" cmpd="sng" algn="ctr">
          <a:solidFill>
            <a:schemeClr val="accent1">
              <a:shade val="50000"/>
            </a:schemeClr>
          </a:solidFill>
          <a:prstDash val="solid"/>
        </a:ln>
        <a:effectLst/>
      </dsp:spPr>
      <dsp:style>
        <a:lnRef idx="2">
          <a:schemeClr val="accent1">
            <a:shade val="50000"/>
          </a:schemeClr>
        </a:lnRef>
        <a:fillRef idx="1">
          <a:schemeClr val="accent1"/>
        </a:fillRef>
        <a:effectRef idx="0">
          <a:schemeClr val="accent1"/>
        </a:effectRef>
        <a:fontRef idx="minor">
          <a:schemeClr val="lt1"/>
        </a:fontRef>
      </dsp:style>
      <dsp:txBody>
        <a:bodyPr spcFirstLastPara="0" vert="horz" wrap="square" lIns="400833" tIns="81280" rIns="81280" bIns="81280" numCol="1" spcCol="1270" anchor="ctr" anchorCtr="0">
          <a:noAutofit/>
        </a:bodyPr>
        <a:lstStyle/>
        <a:p>
          <a:pPr lvl="0" algn="l" defTabSz="1422400" rtl="0">
            <a:lnSpc>
              <a:spcPct val="90000"/>
            </a:lnSpc>
            <a:spcBef>
              <a:spcPct val="0"/>
            </a:spcBef>
            <a:spcAft>
              <a:spcPct val="35000"/>
            </a:spcAft>
          </a:pPr>
          <a:r>
            <a:rPr lang="en-US" sz="3200" kern="1200" dirty="0" smtClean="0"/>
            <a:t>Jira Concept</a:t>
          </a:r>
          <a:endParaRPr lang="en-US" sz="3200" kern="1200" dirty="0"/>
        </a:p>
      </dsp:txBody>
      <dsp:txXfrm>
        <a:off x="744049" y="1009569"/>
        <a:ext cx="6605264" cy="504986"/>
      </dsp:txXfrm>
    </dsp:sp>
    <dsp:sp modelId="{8AAA19C9-9931-4C81-B74F-6CCEF58FAF2D}">
      <dsp:nvSpPr>
        <dsp:cNvPr id="0" name=""/>
        <dsp:cNvSpPr/>
      </dsp:nvSpPr>
      <dsp:spPr>
        <a:xfrm>
          <a:off x="428433" y="946445"/>
          <a:ext cx="631233" cy="631233"/>
        </a:xfrm>
        <a:prstGeom prst="ellipse">
          <a:avLst/>
        </a:prstGeom>
        <a:solidFill>
          <a:schemeClr val="lt1">
            <a:hueOff val="0"/>
            <a:satOff val="0"/>
            <a:lumOff val="0"/>
            <a:alphaOff val="0"/>
          </a:schemeClr>
        </a:solidFill>
        <a:ln w="1905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BA00DA23-48EA-4A1A-8599-3D7F67D09299}">
      <dsp:nvSpPr>
        <dsp:cNvPr id="0" name=""/>
        <dsp:cNvSpPr/>
      </dsp:nvSpPr>
      <dsp:spPr>
        <a:xfrm>
          <a:off x="855111" y="1600201"/>
          <a:ext cx="6494203" cy="838196"/>
        </a:xfrm>
        <a:prstGeom prst="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00833" tIns="40640" rIns="40640" bIns="40640" numCol="1" spcCol="1270" anchor="t" anchorCtr="0">
          <a:noAutofit/>
        </a:bodyPr>
        <a:lstStyle/>
        <a:p>
          <a:pPr lvl="0" algn="l" defTabSz="711200" rtl="0">
            <a:lnSpc>
              <a:spcPct val="90000"/>
            </a:lnSpc>
            <a:spcBef>
              <a:spcPct val="0"/>
            </a:spcBef>
            <a:spcAft>
              <a:spcPct val="35000"/>
            </a:spcAft>
          </a:pPr>
          <a:r>
            <a:rPr lang="en-US" sz="1600" b="1" kern="1200" dirty="0" smtClean="0"/>
            <a:t>Work Process in Jira</a:t>
          </a:r>
          <a:endParaRPr lang="en-US" sz="1600" b="1" kern="1200" dirty="0"/>
        </a:p>
        <a:p>
          <a:pPr marL="171450" lvl="1" indent="-171450" algn="l" defTabSz="711200" rtl="0">
            <a:lnSpc>
              <a:spcPct val="90000"/>
            </a:lnSpc>
            <a:spcBef>
              <a:spcPct val="0"/>
            </a:spcBef>
            <a:spcAft>
              <a:spcPct val="15000"/>
            </a:spcAft>
            <a:buChar char="••"/>
          </a:pPr>
          <a:r>
            <a:rPr lang="en-US" sz="1600" kern="1200" dirty="0" smtClean="0"/>
            <a:t>Task Management Process</a:t>
          </a:r>
          <a:endParaRPr lang="en-US" sz="1600" kern="1200" dirty="0"/>
        </a:p>
        <a:p>
          <a:pPr marL="171450" lvl="1" indent="-171450" algn="l" defTabSz="711200" rtl="0">
            <a:lnSpc>
              <a:spcPct val="90000"/>
            </a:lnSpc>
            <a:spcBef>
              <a:spcPct val="0"/>
            </a:spcBef>
            <a:spcAft>
              <a:spcPct val="15000"/>
            </a:spcAft>
            <a:buChar char="••"/>
          </a:pPr>
          <a:r>
            <a:rPr lang="en-US" sz="1600" kern="1200" dirty="0" smtClean="0"/>
            <a:t>Bug Management Process a</a:t>
          </a:r>
          <a:endParaRPr lang="en-US" sz="1600" kern="1200" dirty="0"/>
        </a:p>
      </dsp:txBody>
      <dsp:txXfrm>
        <a:off x="855111" y="1600201"/>
        <a:ext cx="6494203" cy="838196"/>
      </dsp:txXfrm>
    </dsp:sp>
    <dsp:sp modelId="{B67DF4A3-CD8A-4B43-A67F-C745FBB8520A}">
      <dsp:nvSpPr>
        <dsp:cNvPr id="0" name=""/>
        <dsp:cNvSpPr/>
      </dsp:nvSpPr>
      <dsp:spPr>
        <a:xfrm>
          <a:off x="539494" y="1703683"/>
          <a:ext cx="631233" cy="631233"/>
        </a:xfrm>
        <a:prstGeom prst="ellipse">
          <a:avLst/>
        </a:prstGeom>
        <a:solidFill>
          <a:schemeClr val="lt1">
            <a:hueOff val="0"/>
            <a:satOff val="0"/>
            <a:lumOff val="0"/>
            <a:alphaOff val="0"/>
          </a:schemeClr>
        </a:solidFill>
        <a:ln w="1905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CAF9BE5B-8B4C-46E0-8568-43A9E9B3B81F}">
      <dsp:nvSpPr>
        <dsp:cNvPr id="0" name=""/>
        <dsp:cNvSpPr/>
      </dsp:nvSpPr>
      <dsp:spPr>
        <a:xfrm>
          <a:off x="744049" y="2524044"/>
          <a:ext cx="6605264" cy="504986"/>
        </a:xfrm>
        <a:prstGeom prst="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00833" tIns="81280" rIns="81280" bIns="81280" numCol="1" spcCol="1270" anchor="ctr" anchorCtr="0">
          <a:noAutofit/>
        </a:bodyPr>
        <a:lstStyle/>
        <a:p>
          <a:pPr lvl="0" algn="l" defTabSz="1422400" rtl="0">
            <a:lnSpc>
              <a:spcPct val="90000"/>
            </a:lnSpc>
            <a:spcBef>
              <a:spcPct val="0"/>
            </a:spcBef>
            <a:spcAft>
              <a:spcPct val="35000"/>
            </a:spcAft>
          </a:pPr>
          <a:r>
            <a:rPr lang="en-US" sz="3200" kern="1200" dirty="0" smtClean="0"/>
            <a:t>Dash Board</a:t>
          </a:r>
          <a:endParaRPr lang="en-US" sz="3200" kern="1200" dirty="0"/>
        </a:p>
      </dsp:txBody>
      <dsp:txXfrm>
        <a:off x="744049" y="2524044"/>
        <a:ext cx="6605264" cy="504986"/>
      </dsp:txXfrm>
    </dsp:sp>
    <dsp:sp modelId="{02E56378-B89E-43BA-8EE4-A5E109E6C172}">
      <dsp:nvSpPr>
        <dsp:cNvPr id="0" name=""/>
        <dsp:cNvSpPr/>
      </dsp:nvSpPr>
      <dsp:spPr>
        <a:xfrm>
          <a:off x="428433" y="2460920"/>
          <a:ext cx="631233" cy="631233"/>
        </a:xfrm>
        <a:prstGeom prst="ellipse">
          <a:avLst/>
        </a:prstGeom>
        <a:solidFill>
          <a:schemeClr val="lt1">
            <a:hueOff val="0"/>
            <a:satOff val="0"/>
            <a:lumOff val="0"/>
            <a:alphaOff val="0"/>
          </a:schemeClr>
        </a:solidFill>
        <a:ln w="1905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186296B3-49A0-4CB1-8795-6196F302B598}">
      <dsp:nvSpPr>
        <dsp:cNvPr id="0" name=""/>
        <dsp:cNvSpPr/>
      </dsp:nvSpPr>
      <dsp:spPr>
        <a:xfrm>
          <a:off x="382191" y="3281281"/>
          <a:ext cx="6967123" cy="504986"/>
        </a:xfrm>
        <a:prstGeom prst="rect">
          <a:avLst/>
        </a:prstGeom>
        <a:solidFill>
          <a:schemeClr val="dk1"/>
        </a:solidFill>
        <a:ln w="19050" cap="flat" cmpd="sng" algn="ctr">
          <a:solidFill>
            <a:schemeClr val="dk1">
              <a:shade val="50000"/>
            </a:schemeClr>
          </a:solidFill>
          <a:prstDash val="solid"/>
        </a:ln>
        <a:effectLst/>
      </dsp:spPr>
      <dsp:style>
        <a:lnRef idx="2">
          <a:schemeClr val="dk1">
            <a:shade val="50000"/>
          </a:schemeClr>
        </a:lnRef>
        <a:fillRef idx="1">
          <a:schemeClr val="dk1"/>
        </a:fillRef>
        <a:effectRef idx="0">
          <a:schemeClr val="dk1"/>
        </a:effectRef>
        <a:fontRef idx="minor">
          <a:schemeClr val="lt1"/>
        </a:fontRef>
      </dsp:style>
      <dsp:txBody>
        <a:bodyPr spcFirstLastPara="0" vert="horz" wrap="square" lIns="400833" tIns="81280" rIns="81280" bIns="81280" numCol="1" spcCol="1270" anchor="ctr" anchorCtr="0">
          <a:noAutofit/>
        </a:bodyPr>
        <a:lstStyle/>
        <a:p>
          <a:pPr lvl="0" algn="l" defTabSz="1422400" rtl="0">
            <a:lnSpc>
              <a:spcPct val="90000"/>
            </a:lnSpc>
            <a:spcBef>
              <a:spcPct val="0"/>
            </a:spcBef>
            <a:spcAft>
              <a:spcPct val="35000"/>
            </a:spcAft>
          </a:pPr>
          <a:r>
            <a:rPr lang="en-US" sz="3200" kern="1200" dirty="0" smtClean="0"/>
            <a:t>Demo</a:t>
          </a:r>
          <a:endParaRPr lang="en-US" sz="3200" kern="1200" dirty="0"/>
        </a:p>
      </dsp:txBody>
      <dsp:txXfrm>
        <a:off x="382191" y="3281281"/>
        <a:ext cx="6967123" cy="504986"/>
      </dsp:txXfrm>
    </dsp:sp>
    <dsp:sp modelId="{58D9E098-F615-4399-A85A-5E613DFD88BE}">
      <dsp:nvSpPr>
        <dsp:cNvPr id="0" name=""/>
        <dsp:cNvSpPr/>
      </dsp:nvSpPr>
      <dsp:spPr>
        <a:xfrm>
          <a:off x="66574" y="3218158"/>
          <a:ext cx="631233" cy="631233"/>
        </a:xfrm>
        <a:prstGeom prst="ellipse">
          <a:avLst/>
        </a:prstGeom>
        <a:solidFill>
          <a:schemeClr val="lt1">
            <a:hueOff val="0"/>
            <a:satOff val="0"/>
            <a:lumOff val="0"/>
            <a:alphaOff val="0"/>
          </a:schemeClr>
        </a:solidFill>
        <a:ln w="1905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Tree>
</dsp:drawing>
</file>

<file path=ppt/diagrams/layout1.xml><?xml version="1.0" encoding="utf-8"?>
<dgm:layoutDef xmlns:dgm="http://schemas.openxmlformats.org/drawingml/2006/diagram" xmlns:a="http://schemas.openxmlformats.org/drawingml/2006/main" uniqueId="urn:microsoft.com/office/officeart/2008/layout/VerticalCurvedList">
  <dgm:title val=""/>
  <dgm:desc val=""/>
  <dgm:catLst>
    <dgm:cat type="list" pri="20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rSet phldr="1"/>
        </dgm:pt>
        <dgm:pt modelId="2">
          <dgm:prSet phldr="1"/>
        </dgm:pt>
      </dgm:ptLst>
      <dgm:cxnLst>
        <dgm:cxn modelId="3" srcId="0" destId="1" srcOrd="0" destOrd="0"/>
        <dgm:cxn modelId="4" srcId="0" destId="2" srcOrd="1" destOrd="0"/>
      </dgm:cxnLst>
      <dgm:bg/>
      <dgm:whole/>
    </dgm:dataModel>
  </dgm:styleData>
  <dgm:clr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chMax val="7"/>
      <dgm:chPref val="7"/>
      <dgm:dir/>
    </dgm:varLst>
    <dgm:alg type="composite"/>
    <dgm:shape xmlns:r="http://schemas.openxmlformats.org/officeDocument/2006/relationships" r:blip="">
      <dgm:adjLst/>
    </dgm:shape>
    <dgm:constrLst>
      <dgm:constr type="w" for="ch" refType="h" refFor="ch" op="gte" fact="0.8"/>
    </dgm:constrLst>
    <dgm:layoutNode name="Name1">
      <dgm:alg type="composite"/>
      <dgm:shape xmlns:r="http://schemas.openxmlformats.org/officeDocument/2006/relationships" r:blip="">
        <dgm:adjLst/>
      </dgm:shape>
      <dgm:choose name="Name2">
        <dgm:if name="Name3" func="var" arg="dir" op="equ" val="norm">
          <dgm:choose name="Name4">
            <dgm:if name="Name5" axis="ch" ptType="node" func="cnt" op="equ" val="1">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625"/>
                <dgm:constr type="w" for="ch" forName="accent_1" refType="h" refFor="ch" refForName="accent_1" op="equ"/>
                <dgm:constr type="ctrY" for="ch" forName="accent_1" refType="h" fact="0.5"/>
                <dgm:constr type="ctrX" for="ch" forName="accent_1" refType="h" fact="0.2253"/>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primFontSz" for="ch" ptType="node" op="equ" val="65"/>
              </dgm:constrLst>
            </dgm:if>
            <dgm:if name="Name6" axis="ch" ptType="node" func="cnt" op="equ" val="2">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3571"/>
                <dgm:constr type="w" for="ch" forName="accent_1" refType="h" refFor="ch" refForName="accent_1" op="equ"/>
                <dgm:constr type="ctrY" for="ch" forName="accent_1" refType="h" fact="0.2857"/>
                <dgm:constr type="ctrX" for="ch" forName="accent_1" refType="h" fact="0.1891"/>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3571"/>
                <dgm:constr type="w" for="ch" forName="accent_2" refType="h" refFor="ch" refForName="accent_2" op="equ"/>
                <dgm:constr type="ctrY" for="ch" forName="accent_2" refType="h" fact="0.7143"/>
                <dgm:constr type="ctrX" for="ch" forName="accent_2" refType="h" fact="0.1891"/>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primFontSz" for="ch" ptType="node" op="equ" val="65"/>
              </dgm:constrLst>
            </dgm:if>
            <dgm:if name="Name7" axis="ch" ptType="node" func="cnt" op="equ" val="3">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25"/>
                <dgm:constr type="w" for="ch" forName="accent_1" refType="h" refFor="ch" refForName="accent_1" op="equ"/>
                <dgm:constr type="ctrY" for="ch" forName="accent_1" refType="h" fact="0.2"/>
                <dgm:constr type="ctrX" for="ch" forName="accent_1" refType="h" fact="0.1526"/>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25"/>
                <dgm:constr type="w" for="ch" forName="accent_2" refType="h" refFor="ch" refForName="accent_2" op="equ"/>
                <dgm:constr type="ctrY" for="ch" forName="accent_2" refType="h" fact="0.5"/>
                <dgm:constr type="ctrX" for="ch" forName="accent_2" refType="h" fact="0.2253"/>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25"/>
                <dgm:constr type="w" for="ch" forName="accent_3" refType="h" refFor="ch" refForName="accent_3" op="equ"/>
                <dgm:constr type="ctrY" for="ch" forName="accent_3" refType="h" fact="0.8"/>
                <dgm:constr type="ctrX" for="ch" forName="accent_3" refType="h" fact="0.1526"/>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primFontSz" for="ch" ptType="node" op="equ" val="65"/>
              </dgm:constrLst>
            </dgm:if>
            <dgm:if name="Name8" axis="ch" ptType="node" func="cnt" op="equ" val="4">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923"/>
                <dgm:constr type="w" for="ch" forName="accent_1" refType="h" refFor="ch" refForName="accent_1" op="equ"/>
                <dgm:constr type="ctrY" for="ch" forName="accent_1" refType="h" fact="0.1538"/>
                <dgm:constr type="ctrX" for="ch" forName="accent_1" refType="h" fact="0.1268"/>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923"/>
                <dgm:constr type="w" for="ch" forName="accent_2" refType="h" refFor="ch" refForName="accent_2" op="equ"/>
                <dgm:constr type="ctrY" for="ch" forName="accent_2" refType="h" fact="0.3846"/>
                <dgm:constr type="ctrX" for="ch" forName="accent_2" refType="h" fact="0.215"/>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923"/>
                <dgm:constr type="w" for="ch" forName="accent_3" refType="h" refFor="ch" refForName="accent_3" op="equ"/>
                <dgm:constr type="ctrY" for="ch" forName="accent_3" refType="h" fact="0.6154"/>
                <dgm:constr type="ctrX" for="ch" forName="accent_3" refType="h" fact="0.215"/>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923"/>
                <dgm:constr type="w" for="ch" forName="accent_4" refType="h" refFor="ch" refForName="accent_4" op="equ"/>
                <dgm:constr type="ctrY" for="ch" forName="accent_4" refType="h" fact="0.8462"/>
                <dgm:constr type="ctrX" for="ch" forName="accent_4" refType="h" fact="0.1268"/>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primFontSz" for="ch" ptType="node" op="equ" val="65"/>
              </dgm:constrLst>
            </dgm:if>
            <dgm:if name="Name9" axis="ch" ptType="node" func="cnt" op="equ" val="5">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563"/>
                <dgm:constr type="w" for="ch" forName="accent_1" refType="h" refFor="ch" refForName="accent_1" op="equ"/>
                <dgm:constr type="ctrY" for="ch" forName="accent_1" refType="h" fact="0.125"/>
                <dgm:constr type="ctrX" for="ch" forName="accent_1" refType="h" fact="0.1082"/>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563"/>
                <dgm:constr type="w" for="ch" forName="accent_2" refType="h" refFor="ch" refForName="accent_2" op="equ"/>
                <dgm:constr type="ctrY" for="ch" forName="accent_2" refType="h" fact="0.3125"/>
                <dgm:constr type="ctrX" for="ch" forName="accent_2" refType="h" fact="0.1978"/>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563"/>
                <dgm:constr type="w" for="ch" forName="accent_3" refType="h" refFor="ch" refForName="accent_3" op="equ"/>
                <dgm:constr type="ctrY" for="ch" forName="accent_3" refType="h" fact="0.5"/>
                <dgm:constr type="ctrX" for="ch" forName="accent_3" refType="h" fact="0.2253"/>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563"/>
                <dgm:constr type="w" for="ch" forName="accent_4" refType="h" refFor="ch" refForName="accent_4" op="equ"/>
                <dgm:constr type="ctrY" for="ch" forName="accent_4" refType="h" fact="0.6875"/>
                <dgm:constr type="ctrX" for="ch" forName="accent_4" refType="h" fact="0.1978"/>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h" for="ch" forName="accent_5" refType="h" fact="0.1563"/>
                <dgm:constr type="w" for="ch" forName="accent_5" refType="h" refFor="ch" refForName="accent_5" op="equ"/>
                <dgm:constr type="ctrY" for="ch" forName="accent_5" refType="h" fact="0.875"/>
                <dgm:constr type="ctrX" for="ch" forName="accent_5" refType="h" fact="0.1082"/>
                <dgm:constr type="l" for="ch" forName="text_5" refType="ctrX" refFor="ch" refForName="accent_5"/>
                <dgm:constr type="r" for="ch" forName="text_5" refType="w"/>
                <dgm:constr type="w" for="ch" forName="text_5" refType="h" refFor="ch" refForName="text_5" op="gte"/>
                <dgm:constr type="h" for="ch" forName="text_5" refType="h" refFor="ch" refForName="accent_5" fact="0.8"/>
                <dgm:constr type="ctrY" for="ch" forName="text_5" refType="ctrY" refFor="ch" refForName="accent_5"/>
                <dgm:constr type="lMarg" for="ch" forName="text_5" refType="w" refFor="ch" refForName="accent_5" fact="1.8"/>
                <dgm:constr type="primFontSz" for="ch" ptType="node" op="equ" val="65"/>
              </dgm:constrLst>
            </dgm:if>
            <dgm:if name="Name10" axis="ch" ptType="node" func="cnt" op="equ" val="6">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316"/>
                <dgm:constr type="w" for="ch" forName="accent_1" refType="h" refFor="ch" refForName="accent_1" op="equ"/>
                <dgm:constr type="ctrY" for="ch" forName="accent_1" refType="h" fact="0.1053"/>
                <dgm:constr type="ctrX" for="ch" forName="accent_1" refType="h" fact="0.0943"/>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316"/>
                <dgm:constr type="w" for="ch" forName="accent_2" refType="h" refFor="ch" refForName="accent_2" op="equ"/>
                <dgm:constr type="ctrY" for="ch" forName="accent_2" refType="h" fact="0.2632"/>
                <dgm:constr type="ctrX" for="ch" forName="accent_2" refType="h" fact="0.1809"/>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316"/>
                <dgm:constr type="w" for="ch" forName="accent_3" refType="h" refFor="ch" refForName="accent_3" op="equ"/>
                <dgm:constr type="ctrY" for="ch" forName="accent_3" refType="h" fact="0.4211"/>
                <dgm:constr type="ctrX" for="ch" forName="accent_3" refType="h" fact="0.2205"/>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316"/>
                <dgm:constr type="w" for="ch" forName="accent_4" refType="h" refFor="ch" refForName="accent_4" op="equ"/>
                <dgm:constr type="ctrY" for="ch" forName="accent_4" refType="h" fact="0.5789"/>
                <dgm:constr type="ctrX" for="ch" forName="accent_4" refType="h" fact="0.2205"/>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h" for="ch" forName="accent_5" refType="h" fact="0.1316"/>
                <dgm:constr type="w" for="ch" forName="accent_5" refType="h" refFor="ch" refForName="accent_5" op="equ"/>
                <dgm:constr type="ctrY" for="ch" forName="accent_5" refType="h" fact="0.7368"/>
                <dgm:constr type="ctrX" for="ch" forName="accent_5" refType="h" fact="0.1809"/>
                <dgm:constr type="l" for="ch" forName="text_5" refType="ctrX" refFor="ch" refForName="accent_5"/>
                <dgm:constr type="r" for="ch" forName="text_5" refType="w"/>
                <dgm:constr type="w" for="ch" forName="text_5" refType="h" refFor="ch" refForName="text_5" op="gte"/>
                <dgm:constr type="h" for="ch" forName="text_5" refType="h" refFor="ch" refForName="accent_5" fact="0.8"/>
                <dgm:constr type="ctrY" for="ch" forName="text_5" refType="ctrY" refFor="ch" refForName="accent_5"/>
                <dgm:constr type="lMarg" for="ch" forName="text_5" refType="w" refFor="ch" refForName="accent_5" fact="1.8"/>
                <dgm:constr type="h" for="ch" forName="accent_6" refType="h" fact="0.1316"/>
                <dgm:constr type="w" for="ch" forName="accent_6" refType="h" refFor="ch" refForName="accent_6" op="equ"/>
                <dgm:constr type="ctrY" for="ch" forName="accent_6" refType="h" fact="0.8947"/>
                <dgm:constr type="ctrX" for="ch" forName="accent_6" refType="h" fact="0.0943"/>
                <dgm:constr type="l" for="ch" forName="text_6" refType="ctrX" refFor="ch" refForName="accent_6"/>
                <dgm:constr type="r" for="ch" forName="text_6" refType="w"/>
                <dgm:constr type="w" for="ch" forName="text_6" refType="h" refFor="ch" refForName="text_6" op="gte"/>
                <dgm:constr type="h" for="ch" forName="text_6" refType="h" refFor="ch" refForName="accent_6" fact="0.8"/>
                <dgm:constr type="ctrY" for="ch" forName="text_6" refType="ctrY" refFor="ch" refForName="accent_6"/>
                <dgm:constr type="lMarg" for="ch" forName="text_6" refType="w" refFor="ch" refForName="accent_6" fact="1.8"/>
                <dgm:constr type="primFontSz" for="ch" ptType="node" op="equ" val="65"/>
              </dgm:constrLst>
            </dgm:if>
            <dgm:else name="Name11">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136"/>
                <dgm:constr type="w" for="ch" forName="accent_1" refType="h" refFor="ch" refForName="accent_1" op="equ"/>
                <dgm:constr type="ctrY" for="ch" forName="accent_1" refType="h" fact="0.0909"/>
                <dgm:constr type="ctrX" for="ch" forName="accent_1" refType="h" fact="0.0835"/>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136"/>
                <dgm:constr type="w" for="ch" forName="accent_2" refType="h" refFor="ch" refForName="accent_2" op="equ"/>
                <dgm:constr type="ctrY" for="ch" forName="accent_2" refType="h" fact="0.2273"/>
                <dgm:constr type="ctrX" for="ch" forName="accent_2" refType="h" fact="0.1658"/>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136"/>
                <dgm:constr type="w" for="ch" forName="accent_3" refType="h" refFor="ch" refForName="accent_3" op="equ"/>
                <dgm:constr type="ctrY" for="ch" forName="accent_3" refType="h" fact="0.3636"/>
                <dgm:constr type="ctrX" for="ch" forName="accent_3" refType="h" fact="0.2109"/>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136"/>
                <dgm:constr type="w" for="ch" forName="accent_4" refType="h" refFor="ch" refForName="accent_4" op="equ"/>
                <dgm:constr type="ctrY" for="ch" forName="accent_4" refType="h" fact="0.5"/>
                <dgm:constr type="ctrX" for="ch" forName="accent_4" refType="h" fact="0.2253"/>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h" for="ch" forName="accent_5" refType="h" fact="0.1136"/>
                <dgm:constr type="w" for="ch" forName="accent_5" refType="h" refFor="ch" refForName="accent_5" op="equ"/>
                <dgm:constr type="ctrY" for="ch" forName="accent_5" refType="h" fact="0.6364"/>
                <dgm:constr type="ctrX" for="ch" forName="accent_5" refType="h" fact="0.2109"/>
                <dgm:constr type="l" for="ch" forName="text_5" refType="ctrX" refFor="ch" refForName="accent_5"/>
                <dgm:constr type="r" for="ch" forName="text_5" refType="w"/>
                <dgm:constr type="w" for="ch" forName="text_5" refType="h" refFor="ch" refForName="text_5" op="gte"/>
                <dgm:constr type="h" for="ch" forName="text_5" refType="h" refFor="ch" refForName="accent_5" fact="0.8"/>
                <dgm:constr type="ctrY" for="ch" forName="text_5" refType="ctrY" refFor="ch" refForName="accent_5"/>
                <dgm:constr type="lMarg" for="ch" forName="text_5" refType="w" refFor="ch" refForName="accent_5" fact="1.8"/>
                <dgm:constr type="h" for="ch" forName="accent_6" refType="h" fact="0.1136"/>
                <dgm:constr type="w" for="ch" forName="accent_6" refType="h" refFor="ch" refForName="accent_6" op="equ"/>
                <dgm:constr type="ctrY" for="ch" forName="accent_6" refType="h" fact="0.7727"/>
                <dgm:constr type="ctrX" for="ch" forName="accent_6" refType="h" fact="0.1658"/>
                <dgm:constr type="l" for="ch" forName="text_6" refType="ctrX" refFor="ch" refForName="accent_6"/>
                <dgm:constr type="r" for="ch" forName="text_6" refType="w"/>
                <dgm:constr type="w" for="ch" forName="text_6" refType="h" refFor="ch" refForName="text_6" op="gte"/>
                <dgm:constr type="h" for="ch" forName="text_6" refType="h" refFor="ch" refForName="accent_6" fact="0.8"/>
                <dgm:constr type="ctrY" for="ch" forName="text_6" refType="ctrY" refFor="ch" refForName="accent_6"/>
                <dgm:constr type="lMarg" for="ch" forName="text_6" refType="w" refFor="ch" refForName="accent_6" fact="1.8"/>
                <dgm:constr type="h" for="ch" forName="accent_7" refType="h" fact="0.1136"/>
                <dgm:constr type="w" for="ch" forName="accent_7" refType="h" refFor="ch" refForName="accent_7" op="equ"/>
                <dgm:constr type="ctrY" for="ch" forName="accent_7" refType="h" fact="0.9091"/>
                <dgm:constr type="ctrX" for="ch" forName="accent_7" refType="h" fact="0.0835"/>
                <dgm:constr type="l" for="ch" forName="text_7" refType="ctrX" refFor="ch" refForName="accent_7"/>
                <dgm:constr type="r" for="ch" forName="text_7" refType="w"/>
                <dgm:constr type="w" for="ch" forName="text_7" refType="h" refFor="ch" refForName="text_7" op="gte"/>
                <dgm:constr type="h" for="ch" forName="text_7" refType="h" refFor="ch" refForName="accent_7" fact="0.8"/>
                <dgm:constr type="ctrY" for="ch" forName="text_7" refType="ctrY" refFor="ch" refForName="accent_7"/>
                <dgm:constr type="lMarg" for="ch" forName="text_7" refType="w" refFor="ch" refForName="accent_7" fact="1.8"/>
                <dgm:constr type="primFontSz" for="ch" ptType="node" op="equ" val="65"/>
              </dgm:constrLst>
            </dgm:else>
          </dgm:choose>
        </dgm:if>
        <dgm:else name="Name12">
          <dgm:choose name="Name13">
            <dgm:if name="Name14" axis="ch" ptType="node" func="cnt" op="equ" val="1">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625"/>
                <dgm:constr type="w" for="ch" forName="accent_1" refType="h" refFor="ch" refForName="accent_1" op="equ"/>
                <dgm:constr type="ctrY" for="ch" forName="accent_1" refType="h" fact="0.5"/>
                <dgm:constr type="ctrX" for="ch" forName="accent_1" refType="w"/>
                <dgm:constr type="ctrXOff" for="ch" forName="accent_1" refType="h" fact="-0.2253"/>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primFontSz" for="ch" ptType="node" op="equ" val="65"/>
              </dgm:constrLst>
            </dgm:if>
            <dgm:if name="Name15" axis="ch" ptType="node" func="cnt" op="equ" val="2">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3571"/>
                <dgm:constr type="w" for="ch" forName="accent_1" refType="h" refFor="ch" refForName="accent_1" op="equ"/>
                <dgm:constr type="ctrY" for="ch" forName="accent_1" refType="h" fact="0.2857"/>
                <dgm:constr type="ctrX" for="ch" forName="accent_1" refType="w"/>
                <dgm:constr type="ctrXOff" for="ch" forName="accent_1" refType="h" fact="-0.1891"/>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3571"/>
                <dgm:constr type="w" for="ch" forName="accent_2" refType="h" refFor="ch" refForName="accent_2" op="equ"/>
                <dgm:constr type="ctrY" for="ch" forName="accent_2" refType="h" fact="0.7143"/>
                <dgm:constr type="ctrX" for="ch" forName="accent_2" refType="w"/>
                <dgm:constr type="ctrXOff" for="ch" forName="accent_2" refType="h" fact="-0.1891"/>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primFontSz" for="ch" ptType="node" op="equ" val="65"/>
              </dgm:constrLst>
            </dgm:if>
            <dgm:if name="Name16" axis="ch" ptType="node" func="cnt" op="equ" val="3">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25"/>
                <dgm:constr type="w" for="ch" forName="accent_1" refType="h" refFor="ch" refForName="accent_1" op="equ"/>
                <dgm:constr type="ctrY" for="ch" forName="accent_1" refType="h" fact="0.2"/>
                <dgm:constr type="ctrX" for="ch" forName="accent_1" refType="w"/>
                <dgm:constr type="ctrXOff" for="ch" forName="accent_1" refType="h" fact="-0.1526"/>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25"/>
                <dgm:constr type="w" for="ch" forName="accent_2" refType="h" refFor="ch" refForName="accent_2" op="equ"/>
                <dgm:constr type="ctrY" for="ch" forName="accent_2" refType="h" fact="0.5"/>
                <dgm:constr type="ctrX" for="ch" forName="accent_2" refType="w"/>
                <dgm:constr type="ctrXOff" for="ch" forName="accent_2" refType="h" fact="-0.2253"/>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25"/>
                <dgm:constr type="w" for="ch" forName="accent_3" refType="h" refFor="ch" refForName="accent_3" op="equ"/>
                <dgm:constr type="ctrY" for="ch" forName="accent_3" refType="h" fact="0.8"/>
                <dgm:constr type="ctrX" for="ch" forName="accent_3" refType="w"/>
                <dgm:constr type="ctrXOff" for="ch" forName="accent_3" refType="h" fact="-0.1526"/>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primFontSz" for="ch" ptType="node" op="equ" val="65"/>
              </dgm:constrLst>
            </dgm:if>
            <dgm:if name="Name17" axis="ch" ptType="node" func="cnt" op="equ" val="4">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923"/>
                <dgm:constr type="w" for="ch" forName="accent_1" refType="h" refFor="ch" refForName="accent_1" op="equ"/>
                <dgm:constr type="ctrY" for="ch" forName="accent_1" refType="h" fact="0.1538"/>
                <dgm:constr type="ctrX" for="ch" forName="accent_1" refType="w"/>
                <dgm:constr type="ctrXOff" for="ch" forName="accent_1" refType="h" fact="-0.1268"/>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923"/>
                <dgm:constr type="w" for="ch" forName="accent_2" refType="h" refFor="ch" refForName="accent_2" op="equ"/>
                <dgm:constr type="ctrY" for="ch" forName="accent_2" refType="h" fact="0.3846"/>
                <dgm:constr type="ctrX" for="ch" forName="accent_2" refType="w"/>
                <dgm:constr type="ctrXOff" for="ch" forName="accent_2" refType="h" fact="-0.215"/>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923"/>
                <dgm:constr type="w" for="ch" forName="accent_3" refType="h" refFor="ch" refForName="accent_3" op="equ"/>
                <dgm:constr type="ctrY" for="ch" forName="accent_3" refType="h" fact="0.6154"/>
                <dgm:constr type="ctrX" for="ch" forName="accent_3" refType="w"/>
                <dgm:constr type="ctrXOff" for="ch" forName="accent_3" refType="h" fact="-0.215"/>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923"/>
                <dgm:constr type="w" for="ch" forName="accent_4" refType="h" refFor="ch" refForName="accent_4" op="equ"/>
                <dgm:constr type="ctrY" for="ch" forName="accent_4" refType="h" fact="0.8462"/>
                <dgm:constr type="ctrX" for="ch" forName="accent_4" refType="w"/>
                <dgm:constr type="ctrXOff" for="ch" forName="accent_4" refType="h" fact="-0.1268"/>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primFontSz" for="ch" ptType="node" op="equ" val="65"/>
              </dgm:constrLst>
            </dgm:if>
            <dgm:if name="Name18" axis="ch" ptType="node" func="cnt" op="equ" val="5">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563"/>
                <dgm:constr type="w" for="ch" forName="accent_1" refType="h" refFor="ch" refForName="accent_1" op="equ"/>
                <dgm:constr type="ctrY" for="ch" forName="accent_1" refType="h" fact="0.125"/>
                <dgm:constr type="ctrX" for="ch" forName="accent_1" refType="w"/>
                <dgm:constr type="ctrXOff" for="ch" forName="accent_1" refType="h" fact="-0.1082"/>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563"/>
                <dgm:constr type="w" for="ch" forName="accent_2" refType="h" refFor="ch" refForName="accent_2" op="equ"/>
                <dgm:constr type="ctrY" for="ch" forName="accent_2" refType="h" fact="0.3125"/>
                <dgm:constr type="ctrX" for="ch" forName="accent_2" refType="w"/>
                <dgm:constr type="ctrXOff" for="ch" forName="accent_2" refType="h" fact="-0.1978"/>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563"/>
                <dgm:constr type="w" for="ch" forName="accent_3" refType="h" refFor="ch" refForName="accent_3" op="equ"/>
                <dgm:constr type="ctrY" for="ch" forName="accent_3" refType="h" fact="0.5"/>
                <dgm:constr type="ctrX" for="ch" forName="accent_3" refType="w"/>
                <dgm:constr type="ctrXOff" for="ch" forName="accent_3" refType="h" fact="-0.2253"/>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563"/>
                <dgm:constr type="w" for="ch" forName="accent_4" refType="h" refFor="ch" refForName="accent_4" op="equ"/>
                <dgm:constr type="ctrY" for="ch" forName="accent_4" refType="h" fact="0.6875"/>
                <dgm:constr type="ctrX" for="ch" forName="accent_4" refType="w"/>
                <dgm:constr type="ctrXOff" for="ch" forName="accent_4" refType="h" fact="-0.1978"/>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h" for="ch" forName="accent_5" refType="h" fact="0.1563"/>
                <dgm:constr type="w" for="ch" forName="accent_5" refType="h" refFor="ch" refForName="accent_5" op="equ"/>
                <dgm:constr type="ctrY" for="ch" forName="accent_5" refType="h" fact="0.875"/>
                <dgm:constr type="ctrX" for="ch" forName="accent_5" refType="w"/>
                <dgm:constr type="ctrXOff" for="ch" forName="accent_5" refType="h" fact="-0.1082"/>
                <dgm:constr type="r" for="ch" forName="text_5" refType="ctrX" refFor="ch" refForName="accent_5"/>
                <dgm:constr type="rOff" for="ch" forName="text_5" refType="ctrXOff" refFor="ch" refForName="accent_5"/>
                <dgm:constr type="l" for="ch" forName="text_5"/>
                <dgm:constr type="w" for="ch" forName="text_5" refType="h" refFor="ch" refForName="text_5" op="gte"/>
                <dgm:constr type="h" for="ch" forName="text_5" refType="h" refFor="ch" refForName="accent_5" fact="0.8"/>
                <dgm:constr type="ctrY" for="ch" forName="text_5" refType="ctrY" refFor="ch" refForName="accent_5"/>
                <dgm:constr type="rMarg" for="ch" forName="text_5" refType="w" refFor="ch" refForName="accent_5" fact="1.8"/>
                <dgm:constr type="primFontSz" for="ch" ptType="node" op="equ" val="65"/>
              </dgm:constrLst>
            </dgm:if>
            <dgm:if name="Name19" axis="ch" ptType="node" func="cnt" op="equ" val="6">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316"/>
                <dgm:constr type="w" for="ch" forName="accent_1" refType="h" refFor="ch" refForName="accent_1" op="equ"/>
                <dgm:constr type="ctrY" for="ch" forName="accent_1" refType="h" fact="0.1053"/>
                <dgm:constr type="ctrX" for="ch" forName="accent_1" refType="w"/>
                <dgm:constr type="ctrXOff" for="ch" forName="accent_1" refType="h" fact="-0.0943"/>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316"/>
                <dgm:constr type="w" for="ch" forName="accent_2" refType="h" refFor="ch" refForName="accent_2" op="equ"/>
                <dgm:constr type="ctrY" for="ch" forName="accent_2" refType="h" fact="0.2632"/>
                <dgm:constr type="ctrX" for="ch" forName="accent_2" refType="w"/>
                <dgm:constr type="ctrXOff" for="ch" forName="accent_2" refType="h" fact="-0.1809"/>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316"/>
                <dgm:constr type="w" for="ch" forName="accent_3" refType="h" refFor="ch" refForName="accent_3" op="equ"/>
                <dgm:constr type="ctrY" for="ch" forName="accent_3" refType="h" fact="0.4211"/>
                <dgm:constr type="ctrX" for="ch" forName="accent_3" refType="w"/>
                <dgm:constr type="ctrXOff" for="ch" forName="accent_3" refType="h" fact="-0.2205"/>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316"/>
                <dgm:constr type="w" for="ch" forName="accent_4" refType="h" refFor="ch" refForName="accent_4" op="equ"/>
                <dgm:constr type="ctrY" for="ch" forName="accent_4" refType="h" fact="0.5789"/>
                <dgm:constr type="ctrX" for="ch" forName="accent_4" refType="w"/>
                <dgm:constr type="ctrXOff" for="ch" forName="accent_4" refType="h" fact="-0.2205"/>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h" for="ch" forName="accent_5" refType="h" fact="0.1316"/>
                <dgm:constr type="w" for="ch" forName="accent_5" refType="h" refFor="ch" refForName="accent_5" op="equ"/>
                <dgm:constr type="ctrY" for="ch" forName="accent_5" refType="h" fact="0.7368"/>
                <dgm:constr type="ctrX" for="ch" forName="accent_5" refType="w"/>
                <dgm:constr type="ctrXOff" for="ch" forName="accent_5" refType="h" fact="-0.1809"/>
                <dgm:constr type="r" for="ch" forName="text_5" refType="ctrX" refFor="ch" refForName="accent_5"/>
                <dgm:constr type="rOff" for="ch" forName="text_5" refType="ctrXOff" refFor="ch" refForName="accent_5"/>
                <dgm:constr type="l" for="ch" forName="text_5"/>
                <dgm:constr type="w" for="ch" forName="text_5" refType="h" refFor="ch" refForName="text_5" op="gte"/>
                <dgm:constr type="h" for="ch" forName="text_5" refType="h" refFor="ch" refForName="accent_5" fact="0.8"/>
                <dgm:constr type="ctrY" for="ch" forName="text_5" refType="ctrY" refFor="ch" refForName="accent_5"/>
                <dgm:constr type="rMarg" for="ch" forName="text_5" refType="w" refFor="ch" refForName="accent_5" fact="1.8"/>
                <dgm:constr type="h" for="ch" forName="accent_6" refType="h" fact="0.1316"/>
                <dgm:constr type="w" for="ch" forName="accent_6" refType="h" refFor="ch" refForName="accent_6" op="equ"/>
                <dgm:constr type="ctrY" for="ch" forName="accent_6" refType="h" fact="0.8947"/>
                <dgm:constr type="ctrX" for="ch" forName="accent_6" refType="w"/>
                <dgm:constr type="ctrXOff" for="ch" forName="accent_6" refType="h" fact="-0.0943"/>
                <dgm:constr type="r" for="ch" forName="text_6" refType="ctrX" refFor="ch" refForName="accent_6"/>
                <dgm:constr type="rOff" for="ch" forName="text_6" refType="ctrXOff" refFor="ch" refForName="accent_6"/>
                <dgm:constr type="l" for="ch" forName="text_6"/>
                <dgm:constr type="w" for="ch" forName="text_6" refType="h" refFor="ch" refForName="text_6" op="gte"/>
                <dgm:constr type="h" for="ch" forName="text_6" refType="h" refFor="ch" refForName="accent_6" fact="0.8"/>
                <dgm:constr type="ctrY" for="ch" forName="text_6" refType="ctrY" refFor="ch" refForName="accent_6"/>
                <dgm:constr type="rMarg" for="ch" forName="text_6" refType="w" refFor="ch" refForName="accent_6" fact="1.8"/>
                <dgm:constr type="primFontSz" for="ch" ptType="node" op="equ" val="65"/>
              </dgm:constrLst>
            </dgm:if>
            <dgm:else name="Name20">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136"/>
                <dgm:constr type="w" for="ch" forName="accent_1" refType="h" refFor="ch" refForName="accent_1" op="equ"/>
                <dgm:constr type="ctrY" for="ch" forName="accent_1" refType="h" fact="0.0909"/>
                <dgm:constr type="ctrX" for="ch" forName="accent_1" refType="w"/>
                <dgm:constr type="ctrXOff" for="ch" forName="accent_1" refType="h" fact="-0.0835"/>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136"/>
                <dgm:constr type="w" for="ch" forName="accent_2" refType="h" refFor="ch" refForName="accent_2" op="equ"/>
                <dgm:constr type="ctrY" for="ch" forName="accent_2" refType="h" fact="0.2273"/>
                <dgm:constr type="ctrX" for="ch" forName="accent_2" refType="w"/>
                <dgm:constr type="ctrXOff" for="ch" forName="accent_2" refType="h" fact="-0.1658"/>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136"/>
                <dgm:constr type="w" for="ch" forName="accent_3" refType="h" refFor="ch" refForName="accent_3" op="equ"/>
                <dgm:constr type="ctrY" for="ch" forName="accent_3" refType="h" fact="0.3636"/>
                <dgm:constr type="ctrX" for="ch" forName="accent_3" refType="w"/>
                <dgm:constr type="ctrXOff" for="ch" forName="accent_3" refType="h" fact="-0.2109"/>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136"/>
                <dgm:constr type="w" for="ch" forName="accent_4" refType="h" refFor="ch" refForName="accent_4" op="equ"/>
                <dgm:constr type="ctrY" for="ch" forName="accent_4" refType="h" fact="0.5"/>
                <dgm:constr type="ctrX" for="ch" forName="accent_4" refType="w"/>
                <dgm:constr type="ctrXOff" for="ch" forName="accent_4" refType="h" fact="-0.2253"/>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h" for="ch" forName="accent_5" refType="h" fact="0.1136"/>
                <dgm:constr type="w" for="ch" forName="accent_5" refType="h" refFor="ch" refForName="accent_5" op="equ"/>
                <dgm:constr type="ctrY" for="ch" forName="accent_5" refType="h" fact="0.6364"/>
                <dgm:constr type="ctrX" for="ch" forName="accent_5" refType="w"/>
                <dgm:constr type="ctrXOff" for="ch" forName="accent_5" refType="h" fact="-0.2109"/>
                <dgm:constr type="r" for="ch" forName="text_5" refType="ctrX" refFor="ch" refForName="accent_5"/>
                <dgm:constr type="rOff" for="ch" forName="text_5" refType="ctrXOff" refFor="ch" refForName="accent_5"/>
                <dgm:constr type="l" for="ch" forName="text_5"/>
                <dgm:constr type="w" for="ch" forName="text_5" refType="h" refFor="ch" refForName="text_5" op="gte"/>
                <dgm:constr type="h" for="ch" forName="text_5" refType="h" refFor="ch" refForName="accent_5" fact="0.8"/>
                <dgm:constr type="ctrY" for="ch" forName="text_5" refType="ctrY" refFor="ch" refForName="accent_5"/>
                <dgm:constr type="rMarg" for="ch" forName="text_5" refType="w" refFor="ch" refForName="accent_5" fact="1.8"/>
                <dgm:constr type="h" for="ch" forName="accent_6" refType="h" fact="0.1136"/>
                <dgm:constr type="w" for="ch" forName="accent_6" refType="h" refFor="ch" refForName="accent_6" op="equ"/>
                <dgm:constr type="ctrY" for="ch" forName="accent_6" refType="h" fact="0.7727"/>
                <dgm:constr type="ctrX" for="ch" forName="accent_6" refType="w"/>
                <dgm:constr type="ctrXOff" for="ch" forName="accent_6" refType="h" fact="-0.1658"/>
                <dgm:constr type="r" for="ch" forName="text_6" refType="ctrX" refFor="ch" refForName="accent_6"/>
                <dgm:constr type="rOff" for="ch" forName="text_6" refType="ctrXOff" refFor="ch" refForName="accent_6"/>
                <dgm:constr type="l" for="ch" forName="text_6"/>
                <dgm:constr type="w" for="ch" forName="text_6" refType="h" refFor="ch" refForName="text_6" op="gte"/>
                <dgm:constr type="h" for="ch" forName="text_6" refType="h" refFor="ch" refForName="accent_6" fact="0.8"/>
                <dgm:constr type="ctrY" for="ch" forName="text_6" refType="ctrY" refFor="ch" refForName="accent_6"/>
                <dgm:constr type="rMarg" for="ch" forName="text_6" refType="w" refFor="ch" refForName="accent_6" fact="1.8"/>
                <dgm:constr type="h" for="ch" forName="accent_7" refType="h" fact="0.1136"/>
                <dgm:constr type="w" for="ch" forName="accent_7" refType="h" refFor="ch" refForName="accent_7" op="equ"/>
                <dgm:constr type="ctrY" for="ch" forName="accent_7" refType="h" fact="0.9091"/>
                <dgm:constr type="ctrX" for="ch" forName="accent_7" refType="w"/>
                <dgm:constr type="ctrXOff" for="ch" forName="accent_7" refType="h" fact="-0.0835"/>
                <dgm:constr type="r" for="ch" forName="text_7" refType="ctrX" refFor="ch" refForName="accent_7"/>
                <dgm:constr type="rOff" for="ch" forName="text_7" refType="ctrXOff" refFor="ch" refForName="accent_7"/>
                <dgm:constr type="l" for="ch" forName="text_7"/>
                <dgm:constr type="w" for="ch" forName="text_7" refType="h" refFor="ch" refForName="text_7" op="gte"/>
                <dgm:constr type="h" for="ch" forName="text_7" refType="h" refFor="ch" refForName="accent_7" fact="0.8"/>
                <dgm:constr type="ctrY" for="ch" forName="text_7" refType="ctrY" refFor="ch" refForName="accent_7"/>
                <dgm:constr type="rMarg" for="ch" forName="text_7" refType="w" refFor="ch" refForName="accent_7" fact="1.8"/>
                <dgm:constr type="primFontSz" for="ch" ptType="node" op="equ" val="65"/>
              </dgm:constrLst>
            </dgm:else>
          </dgm:choose>
        </dgm:else>
      </dgm:choose>
      <dgm:layoutNode name="cycle">
        <dgm:choose name="Name21">
          <dgm:if name="Name22" func="var" arg="dir" op="equ" val="norm">
            <dgm:alg type="cycle">
              <dgm:param type="stAng" val="45"/>
              <dgm:param type="spanAng" val="90"/>
            </dgm:alg>
          </dgm:if>
          <dgm:else name="Name23">
            <dgm:alg type="cycle">
              <dgm:param type="stAng" val="225"/>
              <dgm:param type="spanAng" val="90"/>
            </dgm:alg>
          </dgm:else>
        </dgm:choose>
        <dgm:shape xmlns:r="http://schemas.openxmlformats.org/officeDocument/2006/relationships" r:blip="">
          <dgm:adjLst/>
        </dgm:shape>
        <dgm:presOf/>
        <dgm:constrLst>
          <dgm:constr type="w" for="ch" val="1"/>
          <dgm:constr type="h" for="ch" val="1"/>
          <dgm:constr type="diam" for="ch" forName="conn" refType="diam"/>
        </dgm:constrLst>
        <dgm:layoutNode name="srcNode">
          <dgm:alg type="sp"/>
          <dgm:shape xmlns:r="http://schemas.openxmlformats.org/officeDocument/2006/relationships" type="rect" r:blip="" hideGeom="1">
            <dgm:adjLst/>
          </dgm:shape>
          <dgm:presOf/>
        </dgm:layoutNode>
        <dgm:layoutNode name="conn" styleLbl="parChTrans1D2">
          <dgm:alg type="conn">
            <dgm:param type="connRout" val="curve"/>
            <dgm:param type="srcNode" val="srcNode"/>
            <dgm:param type="dstNode" val="dstNode"/>
            <dgm:param type="begPts" val="ctr"/>
            <dgm:param type="endPts" val="ctr"/>
            <dgm:param type="endSty" val="noArr"/>
          </dgm:alg>
          <dgm:shape xmlns:r="http://schemas.openxmlformats.org/officeDocument/2006/relationships" type="conn" r:blip="">
            <dgm:adjLst/>
          </dgm:shape>
          <dgm:presOf axis="desOrSelf" ptType="sibTrans" hideLastTrans="0" st="0" cnt="1"/>
          <dgm:constrLst>
            <dgm:constr type="begPad"/>
            <dgm:constr type="endPad"/>
          </dgm:constrLst>
        </dgm:layoutNode>
        <dgm:layoutNode name="extraNode">
          <dgm:alg type="sp"/>
          <dgm:shape xmlns:r="http://schemas.openxmlformats.org/officeDocument/2006/relationships" type="rect" r:blip="" hideGeom="1">
            <dgm:adjLst/>
          </dgm:shape>
          <dgm:presOf/>
        </dgm:layoutNode>
        <dgm:layoutNode name="dstNode">
          <dgm:alg type="sp"/>
          <dgm:shape xmlns:r="http://schemas.openxmlformats.org/officeDocument/2006/relationships" type="rect" r:blip="" hideGeom="1">
            <dgm:adjLst/>
          </dgm:shape>
          <dgm:presOf/>
        </dgm:layoutNode>
      </dgm:layoutNode>
      <dgm:forEach name="wrapper" axis="self" ptType="parTrans">
        <dgm:forEach name="wrapper2" axis="self" ptType="sibTrans" st="2">
          <dgm:forEach name="accentRepeat" axis="self">
            <dgm:layoutNode name="accentRepeatNode" styleLbl="solidFgAcc1">
              <dgm:alg type="sp"/>
              <dgm:shape xmlns:r="http://schemas.openxmlformats.org/officeDocument/2006/relationships" type="ellipse" r:blip="">
                <dgm:adjLst/>
              </dgm:shape>
              <dgm:presOf/>
            </dgm:layoutNode>
          </dgm:forEach>
        </dgm:forEach>
      </dgm:forEach>
      <dgm:forEach name="Name24" axis="ch" ptType="node" cnt="1">
        <dgm:layoutNode name="text_1" styleLbl="node1">
          <dgm:varLst>
            <dgm:bulletEnabled val="1"/>
          </dgm:varLst>
          <dgm:choose name="Name25">
            <dgm:if name="Name26" func="var" arg="dir" op="equ" val="norm">
              <dgm:alg type="tx">
                <dgm:param type="parTxLTRAlign" val="l"/>
                <dgm:param type="shpTxLTRAlignCh" val="l"/>
                <dgm:param type="parTxRTLAlign" val="l"/>
                <dgm:param type="shpTxRTLAlignCh" val="l"/>
              </dgm:alg>
            </dgm:if>
            <dgm:else name="Name27">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1">
          <dgm:alg type="sp"/>
          <dgm:shape xmlns:r="http://schemas.openxmlformats.org/officeDocument/2006/relationships" r:blip="">
            <dgm:adjLst/>
          </dgm:shape>
          <dgm:presOf/>
          <dgm:constrLst/>
          <dgm:forEach name="Name28" ref="accentRepeat"/>
        </dgm:layoutNode>
      </dgm:forEach>
      <dgm:forEach name="Name29" axis="ch" ptType="node" st="2" cnt="1">
        <dgm:layoutNode name="text_2" styleLbl="node1">
          <dgm:varLst>
            <dgm:bulletEnabled val="1"/>
          </dgm:varLst>
          <dgm:choose name="Name30">
            <dgm:if name="Name31" func="var" arg="dir" op="equ" val="norm">
              <dgm:alg type="tx">
                <dgm:param type="parTxLTRAlign" val="l"/>
                <dgm:param type="shpTxLTRAlignCh" val="l"/>
                <dgm:param type="parTxRTLAlign" val="l"/>
                <dgm:param type="shpTxRTLAlignCh" val="l"/>
              </dgm:alg>
            </dgm:if>
            <dgm:else name="Name32">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2">
          <dgm:alg type="sp"/>
          <dgm:shape xmlns:r="http://schemas.openxmlformats.org/officeDocument/2006/relationships" r:blip="">
            <dgm:adjLst/>
          </dgm:shape>
          <dgm:presOf/>
          <dgm:constrLst/>
          <dgm:forEach name="Name33" ref="accentRepeat"/>
        </dgm:layoutNode>
      </dgm:forEach>
      <dgm:forEach name="Name34" axis="ch" ptType="node" st="3" cnt="1">
        <dgm:layoutNode name="text_3" styleLbl="node1">
          <dgm:varLst>
            <dgm:bulletEnabled val="1"/>
          </dgm:varLst>
          <dgm:choose name="Name35">
            <dgm:if name="Name36" func="var" arg="dir" op="equ" val="norm">
              <dgm:alg type="tx">
                <dgm:param type="parTxLTRAlign" val="l"/>
                <dgm:param type="shpTxLTRAlignCh" val="l"/>
                <dgm:param type="parTxRTLAlign" val="l"/>
                <dgm:param type="shpTxRTLAlignCh" val="l"/>
              </dgm:alg>
            </dgm:if>
            <dgm:else name="Name37">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3">
          <dgm:alg type="sp"/>
          <dgm:shape xmlns:r="http://schemas.openxmlformats.org/officeDocument/2006/relationships" r:blip="">
            <dgm:adjLst/>
          </dgm:shape>
          <dgm:presOf/>
          <dgm:constrLst/>
          <dgm:forEach name="Name38" ref="accentRepeat"/>
        </dgm:layoutNode>
      </dgm:forEach>
      <dgm:forEach name="Name39" axis="ch" ptType="node" st="4" cnt="1">
        <dgm:layoutNode name="text_4" styleLbl="node1">
          <dgm:varLst>
            <dgm:bulletEnabled val="1"/>
          </dgm:varLst>
          <dgm:choose name="Name40">
            <dgm:if name="Name41" func="var" arg="dir" op="equ" val="norm">
              <dgm:alg type="tx">
                <dgm:param type="parTxLTRAlign" val="l"/>
                <dgm:param type="shpTxLTRAlignCh" val="l"/>
                <dgm:param type="parTxRTLAlign" val="l"/>
                <dgm:param type="shpTxRTLAlignCh" val="l"/>
              </dgm:alg>
            </dgm:if>
            <dgm:else name="Name42">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4">
          <dgm:alg type="sp"/>
          <dgm:shape xmlns:r="http://schemas.openxmlformats.org/officeDocument/2006/relationships" r:blip="">
            <dgm:adjLst/>
          </dgm:shape>
          <dgm:presOf/>
          <dgm:constrLst/>
          <dgm:forEach name="Name43" ref="accentRepeat"/>
        </dgm:layoutNode>
      </dgm:forEach>
      <dgm:forEach name="Name44" axis="ch" ptType="node" st="5" cnt="1">
        <dgm:layoutNode name="text_5" styleLbl="node1">
          <dgm:varLst>
            <dgm:bulletEnabled val="1"/>
          </dgm:varLst>
          <dgm:choose name="Name45">
            <dgm:if name="Name46" func="var" arg="dir" op="equ" val="norm">
              <dgm:alg type="tx">
                <dgm:param type="parTxLTRAlign" val="l"/>
                <dgm:param type="shpTxLTRAlignCh" val="l"/>
                <dgm:param type="parTxRTLAlign" val="l"/>
                <dgm:param type="shpTxRTLAlignCh" val="l"/>
              </dgm:alg>
            </dgm:if>
            <dgm:else name="Name47">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5">
          <dgm:alg type="sp"/>
          <dgm:shape xmlns:r="http://schemas.openxmlformats.org/officeDocument/2006/relationships" r:blip="">
            <dgm:adjLst/>
          </dgm:shape>
          <dgm:presOf/>
          <dgm:constrLst/>
          <dgm:forEach name="Name48" ref="accentRepeat"/>
        </dgm:layoutNode>
      </dgm:forEach>
      <dgm:forEach name="Name49" axis="ch" ptType="node" st="6" cnt="1">
        <dgm:layoutNode name="text_6" styleLbl="node1">
          <dgm:varLst>
            <dgm:bulletEnabled val="1"/>
          </dgm:varLst>
          <dgm:choose name="Name50">
            <dgm:if name="Name51" func="var" arg="dir" op="equ" val="norm">
              <dgm:alg type="tx">
                <dgm:param type="parTxLTRAlign" val="l"/>
                <dgm:param type="shpTxLTRAlignCh" val="l"/>
                <dgm:param type="parTxRTLAlign" val="l"/>
                <dgm:param type="shpTxRTLAlignCh" val="l"/>
              </dgm:alg>
            </dgm:if>
            <dgm:else name="Name52">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6">
          <dgm:alg type="sp"/>
          <dgm:shape xmlns:r="http://schemas.openxmlformats.org/officeDocument/2006/relationships" r:blip="">
            <dgm:adjLst/>
          </dgm:shape>
          <dgm:presOf/>
          <dgm:constrLst/>
          <dgm:forEach name="Name53" ref="accentRepeat"/>
        </dgm:layoutNode>
      </dgm:forEach>
      <dgm:forEach name="Name54" axis="ch" ptType="node" st="7" cnt="1">
        <dgm:layoutNode name="text_7" styleLbl="node1">
          <dgm:varLst>
            <dgm:bulletEnabled val="1"/>
          </dgm:varLst>
          <dgm:choose name="Name55">
            <dgm:if name="Name56" func="var" arg="dir" op="equ" val="norm">
              <dgm:alg type="tx">
                <dgm:param type="parTxLTRAlign" val="l"/>
                <dgm:param type="shpTxLTRAlignCh" val="l"/>
                <dgm:param type="parTxRTLAlign" val="l"/>
                <dgm:param type="shpTxRTLAlignCh" val="l"/>
              </dgm:alg>
            </dgm:if>
            <dgm:else name="Name57">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7">
          <dgm:alg type="sp"/>
          <dgm:shape xmlns:r="http://schemas.openxmlformats.org/officeDocument/2006/relationships" r:blip="">
            <dgm:adjLst/>
          </dgm:shape>
          <dgm:presOf/>
          <dgm:constrLst/>
          <dgm:forEach name="Name58" ref="accentRepeat"/>
        </dgm:layoutNode>
      </dgm:forEach>
    </dgm:layoutNode>
  </dgm:layoutNode>
</dgm:layoutDef>
</file>

<file path=ppt/diagrams/layout2.xml><?xml version="1.0" encoding="utf-8"?>
<dgm:layoutDef xmlns:dgm="http://schemas.openxmlformats.org/drawingml/2006/diagram" xmlns:a="http://schemas.openxmlformats.org/drawingml/2006/main" uniqueId="urn:microsoft.com/office/officeart/2008/layout/VerticalCurvedList">
  <dgm:title val=""/>
  <dgm:desc val=""/>
  <dgm:catLst>
    <dgm:cat type="list" pri="20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rSet phldr="1"/>
        </dgm:pt>
        <dgm:pt modelId="2">
          <dgm:prSet phldr="1"/>
        </dgm:pt>
      </dgm:ptLst>
      <dgm:cxnLst>
        <dgm:cxn modelId="3" srcId="0" destId="1" srcOrd="0" destOrd="0"/>
        <dgm:cxn modelId="4" srcId="0" destId="2" srcOrd="1" destOrd="0"/>
      </dgm:cxnLst>
      <dgm:bg/>
      <dgm:whole/>
    </dgm:dataModel>
  </dgm:styleData>
  <dgm:clr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chMax val="7"/>
      <dgm:chPref val="7"/>
      <dgm:dir/>
    </dgm:varLst>
    <dgm:alg type="composite"/>
    <dgm:shape xmlns:r="http://schemas.openxmlformats.org/officeDocument/2006/relationships" r:blip="">
      <dgm:adjLst/>
    </dgm:shape>
    <dgm:constrLst>
      <dgm:constr type="w" for="ch" refType="h" refFor="ch" op="gte" fact="0.8"/>
    </dgm:constrLst>
    <dgm:layoutNode name="Name1">
      <dgm:alg type="composite"/>
      <dgm:shape xmlns:r="http://schemas.openxmlformats.org/officeDocument/2006/relationships" r:blip="">
        <dgm:adjLst/>
      </dgm:shape>
      <dgm:choose name="Name2">
        <dgm:if name="Name3" func="var" arg="dir" op="equ" val="norm">
          <dgm:choose name="Name4">
            <dgm:if name="Name5" axis="ch" ptType="node" func="cnt" op="equ" val="1">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625"/>
                <dgm:constr type="w" for="ch" forName="accent_1" refType="h" refFor="ch" refForName="accent_1" op="equ"/>
                <dgm:constr type="ctrY" for="ch" forName="accent_1" refType="h" fact="0.5"/>
                <dgm:constr type="ctrX" for="ch" forName="accent_1" refType="h" fact="0.2253"/>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primFontSz" for="ch" ptType="node" op="equ" val="65"/>
              </dgm:constrLst>
            </dgm:if>
            <dgm:if name="Name6" axis="ch" ptType="node" func="cnt" op="equ" val="2">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3571"/>
                <dgm:constr type="w" for="ch" forName="accent_1" refType="h" refFor="ch" refForName="accent_1" op="equ"/>
                <dgm:constr type="ctrY" for="ch" forName="accent_1" refType="h" fact="0.2857"/>
                <dgm:constr type="ctrX" for="ch" forName="accent_1" refType="h" fact="0.1891"/>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3571"/>
                <dgm:constr type="w" for="ch" forName="accent_2" refType="h" refFor="ch" refForName="accent_2" op="equ"/>
                <dgm:constr type="ctrY" for="ch" forName="accent_2" refType="h" fact="0.7143"/>
                <dgm:constr type="ctrX" for="ch" forName="accent_2" refType="h" fact="0.1891"/>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primFontSz" for="ch" ptType="node" op="equ" val="65"/>
              </dgm:constrLst>
            </dgm:if>
            <dgm:if name="Name7" axis="ch" ptType="node" func="cnt" op="equ" val="3">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25"/>
                <dgm:constr type="w" for="ch" forName="accent_1" refType="h" refFor="ch" refForName="accent_1" op="equ"/>
                <dgm:constr type="ctrY" for="ch" forName="accent_1" refType="h" fact="0.2"/>
                <dgm:constr type="ctrX" for="ch" forName="accent_1" refType="h" fact="0.1526"/>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25"/>
                <dgm:constr type="w" for="ch" forName="accent_2" refType="h" refFor="ch" refForName="accent_2" op="equ"/>
                <dgm:constr type="ctrY" for="ch" forName="accent_2" refType="h" fact="0.5"/>
                <dgm:constr type="ctrX" for="ch" forName="accent_2" refType="h" fact="0.2253"/>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25"/>
                <dgm:constr type="w" for="ch" forName="accent_3" refType="h" refFor="ch" refForName="accent_3" op="equ"/>
                <dgm:constr type="ctrY" for="ch" forName="accent_3" refType="h" fact="0.8"/>
                <dgm:constr type="ctrX" for="ch" forName="accent_3" refType="h" fact="0.1526"/>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primFontSz" for="ch" ptType="node" op="equ" val="65"/>
              </dgm:constrLst>
            </dgm:if>
            <dgm:if name="Name8" axis="ch" ptType="node" func="cnt" op="equ" val="4">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923"/>
                <dgm:constr type="w" for="ch" forName="accent_1" refType="h" refFor="ch" refForName="accent_1" op="equ"/>
                <dgm:constr type="ctrY" for="ch" forName="accent_1" refType="h" fact="0.1538"/>
                <dgm:constr type="ctrX" for="ch" forName="accent_1" refType="h" fact="0.1268"/>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923"/>
                <dgm:constr type="w" for="ch" forName="accent_2" refType="h" refFor="ch" refForName="accent_2" op="equ"/>
                <dgm:constr type="ctrY" for="ch" forName="accent_2" refType="h" fact="0.3846"/>
                <dgm:constr type="ctrX" for="ch" forName="accent_2" refType="h" fact="0.215"/>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923"/>
                <dgm:constr type="w" for="ch" forName="accent_3" refType="h" refFor="ch" refForName="accent_3" op="equ"/>
                <dgm:constr type="ctrY" for="ch" forName="accent_3" refType="h" fact="0.6154"/>
                <dgm:constr type="ctrX" for="ch" forName="accent_3" refType="h" fact="0.215"/>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923"/>
                <dgm:constr type="w" for="ch" forName="accent_4" refType="h" refFor="ch" refForName="accent_4" op="equ"/>
                <dgm:constr type="ctrY" for="ch" forName="accent_4" refType="h" fact="0.8462"/>
                <dgm:constr type="ctrX" for="ch" forName="accent_4" refType="h" fact="0.1268"/>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primFontSz" for="ch" ptType="node" op="equ" val="65"/>
              </dgm:constrLst>
            </dgm:if>
            <dgm:if name="Name9" axis="ch" ptType="node" func="cnt" op="equ" val="5">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563"/>
                <dgm:constr type="w" for="ch" forName="accent_1" refType="h" refFor="ch" refForName="accent_1" op="equ"/>
                <dgm:constr type="ctrY" for="ch" forName="accent_1" refType="h" fact="0.125"/>
                <dgm:constr type="ctrX" for="ch" forName="accent_1" refType="h" fact="0.1082"/>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563"/>
                <dgm:constr type="w" for="ch" forName="accent_2" refType="h" refFor="ch" refForName="accent_2" op="equ"/>
                <dgm:constr type="ctrY" for="ch" forName="accent_2" refType="h" fact="0.3125"/>
                <dgm:constr type="ctrX" for="ch" forName="accent_2" refType="h" fact="0.1978"/>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563"/>
                <dgm:constr type="w" for="ch" forName="accent_3" refType="h" refFor="ch" refForName="accent_3" op="equ"/>
                <dgm:constr type="ctrY" for="ch" forName="accent_3" refType="h" fact="0.5"/>
                <dgm:constr type="ctrX" for="ch" forName="accent_3" refType="h" fact="0.2253"/>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563"/>
                <dgm:constr type="w" for="ch" forName="accent_4" refType="h" refFor="ch" refForName="accent_4" op="equ"/>
                <dgm:constr type="ctrY" for="ch" forName="accent_4" refType="h" fact="0.6875"/>
                <dgm:constr type="ctrX" for="ch" forName="accent_4" refType="h" fact="0.1978"/>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h" for="ch" forName="accent_5" refType="h" fact="0.1563"/>
                <dgm:constr type="w" for="ch" forName="accent_5" refType="h" refFor="ch" refForName="accent_5" op="equ"/>
                <dgm:constr type="ctrY" for="ch" forName="accent_5" refType="h" fact="0.875"/>
                <dgm:constr type="ctrX" for="ch" forName="accent_5" refType="h" fact="0.1082"/>
                <dgm:constr type="l" for="ch" forName="text_5" refType="ctrX" refFor="ch" refForName="accent_5"/>
                <dgm:constr type="r" for="ch" forName="text_5" refType="w"/>
                <dgm:constr type="w" for="ch" forName="text_5" refType="h" refFor="ch" refForName="text_5" op="gte"/>
                <dgm:constr type="h" for="ch" forName="text_5" refType="h" refFor="ch" refForName="accent_5" fact="0.8"/>
                <dgm:constr type="ctrY" for="ch" forName="text_5" refType="ctrY" refFor="ch" refForName="accent_5"/>
                <dgm:constr type="lMarg" for="ch" forName="text_5" refType="w" refFor="ch" refForName="accent_5" fact="1.8"/>
                <dgm:constr type="primFontSz" for="ch" ptType="node" op="equ" val="65"/>
              </dgm:constrLst>
            </dgm:if>
            <dgm:if name="Name10" axis="ch" ptType="node" func="cnt" op="equ" val="6">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316"/>
                <dgm:constr type="w" for="ch" forName="accent_1" refType="h" refFor="ch" refForName="accent_1" op="equ"/>
                <dgm:constr type="ctrY" for="ch" forName="accent_1" refType="h" fact="0.1053"/>
                <dgm:constr type="ctrX" for="ch" forName="accent_1" refType="h" fact="0.0943"/>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316"/>
                <dgm:constr type="w" for="ch" forName="accent_2" refType="h" refFor="ch" refForName="accent_2" op="equ"/>
                <dgm:constr type="ctrY" for="ch" forName="accent_2" refType="h" fact="0.2632"/>
                <dgm:constr type="ctrX" for="ch" forName="accent_2" refType="h" fact="0.1809"/>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316"/>
                <dgm:constr type="w" for="ch" forName="accent_3" refType="h" refFor="ch" refForName="accent_3" op="equ"/>
                <dgm:constr type="ctrY" for="ch" forName="accent_3" refType="h" fact="0.4211"/>
                <dgm:constr type="ctrX" for="ch" forName="accent_3" refType="h" fact="0.2205"/>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316"/>
                <dgm:constr type="w" for="ch" forName="accent_4" refType="h" refFor="ch" refForName="accent_4" op="equ"/>
                <dgm:constr type="ctrY" for="ch" forName="accent_4" refType="h" fact="0.5789"/>
                <dgm:constr type="ctrX" for="ch" forName="accent_4" refType="h" fact="0.2205"/>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h" for="ch" forName="accent_5" refType="h" fact="0.1316"/>
                <dgm:constr type="w" for="ch" forName="accent_5" refType="h" refFor="ch" refForName="accent_5" op="equ"/>
                <dgm:constr type="ctrY" for="ch" forName="accent_5" refType="h" fact="0.7368"/>
                <dgm:constr type="ctrX" for="ch" forName="accent_5" refType="h" fact="0.1809"/>
                <dgm:constr type="l" for="ch" forName="text_5" refType="ctrX" refFor="ch" refForName="accent_5"/>
                <dgm:constr type="r" for="ch" forName="text_5" refType="w"/>
                <dgm:constr type="w" for="ch" forName="text_5" refType="h" refFor="ch" refForName="text_5" op="gte"/>
                <dgm:constr type="h" for="ch" forName="text_5" refType="h" refFor="ch" refForName="accent_5" fact="0.8"/>
                <dgm:constr type="ctrY" for="ch" forName="text_5" refType="ctrY" refFor="ch" refForName="accent_5"/>
                <dgm:constr type="lMarg" for="ch" forName="text_5" refType="w" refFor="ch" refForName="accent_5" fact="1.8"/>
                <dgm:constr type="h" for="ch" forName="accent_6" refType="h" fact="0.1316"/>
                <dgm:constr type="w" for="ch" forName="accent_6" refType="h" refFor="ch" refForName="accent_6" op="equ"/>
                <dgm:constr type="ctrY" for="ch" forName="accent_6" refType="h" fact="0.8947"/>
                <dgm:constr type="ctrX" for="ch" forName="accent_6" refType="h" fact="0.0943"/>
                <dgm:constr type="l" for="ch" forName="text_6" refType="ctrX" refFor="ch" refForName="accent_6"/>
                <dgm:constr type="r" for="ch" forName="text_6" refType="w"/>
                <dgm:constr type="w" for="ch" forName="text_6" refType="h" refFor="ch" refForName="text_6" op="gte"/>
                <dgm:constr type="h" for="ch" forName="text_6" refType="h" refFor="ch" refForName="accent_6" fact="0.8"/>
                <dgm:constr type="ctrY" for="ch" forName="text_6" refType="ctrY" refFor="ch" refForName="accent_6"/>
                <dgm:constr type="lMarg" for="ch" forName="text_6" refType="w" refFor="ch" refForName="accent_6" fact="1.8"/>
                <dgm:constr type="primFontSz" for="ch" ptType="node" op="equ" val="65"/>
              </dgm:constrLst>
            </dgm:if>
            <dgm:else name="Name11">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136"/>
                <dgm:constr type="w" for="ch" forName="accent_1" refType="h" refFor="ch" refForName="accent_1" op="equ"/>
                <dgm:constr type="ctrY" for="ch" forName="accent_1" refType="h" fact="0.0909"/>
                <dgm:constr type="ctrX" for="ch" forName="accent_1" refType="h" fact="0.0835"/>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136"/>
                <dgm:constr type="w" for="ch" forName="accent_2" refType="h" refFor="ch" refForName="accent_2" op="equ"/>
                <dgm:constr type="ctrY" for="ch" forName="accent_2" refType="h" fact="0.2273"/>
                <dgm:constr type="ctrX" for="ch" forName="accent_2" refType="h" fact="0.1658"/>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136"/>
                <dgm:constr type="w" for="ch" forName="accent_3" refType="h" refFor="ch" refForName="accent_3" op="equ"/>
                <dgm:constr type="ctrY" for="ch" forName="accent_3" refType="h" fact="0.3636"/>
                <dgm:constr type="ctrX" for="ch" forName="accent_3" refType="h" fact="0.2109"/>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136"/>
                <dgm:constr type="w" for="ch" forName="accent_4" refType="h" refFor="ch" refForName="accent_4" op="equ"/>
                <dgm:constr type="ctrY" for="ch" forName="accent_4" refType="h" fact="0.5"/>
                <dgm:constr type="ctrX" for="ch" forName="accent_4" refType="h" fact="0.2253"/>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h" for="ch" forName="accent_5" refType="h" fact="0.1136"/>
                <dgm:constr type="w" for="ch" forName="accent_5" refType="h" refFor="ch" refForName="accent_5" op="equ"/>
                <dgm:constr type="ctrY" for="ch" forName="accent_5" refType="h" fact="0.6364"/>
                <dgm:constr type="ctrX" for="ch" forName="accent_5" refType="h" fact="0.2109"/>
                <dgm:constr type="l" for="ch" forName="text_5" refType="ctrX" refFor="ch" refForName="accent_5"/>
                <dgm:constr type="r" for="ch" forName="text_5" refType="w"/>
                <dgm:constr type="w" for="ch" forName="text_5" refType="h" refFor="ch" refForName="text_5" op="gte"/>
                <dgm:constr type="h" for="ch" forName="text_5" refType="h" refFor="ch" refForName="accent_5" fact="0.8"/>
                <dgm:constr type="ctrY" for="ch" forName="text_5" refType="ctrY" refFor="ch" refForName="accent_5"/>
                <dgm:constr type="lMarg" for="ch" forName="text_5" refType="w" refFor="ch" refForName="accent_5" fact="1.8"/>
                <dgm:constr type="h" for="ch" forName="accent_6" refType="h" fact="0.1136"/>
                <dgm:constr type="w" for="ch" forName="accent_6" refType="h" refFor="ch" refForName="accent_6" op="equ"/>
                <dgm:constr type="ctrY" for="ch" forName="accent_6" refType="h" fact="0.7727"/>
                <dgm:constr type="ctrX" for="ch" forName="accent_6" refType="h" fact="0.1658"/>
                <dgm:constr type="l" for="ch" forName="text_6" refType="ctrX" refFor="ch" refForName="accent_6"/>
                <dgm:constr type="r" for="ch" forName="text_6" refType="w"/>
                <dgm:constr type="w" for="ch" forName="text_6" refType="h" refFor="ch" refForName="text_6" op="gte"/>
                <dgm:constr type="h" for="ch" forName="text_6" refType="h" refFor="ch" refForName="accent_6" fact="0.8"/>
                <dgm:constr type="ctrY" for="ch" forName="text_6" refType="ctrY" refFor="ch" refForName="accent_6"/>
                <dgm:constr type="lMarg" for="ch" forName="text_6" refType="w" refFor="ch" refForName="accent_6" fact="1.8"/>
                <dgm:constr type="h" for="ch" forName="accent_7" refType="h" fact="0.1136"/>
                <dgm:constr type="w" for="ch" forName="accent_7" refType="h" refFor="ch" refForName="accent_7" op="equ"/>
                <dgm:constr type="ctrY" for="ch" forName="accent_7" refType="h" fact="0.9091"/>
                <dgm:constr type="ctrX" for="ch" forName="accent_7" refType="h" fact="0.0835"/>
                <dgm:constr type="l" for="ch" forName="text_7" refType="ctrX" refFor="ch" refForName="accent_7"/>
                <dgm:constr type="r" for="ch" forName="text_7" refType="w"/>
                <dgm:constr type="w" for="ch" forName="text_7" refType="h" refFor="ch" refForName="text_7" op="gte"/>
                <dgm:constr type="h" for="ch" forName="text_7" refType="h" refFor="ch" refForName="accent_7" fact="0.8"/>
                <dgm:constr type="ctrY" for="ch" forName="text_7" refType="ctrY" refFor="ch" refForName="accent_7"/>
                <dgm:constr type="lMarg" for="ch" forName="text_7" refType="w" refFor="ch" refForName="accent_7" fact="1.8"/>
                <dgm:constr type="primFontSz" for="ch" ptType="node" op="equ" val="65"/>
              </dgm:constrLst>
            </dgm:else>
          </dgm:choose>
        </dgm:if>
        <dgm:else name="Name12">
          <dgm:choose name="Name13">
            <dgm:if name="Name14" axis="ch" ptType="node" func="cnt" op="equ" val="1">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625"/>
                <dgm:constr type="w" for="ch" forName="accent_1" refType="h" refFor="ch" refForName="accent_1" op="equ"/>
                <dgm:constr type="ctrY" for="ch" forName="accent_1" refType="h" fact="0.5"/>
                <dgm:constr type="ctrX" for="ch" forName="accent_1" refType="w"/>
                <dgm:constr type="ctrXOff" for="ch" forName="accent_1" refType="h" fact="-0.2253"/>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primFontSz" for="ch" ptType="node" op="equ" val="65"/>
              </dgm:constrLst>
            </dgm:if>
            <dgm:if name="Name15" axis="ch" ptType="node" func="cnt" op="equ" val="2">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3571"/>
                <dgm:constr type="w" for="ch" forName="accent_1" refType="h" refFor="ch" refForName="accent_1" op="equ"/>
                <dgm:constr type="ctrY" for="ch" forName="accent_1" refType="h" fact="0.2857"/>
                <dgm:constr type="ctrX" for="ch" forName="accent_1" refType="w"/>
                <dgm:constr type="ctrXOff" for="ch" forName="accent_1" refType="h" fact="-0.1891"/>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3571"/>
                <dgm:constr type="w" for="ch" forName="accent_2" refType="h" refFor="ch" refForName="accent_2" op="equ"/>
                <dgm:constr type="ctrY" for="ch" forName="accent_2" refType="h" fact="0.7143"/>
                <dgm:constr type="ctrX" for="ch" forName="accent_2" refType="w"/>
                <dgm:constr type="ctrXOff" for="ch" forName="accent_2" refType="h" fact="-0.1891"/>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primFontSz" for="ch" ptType="node" op="equ" val="65"/>
              </dgm:constrLst>
            </dgm:if>
            <dgm:if name="Name16" axis="ch" ptType="node" func="cnt" op="equ" val="3">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25"/>
                <dgm:constr type="w" for="ch" forName="accent_1" refType="h" refFor="ch" refForName="accent_1" op="equ"/>
                <dgm:constr type="ctrY" for="ch" forName="accent_1" refType="h" fact="0.2"/>
                <dgm:constr type="ctrX" for="ch" forName="accent_1" refType="w"/>
                <dgm:constr type="ctrXOff" for="ch" forName="accent_1" refType="h" fact="-0.1526"/>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25"/>
                <dgm:constr type="w" for="ch" forName="accent_2" refType="h" refFor="ch" refForName="accent_2" op="equ"/>
                <dgm:constr type="ctrY" for="ch" forName="accent_2" refType="h" fact="0.5"/>
                <dgm:constr type="ctrX" for="ch" forName="accent_2" refType="w"/>
                <dgm:constr type="ctrXOff" for="ch" forName="accent_2" refType="h" fact="-0.2253"/>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25"/>
                <dgm:constr type="w" for="ch" forName="accent_3" refType="h" refFor="ch" refForName="accent_3" op="equ"/>
                <dgm:constr type="ctrY" for="ch" forName="accent_3" refType="h" fact="0.8"/>
                <dgm:constr type="ctrX" for="ch" forName="accent_3" refType="w"/>
                <dgm:constr type="ctrXOff" for="ch" forName="accent_3" refType="h" fact="-0.1526"/>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primFontSz" for="ch" ptType="node" op="equ" val="65"/>
              </dgm:constrLst>
            </dgm:if>
            <dgm:if name="Name17" axis="ch" ptType="node" func="cnt" op="equ" val="4">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923"/>
                <dgm:constr type="w" for="ch" forName="accent_1" refType="h" refFor="ch" refForName="accent_1" op="equ"/>
                <dgm:constr type="ctrY" for="ch" forName="accent_1" refType="h" fact="0.1538"/>
                <dgm:constr type="ctrX" for="ch" forName="accent_1" refType="w"/>
                <dgm:constr type="ctrXOff" for="ch" forName="accent_1" refType="h" fact="-0.1268"/>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923"/>
                <dgm:constr type="w" for="ch" forName="accent_2" refType="h" refFor="ch" refForName="accent_2" op="equ"/>
                <dgm:constr type="ctrY" for="ch" forName="accent_2" refType="h" fact="0.3846"/>
                <dgm:constr type="ctrX" for="ch" forName="accent_2" refType="w"/>
                <dgm:constr type="ctrXOff" for="ch" forName="accent_2" refType="h" fact="-0.215"/>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923"/>
                <dgm:constr type="w" for="ch" forName="accent_3" refType="h" refFor="ch" refForName="accent_3" op="equ"/>
                <dgm:constr type="ctrY" for="ch" forName="accent_3" refType="h" fact="0.6154"/>
                <dgm:constr type="ctrX" for="ch" forName="accent_3" refType="w"/>
                <dgm:constr type="ctrXOff" for="ch" forName="accent_3" refType="h" fact="-0.215"/>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923"/>
                <dgm:constr type="w" for="ch" forName="accent_4" refType="h" refFor="ch" refForName="accent_4" op="equ"/>
                <dgm:constr type="ctrY" for="ch" forName="accent_4" refType="h" fact="0.8462"/>
                <dgm:constr type="ctrX" for="ch" forName="accent_4" refType="w"/>
                <dgm:constr type="ctrXOff" for="ch" forName="accent_4" refType="h" fact="-0.1268"/>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primFontSz" for="ch" ptType="node" op="equ" val="65"/>
              </dgm:constrLst>
            </dgm:if>
            <dgm:if name="Name18" axis="ch" ptType="node" func="cnt" op="equ" val="5">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563"/>
                <dgm:constr type="w" for="ch" forName="accent_1" refType="h" refFor="ch" refForName="accent_1" op="equ"/>
                <dgm:constr type="ctrY" for="ch" forName="accent_1" refType="h" fact="0.125"/>
                <dgm:constr type="ctrX" for="ch" forName="accent_1" refType="w"/>
                <dgm:constr type="ctrXOff" for="ch" forName="accent_1" refType="h" fact="-0.1082"/>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563"/>
                <dgm:constr type="w" for="ch" forName="accent_2" refType="h" refFor="ch" refForName="accent_2" op="equ"/>
                <dgm:constr type="ctrY" for="ch" forName="accent_2" refType="h" fact="0.3125"/>
                <dgm:constr type="ctrX" for="ch" forName="accent_2" refType="w"/>
                <dgm:constr type="ctrXOff" for="ch" forName="accent_2" refType="h" fact="-0.1978"/>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563"/>
                <dgm:constr type="w" for="ch" forName="accent_3" refType="h" refFor="ch" refForName="accent_3" op="equ"/>
                <dgm:constr type="ctrY" for="ch" forName="accent_3" refType="h" fact="0.5"/>
                <dgm:constr type="ctrX" for="ch" forName="accent_3" refType="w"/>
                <dgm:constr type="ctrXOff" for="ch" forName="accent_3" refType="h" fact="-0.2253"/>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563"/>
                <dgm:constr type="w" for="ch" forName="accent_4" refType="h" refFor="ch" refForName="accent_4" op="equ"/>
                <dgm:constr type="ctrY" for="ch" forName="accent_4" refType="h" fact="0.6875"/>
                <dgm:constr type="ctrX" for="ch" forName="accent_4" refType="w"/>
                <dgm:constr type="ctrXOff" for="ch" forName="accent_4" refType="h" fact="-0.1978"/>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h" for="ch" forName="accent_5" refType="h" fact="0.1563"/>
                <dgm:constr type="w" for="ch" forName="accent_5" refType="h" refFor="ch" refForName="accent_5" op="equ"/>
                <dgm:constr type="ctrY" for="ch" forName="accent_5" refType="h" fact="0.875"/>
                <dgm:constr type="ctrX" for="ch" forName="accent_5" refType="w"/>
                <dgm:constr type="ctrXOff" for="ch" forName="accent_5" refType="h" fact="-0.1082"/>
                <dgm:constr type="r" for="ch" forName="text_5" refType="ctrX" refFor="ch" refForName="accent_5"/>
                <dgm:constr type="rOff" for="ch" forName="text_5" refType="ctrXOff" refFor="ch" refForName="accent_5"/>
                <dgm:constr type="l" for="ch" forName="text_5"/>
                <dgm:constr type="w" for="ch" forName="text_5" refType="h" refFor="ch" refForName="text_5" op="gte"/>
                <dgm:constr type="h" for="ch" forName="text_5" refType="h" refFor="ch" refForName="accent_5" fact="0.8"/>
                <dgm:constr type="ctrY" for="ch" forName="text_5" refType="ctrY" refFor="ch" refForName="accent_5"/>
                <dgm:constr type="rMarg" for="ch" forName="text_5" refType="w" refFor="ch" refForName="accent_5" fact="1.8"/>
                <dgm:constr type="primFontSz" for="ch" ptType="node" op="equ" val="65"/>
              </dgm:constrLst>
            </dgm:if>
            <dgm:if name="Name19" axis="ch" ptType="node" func="cnt" op="equ" val="6">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316"/>
                <dgm:constr type="w" for="ch" forName="accent_1" refType="h" refFor="ch" refForName="accent_1" op="equ"/>
                <dgm:constr type="ctrY" for="ch" forName="accent_1" refType="h" fact="0.1053"/>
                <dgm:constr type="ctrX" for="ch" forName="accent_1" refType="w"/>
                <dgm:constr type="ctrXOff" for="ch" forName="accent_1" refType="h" fact="-0.0943"/>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316"/>
                <dgm:constr type="w" for="ch" forName="accent_2" refType="h" refFor="ch" refForName="accent_2" op="equ"/>
                <dgm:constr type="ctrY" for="ch" forName="accent_2" refType="h" fact="0.2632"/>
                <dgm:constr type="ctrX" for="ch" forName="accent_2" refType="w"/>
                <dgm:constr type="ctrXOff" for="ch" forName="accent_2" refType="h" fact="-0.1809"/>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316"/>
                <dgm:constr type="w" for="ch" forName="accent_3" refType="h" refFor="ch" refForName="accent_3" op="equ"/>
                <dgm:constr type="ctrY" for="ch" forName="accent_3" refType="h" fact="0.4211"/>
                <dgm:constr type="ctrX" for="ch" forName="accent_3" refType="w"/>
                <dgm:constr type="ctrXOff" for="ch" forName="accent_3" refType="h" fact="-0.2205"/>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316"/>
                <dgm:constr type="w" for="ch" forName="accent_4" refType="h" refFor="ch" refForName="accent_4" op="equ"/>
                <dgm:constr type="ctrY" for="ch" forName="accent_4" refType="h" fact="0.5789"/>
                <dgm:constr type="ctrX" for="ch" forName="accent_4" refType="w"/>
                <dgm:constr type="ctrXOff" for="ch" forName="accent_4" refType="h" fact="-0.2205"/>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h" for="ch" forName="accent_5" refType="h" fact="0.1316"/>
                <dgm:constr type="w" for="ch" forName="accent_5" refType="h" refFor="ch" refForName="accent_5" op="equ"/>
                <dgm:constr type="ctrY" for="ch" forName="accent_5" refType="h" fact="0.7368"/>
                <dgm:constr type="ctrX" for="ch" forName="accent_5" refType="w"/>
                <dgm:constr type="ctrXOff" for="ch" forName="accent_5" refType="h" fact="-0.1809"/>
                <dgm:constr type="r" for="ch" forName="text_5" refType="ctrX" refFor="ch" refForName="accent_5"/>
                <dgm:constr type="rOff" for="ch" forName="text_5" refType="ctrXOff" refFor="ch" refForName="accent_5"/>
                <dgm:constr type="l" for="ch" forName="text_5"/>
                <dgm:constr type="w" for="ch" forName="text_5" refType="h" refFor="ch" refForName="text_5" op="gte"/>
                <dgm:constr type="h" for="ch" forName="text_5" refType="h" refFor="ch" refForName="accent_5" fact="0.8"/>
                <dgm:constr type="ctrY" for="ch" forName="text_5" refType="ctrY" refFor="ch" refForName="accent_5"/>
                <dgm:constr type="rMarg" for="ch" forName="text_5" refType="w" refFor="ch" refForName="accent_5" fact="1.8"/>
                <dgm:constr type="h" for="ch" forName="accent_6" refType="h" fact="0.1316"/>
                <dgm:constr type="w" for="ch" forName="accent_6" refType="h" refFor="ch" refForName="accent_6" op="equ"/>
                <dgm:constr type="ctrY" for="ch" forName="accent_6" refType="h" fact="0.8947"/>
                <dgm:constr type="ctrX" for="ch" forName="accent_6" refType="w"/>
                <dgm:constr type="ctrXOff" for="ch" forName="accent_6" refType="h" fact="-0.0943"/>
                <dgm:constr type="r" for="ch" forName="text_6" refType="ctrX" refFor="ch" refForName="accent_6"/>
                <dgm:constr type="rOff" for="ch" forName="text_6" refType="ctrXOff" refFor="ch" refForName="accent_6"/>
                <dgm:constr type="l" for="ch" forName="text_6"/>
                <dgm:constr type="w" for="ch" forName="text_6" refType="h" refFor="ch" refForName="text_6" op="gte"/>
                <dgm:constr type="h" for="ch" forName="text_6" refType="h" refFor="ch" refForName="accent_6" fact="0.8"/>
                <dgm:constr type="ctrY" for="ch" forName="text_6" refType="ctrY" refFor="ch" refForName="accent_6"/>
                <dgm:constr type="rMarg" for="ch" forName="text_6" refType="w" refFor="ch" refForName="accent_6" fact="1.8"/>
                <dgm:constr type="primFontSz" for="ch" ptType="node" op="equ" val="65"/>
              </dgm:constrLst>
            </dgm:if>
            <dgm:else name="Name20">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136"/>
                <dgm:constr type="w" for="ch" forName="accent_1" refType="h" refFor="ch" refForName="accent_1" op="equ"/>
                <dgm:constr type="ctrY" for="ch" forName="accent_1" refType="h" fact="0.0909"/>
                <dgm:constr type="ctrX" for="ch" forName="accent_1" refType="w"/>
                <dgm:constr type="ctrXOff" for="ch" forName="accent_1" refType="h" fact="-0.0835"/>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136"/>
                <dgm:constr type="w" for="ch" forName="accent_2" refType="h" refFor="ch" refForName="accent_2" op="equ"/>
                <dgm:constr type="ctrY" for="ch" forName="accent_2" refType="h" fact="0.2273"/>
                <dgm:constr type="ctrX" for="ch" forName="accent_2" refType="w"/>
                <dgm:constr type="ctrXOff" for="ch" forName="accent_2" refType="h" fact="-0.1658"/>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136"/>
                <dgm:constr type="w" for="ch" forName="accent_3" refType="h" refFor="ch" refForName="accent_3" op="equ"/>
                <dgm:constr type="ctrY" for="ch" forName="accent_3" refType="h" fact="0.3636"/>
                <dgm:constr type="ctrX" for="ch" forName="accent_3" refType="w"/>
                <dgm:constr type="ctrXOff" for="ch" forName="accent_3" refType="h" fact="-0.2109"/>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136"/>
                <dgm:constr type="w" for="ch" forName="accent_4" refType="h" refFor="ch" refForName="accent_4" op="equ"/>
                <dgm:constr type="ctrY" for="ch" forName="accent_4" refType="h" fact="0.5"/>
                <dgm:constr type="ctrX" for="ch" forName="accent_4" refType="w"/>
                <dgm:constr type="ctrXOff" for="ch" forName="accent_4" refType="h" fact="-0.2253"/>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h" for="ch" forName="accent_5" refType="h" fact="0.1136"/>
                <dgm:constr type="w" for="ch" forName="accent_5" refType="h" refFor="ch" refForName="accent_5" op="equ"/>
                <dgm:constr type="ctrY" for="ch" forName="accent_5" refType="h" fact="0.6364"/>
                <dgm:constr type="ctrX" for="ch" forName="accent_5" refType="w"/>
                <dgm:constr type="ctrXOff" for="ch" forName="accent_5" refType="h" fact="-0.2109"/>
                <dgm:constr type="r" for="ch" forName="text_5" refType="ctrX" refFor="ch" refForName="accent_5"/>
                <dgm:constr type="rOff" for="ch" forName="text_5" refType="ctrXOff" refFor="ch" refForName="accent_5"/>
                <dgm:constr type="l" for="ch" forName="text_5"/>
                <dgm:constr type="w" for="ch" forName="text_5" refType="h" refFor="ch" refForName="text_5" op="gte"/>
                <dgm:constr type="h" for="ch" forName="text_5" refType="h" refFor="ch" refForName="accent_5" fact="0.8"/>
                <dgm:constr type="ctrY" for="ch" forName="text_5" refType="ctrY" refFor="ch" refForName="accent_5"/>
                <dgm:constr type="rMarg" for="ch" forName="text_5" refType="w" refFor="ch" refForName="accent_5" fact="1.8"/>
                <dgm:constr type="h" for="ch" forName="accent_6" refType="h" fact="0.1136"/>
                <dgm:constr type="w" for="ch" forName="accent_6" refType="h" refFor="ch" refForName="accent_6" op="equ"/>
                <dgm:constr type="ctrY" for="ch" forName="accent_6" refType="h" fact="0.7727"/>
                <dgm:constr type="ctrX" for="ch" forName="accent_6" refType="w"/>
                <dgm:constr type="ctrXOff" for="ch" forName="accent_6" refType="h" fact="-0.1658"/>
                <dgm:constr type="r" for="ch" forName="text_6" refType="ctrX" refFor="ch" refForName="accent_6"/>
                <dgm:constr type="rOff" for="ch" forName="text_6" refType="ctrXOff" refFor="ch" refForName="accent_6"/>
                <dgm:constr type="l" for="ch" forName="text_6"/>
                <dgm:constr type="w" for="ch" forName="text_6" refType="h" refFor="ch" refForName="text_6" op="gte"/>
                <dgm:constr type="h" for="ch" forName="text_6" refType="h" refFor="ch" refForName="accent_6" fact="0.8"/>
                <dgm:constr type="ctrY" for="ch" forName="text_6" refType="ctrY" refFor="ch" refForName="accent_6"/>
                <dgm:constr type="rMarg" for="ch" forName="text_6" refType="w" refFor="ch" refForName="accent_6" fact="1.8"/>
                <dgm:constr type="h" for="ch" forName="accent_7" refType="h" fact="0.1136"/>
                <dgm:constr type="w" for="ch" forName="accent_7" refType="h" refFor="ch" refForName="accent_7" op="equ"/>
                <dgm:constr type="ctrY" for="ch" forName="accent_7" refType="h" fact="0.9091"/>
                <dgm:constr type="ctrX" for="ch" forName="accent_7" refType="w"/>
                <dgm:constr type="ctrXOff" for="ch" forName="accent_7" refType="h" fact="-0.0835"/>
                <dgm:constr type="r" for="ch" forName="text_7" refType="ctrX" refFor="ch" refForName="accent_7"/>
                <dgm:constr type="rOff" for="ch" forName="text_7" refType="ctrXOff" refFor="ch" refForName="accent_7"/>
                <dgm:constr type="l" for="ch" forName="text_7"/>
                <dgm:constr type="w" for="ch" forName="text_7" refType="h" refFor="ch" refForName="text_7" op="gte"/>
                <dgm:constr type="h" for="ch" forName="text_7" refType="h" refFor="ch" refForName="accent_7" fact="0.8"/>
                <dgm:constr type="ctrY" for="ch" forName="text_7" refType="ctrY" refFor="ch" refForName="accent_7"/>
                <dgm:constr type="rMarg" for="ch" forName="text_7" refType="w" refFor="ch" refForName="accent_7" fact="1.8"/>
                <dgm:constr type="primFontSz" for="ch" ptType="node" op="equ" val="65"/>
              </dgm:constrLst>
            </dgm:else>
          </dgm:choose>
        </dgm:else>
      </dgm:choose>
      <dgm:layoutNode name="cycle">
        <dgm:choose name="Name21">
          <dgm:if name="Name22" func="var" arg="dir" op="equ" val="norm">
            <dgm:alg type="cycle">
              <dgm:param type="stAng" val="45"/>
              <dgm:param type="spanAng" val="90"/>
            </dgm:alg>
          </dgm:if>
          <dgm:else name="Name23">
            <dgm:alg type="cycle">
              <dgm:param type="stAng" val="225"/>
              <dgm:param type="spanAng" val="90"/>
            </dgm:alg>
          </dgm:else>
        </dgm:choose>
        <dgm:shape xmlns:r="http://schemas.openxmlformats.org/officeDocument/2006/relationships" r:blip="">
          <dgm:adjLst/>
        </dgm:shape>
        <dgm:presOf/>
        <dgm:constrLst>
          <dgm:constr type="w" for="ch" val="1"/>
          <dgm:constr type="h" for="ch" val="1"/>
          <dgm:constr type="diam" for="ch" forName="conn" refType="diam"/>
        </dgm:constrLst>
        <dgm:layoutNode name="srcNode">
          <dgm:alg type="sp"/>
          <dgm:shape xmlns:r="http://schemas.openxmlformats.org/officeDocument/2006/relationships" type="rect" r:blip="" hideGeom="1">
            <dgm:adjLst/>
          </dgm:shape>
          <dgm:presOf/>
        </dgm:layoutNode>
        <dgm:layoutNode name="conn" styleLbl="parChTrans1D2">
          <dgm:alg type="conn">
            <dgm:param type="connRout" val="curve"/>
            <dgm:param type="srcNode" val="srcNode"/>
            <dgm:param type="dstNode" val="dstNode"/>
            <dgm:param type="begPts" val="ctr"/>
            <dgm:param type="endPts" val="ctr"/>
            <dgm:param type="endSty" val="noArr"/>
          </dgm:alg>
          <dgm:shape xmlns:r="http://schemas.openxmlformats.org/officeDocument/2006/relationships" type="conn" r:blip="">
            <dgm:adjLst/>
          </dgm:shape>
          <dgm:presOf axis="desOrSelf" ptType="sibTrans" hideLastTrans="0" st="0" cnt="1"/>
          <dgm:constrLst>
            <dgm:constr type="begPad"/>
            <dgm:constr type="endPad"/>
          </dgm:constrLst>
        </dgm:layoutNode>
        <dgm:layoutNode name="extraNode">
          <dgm:alg type="sp"/>
          <dgm:shape xmlns:r="http://schemas.openxmlformats.org/officeDocument/2006/relationships" type="rect" r:blip="" hideGeom="1">
            <dgm:adjLst/>
          </dgm:shape>
          <dgm:presOf/>
        </dgm:layoutNode>
        <dgm:layoutNode name="dstNode">
          <dgm:alg type="sp"/>
          <dgm:shape xmlns:r="http://schemas.openxmlformats.org/officeDocument/2006/relationships" type="rect" r:blip="" hideGeom="1">
            <dgm:adjLst/>
          </dgm:shape>
          <dgm:presOf/>
        </dgm:layoutNode>
      </dgm:layoutNode>
      <dgm:forEach name="wrapper" axis="self" ptType="parTrans">
        <dgm:forEach name="wrapper2" axis="self" ptType="sibTrans" st="2">
          <dgm:forEach name="accentRepeat" axis="self">
            <dgm:layoutNode name="accentRepeatNode" styleLbl="solidFgAcc1">
              <dgm:alg type="sp"/>
              <dgm:shape xmlns:r="http://schemas.openxmlformats.org/officeDocument/2006/relationships" type="ellipse" r:blip="">
                <dgm:adjLst/>
              </dgm:shape>
              <dgm:presOf/>
            </dgm:layoutNode>
          </dgm:forEach>
        </dgm:forEach>
      </dgm:forEach>
      <dgm:forEach name="Name24" axis="ch" ptType="node" cnt="1">
        <dgm:layoutNode name="text_1" styleLbl="node1">
          <dgm:varLst>
            <dgm:bulletEnabled val="1"/>
          </dgm:varLst>
          <dgm:choose name="Name25">
            <dgm:if name="Name26" func="var" arg="dir" op="equ" val="norm">
              <dgm:alg type="tx">
                <dgm:param type="parTxLTRAlign" val="l"/>
                <dgm:param type="shpTxLTRAlignCh" val="l"/>
                <dgm:param type="parTxRTLAlign" val="l"/>
                <dgm:param type="shpTxRTLAlignCh" val="l"/>
              </dgm:alg>
            </dgm:if>
            <dgm:else name="Name27">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1">
          <dgm:alg type="sp"/>
          <dgm:shape xmlns:r="http://schemas.openxmlformats.org/officeDocument/2006/relationships" r:blip="">
            <dgm:adjLst/>
          </dgm:shape>
          <dgm:presOf/>
          <dgm:constrLst/>
          <dgm:forEach name="Name28" ref="accentRepeat"/>
        </dgm:layoutNode>
      </dgm:forEach>
      <dgm:forEach name="Name29" axis="ch" ptType="node" st="2" cnt="1">
        <dgm:layoutNode name="text_2" styleLbl="node1">
          <dgm:varLst>
            <dgm:bulletEnabled val="1"/>
          </dgm:varLst>
          <dgm:choose name="Name30">
            <dgm:if name="Name31" func="var" arg="dir" op="equ" val="norm">
              <dgm:alg type="tx">
                <dgm:param type="parTxLTRAlign" val="l"/>
                <dgm:param type="shpTxLTRAlignCh" val="l"/>
                <dgm:param type="parTxRTLAlign" val="l"/>
                <dgm:param type="shpTxRTLAlignCh" val="l"/>
              </dgm:alg>
            </dgm:if>
            <dgm:else name="Name32">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2">
          <dgm:alg type="sp"/>
          <dgm:shape xmlns:r="http://schemas.openxmlformats.org/officeDocument/2006/relationships" r:blip="">
            <dgm:adjLst/>
          </dgm:shape>
          <dgm:presOf/>
          <dgm:constrLst/>
          <dgm:forEach name="Name33" ref="accentRepeat"/>
        </dgm:layoutNode>
      </dgm:forEach>
      <dgm:forEach name="Name34" axis="ch" ptType="node" st="3" cnt="1">
        <dgm:layoutNode name="text_3" styleLbl="node1">
          <dgm:varLst>
            <dgm:bulletEnabled val="1"/>
          </dgm:varLst>
          <dgm:choose name="Name35">
            <dgm:if name="Name36" func="var" arg="dir" op="equ" val="norm">
              <dgm:alg type="tx">
                <dgm:param type="parTxLTRAlign" val="l"/>
                <dgm:param type="shpTxLTRAlignCh" val="l"/>
                <dgm:param type="parTxRTLAlign" val="l"/>
                <dgm:param type="shpTxRTLAlignCh" val="l"/>
              </dgm:alg>
            </dgm:if>
            <dgm:else name="Name37">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3">
          <dgm:alg type="sp"/>
          <dgm:shape xmlns:r="http://schemas.openxmlformats.org/officeDocument/2006/relationships" r:blip="">
            <dgm:adjLst/>
          </dgm:shape>
          <dgm:presOf/>
          <dgm:constrLst/>
          <dgm:forEach name="Name38" ref="accentRepeat"/>
        </dgm:layoutNode>
      </dgm:forEach>
      <dgm:forEach name="Name39" axis="ch" ptType="node" st="4" cnt="1">
        <dgm:layoutNode name="text_4" styleLbl="node1">
          <dgm:varLst>
            <dgm:bulletEnabled val="1"/>
          </dgm:varLst>
          <dgm:choose name="Name40">
            <dgm:if name="Name41" func="var" arg="dir" op="equ" val="norm">
              <dgm:alg type="tx">
                <dgm:param type="parTxLTRAlign" val="l"/>
                <dgm:param type="shpTxLTRAlignCh" val="l"/>
                <dgm:param type="parTxRTLAlign" val="l"/>
                <dgm:param type="shpTxRTLAlignCh" val="l"/>
              </dgm:alg>
            </dgm:if>
            <dgm:else name="Name42">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4">
          <dgm:alg type="sp"/>
          <dgm:shape xmlns:r="http://schemas.openxmlformats.org/officeDocument/2006/relationships" r:blip="">
            <dgm:adjLst/>
          </dgm:shape>
          <dgm:presOf/>
          <dgm:constrLst/>
          <dgm:forEach name="Name43" ref="accentRepeat"/>
        </dgm:layoutNode>
      </dgm:forEach>
      <dgm:forEach name="Name44" axis="ch" ptType="node" st="5" cnt="1">
        <dgm:layoutNode name="text_5" styleLbl="node1">
          <dgm:varLst>
            <dgm:bulletEnabled val="1"/>
          </dgm:varLst>
          <dgm:choose name="Name45">
            <dgm:if name="Name46" func="var" arg="dir" op="equ" val="norm">
              <dgm:alg type="tx">
                <dgm:param type="parTxLTRAlign" val="l"/>
                <dgm:param type="shpTxLTRAlignCh" val="l"/>
                <dgm:param type="parTxRTLAlign" val="l"/>
                <dgm:param type="shpTxRTLAlignCh" val="l"/>
              </dgm:alg>
            </dgm:if>
            <dgm:else name="Name47">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5">
          <dgm:alg type="sp"/>
          <dgm:shape xmlns:r="http://schemas.openxmlformats.org/officeDocument/2006/relationships" r:blip="">
            <dgm:adjLst/>
          </dgm:shape>
          <dgm:presOf/>
          <dgm:constrLst/>
          <dgm:forEach name="Name48" ref="accentRepeat"/>
        </dgm:layoutNode>
      </dgm:forEach>
      <dgm:forEach name="Name49" axis="ch" ptType="node" st="6" cnt="1">
        <dgm:layoutNode name="text_6" styleLbl="node1">
          <dgm:varLst>
            <dgm:bulletEnabled val="1"/>
          </dgm:varLst>
          <dgm:choose name="Name50">
            <dgm:if name="Name51" func="var" arg="dir" op="equ" val="norm">
              <dgm:alg type="tx">
                <dgm:param type="parTxLTRAlign" val="l"/>
                <dgm:param type="shpTxLTRAlignCh" val="l"/>
                <dgm:param type="parTxRTLAlign" val="l"/>
                <dgm:param type="shpTxRTLAlignCh" val="l"/>
              </dgm:alg>
            </dgm:if>
            <dgm:else name="Name52">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6">
          <dgm:alg type="sp"/>
          <dgm:shape xmlns:r="http://schemas.openxmlformats.org/officeDocument/2006/relationships" r:blip="">
            <dgm:adjLst/>
          </dgm:shape>
          <dgm:presOf/>
          <dgm:constrLst/>
          <dgm:forEach name="Name53" ref="accentRepeat"/>
        </dgm:layoutNode>
      </dgm:forEach>
      <dgm:forEach name="Name54" axis="ch" ptType="node" st="7" cnt="1">
        <dgm:layoutNode name="text_7" styleLbl="node1">
          <dgm:varLst>
            <dgm:bulletEnabled val="1"/>
          </dgm:varLst>
          <dgm:choose name="Name55">
            <dgm:if name="Name56" func="var" arg="dir" op="equ" val="norm">
              <dgm:alg type="tx">
                <dgm:param type="parTxLTRAlign" val="l"/>
                <dgm:param type="shpTxLTRAlignCh" val="l"/>
                <dgm:param type="parTxRTLAlign" val="l"/>
                <dgm:param type="shpTxRTLAlignCh" val="l"/>
              </dgm:alg>
            </dgm:if>
            <dgm:else name="Name57">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7">
          <dgm:alg type="sp"/>
          <dgm:shape xmlns:r="http://schemas.openxmlformats.org/officeDocument/2006/relationships" r:blip="">
            <dgm:adjLst/>
          </dgm:shape>
          <dgm:presOf/>
          <dgm:constrLst/>
          <dgm:forEach name="Name58" ref="accentRepeat"/>
        </dgm:layoutNode>
      </dgm:forEach>
    </dgm:layoutNode>
  </dgm:layoutNode>
</dgm:layoutDef>
</file>

<file path=ppt/diagrams/layout3.xml><?xml version="1.0" encoding="utf-8"?>
<dgm:layoutDef xmlns:dgm="http://schemas.openxmlformats.org/drawingml/2006/diagram" xmlns:a="http://schemas.openxmlformats.org/drawingml/2006/main" uniqueId="urn:microsoft.com/office/officeart/2008/layout/VerticalCurvedList">
  <dgm:title val=""/>
  <dgm:desc val=""/>
  <dgm:catLst>
    <dgm:cat type="list" pri="20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rSet phldr="1"/>
        </dgm:pt>
        <dgm:pt modelId="2">
          <dgm:prSet phldr="1"/>
        </dgm:pt>
      </dgm:ptLst>
      <dgm:cxnLst>
        <dgm:cxn modelId="3" srcId="0" destId="1" srcOrd="0" destOrd="0"/>
        <dgm:cxn modelId="4" srcId="0" destId="2" srcOrd="1" destOrd="0"/>
      </dgm:cxnLst>
      <dgm:bg/>
      <dgm:whole/>
    </dgm:dataModel>
  </dgm:styleData>
  <dgm:clr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chMax val="7"/>
      <dgm:chPref val="7"/>
      <dgm:dir/>
    </dgm:varLst>
    <dgm:alg type="composite"/>
    <dgm:shape xmlns:r="http://schemas.openxmlformats.org/officeDocument/2006/relationships" r:blip="">
      <dgm:adjLst/>
    </dgm:shape>
    <dgm:constrLst>
      <dgm:constr type="w" for="ch" refType="h" refFor="ch" op="gte" fact="0.8"/>
    </dgm:constrLst>
    <dgm:layoutNode name="Name1">
      <dgm:alg type="composite"/>
      <dgm:shape xmlns:r="http://schemas.openxmlformats.org/officeDocument/2006/relationships" r:blip="">
        <dgm:adjLst/>
      </dgm:shape>
      <dgm:choose name="Name2">
        <dgm:if name="Name3" func="var" arg="dir" op="equ" val="norm">
          <dgm:choose name="Name4">
            <dgm:if name="Name5" axis="ch" ptType="node" func="cnt" op="equ" val="1">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625"/>
                <dgm:constr type="w" for="ch" forName="accent_1" refType="h" refFor="ch" refForName="accent_1" op="equ"/>
                <dgm:constr type="ctrY" for="ch" forName="accent_1" refType="h" fact="0.5"/>
                <dgm:constr type="ctrX" for="ch" forName="accent_1" refType="h" fact="0.2253"/>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primFontSz" for="ch" ptType="node" op="equ" val="65"/>
              </dgm:constrLst>
            </dgm:if>
            <dgm:if name="Name6" axis="ch" ptType="node" func="cnt" op="equ" val="2">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3571"/>
                <dgm:constr type="w" for="ch" forName="accent_1" refType="h" refFor="ch" refForName="accent_1" op="equ"/>
                <dgm:constr type="ctrY" for="ch" forName="accent_1" refType="h" fact="0.2857"/>
                <dgm:constr type="ctrX" for="ch" forName="accent_1" refType="h" fact="0.1891"/>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3571"/>
                <dgm:constr type="w" for="ch" forName="accent_2" refType="h" refFor="ch" refForName="accent_2" op="equ"/>
                <dgm:constr type="ctrY" for="ch" forName="accent_2" refType="h" fact="0.7143"/>
                <dgm:constr type="ctrX" for="ch" forName="accent_2" refType="h" fact="0.1891"/>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primFontSz" for="ch" ptType="node" op="equ" val="65"/>
              </dgm:constrLst>
            </dgm:if>
            <dgm:if name="Name7" axis="ch" ptType="node" func="cnt" op="equ" val="3">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25"/>
                <dgm:constr type="w" for="ch" forName="accent_1" refType="h" refFor="ch" refForName="accent_1" op="equ"/>
                <dgm:constr type="ctrY" for="ch" forName="accent_1" refType="h" fact="0.2"/>
                <dgm:constr type="ctrX" for="ch" forName="accent_1" refType="h" fact="0.1526"/>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25"/>
                <dgm:constr type="w" for="ch" forName="accent_2" refType="h" refFor="ch" refForName="accent_2" op="equ"/>
                <dgm:constr type="ctrY" for="ch" forName="accent_2" refType="h" fact="0.5"/>
                <dgm:constr type="ctrX" for="ch" forName="accent_2" refType="h" fact="0.2253"/>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25"/>
                <dgm:constr type="w" for="ch" forName="accent_3" refType="h" refFor="ch" refForName="accent_3" op="equ"/>
                <dgm:constr type="ctrY" for="ch" forName="accent_3" refType="h" fact="0.8"/>
                <dgm:constr type="ctrX" for="ch" forName="accent_3" refType="h" fact="0.1526"/>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primFontSz" for="ch" ptType="node" op="equ" val="65"/>
              </dgm:constrLst>
            </dgm:if>
            <dgm:if name="Name8" axis="ch" ptType="node" func="cnt" op="equ" val="4">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923"/>
                <dgm:constr type="w" for="ch" forName="accent_1" refType="h" refFor="ch" refForName="accent_1" op="equ"/>
                <dgm:constr type="ctrY" for="ch" forName="accent_1" refType="h" fact="0.1538"/>
                <dgm:constr type="ctrX" for="ch" forName="accent_1" refType="h" fact="0.1268"/>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923"/>
                <dgm:constr type="w" for="ch" forName="accent_2" refType="h" refFor="ch" refForName="accent_2" op="equ"/>
                <dgm:constr type="ctrY" for="ch" forName="accent_2" refType="h" fact="0.3846"/>
                <dgm:constr type="ctrX" for="ch" forName="accent_2" refType="h" fact="0.215"/>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923"/>
                <dgm:constr type="w" for="ch" forName="accent_3" refType="h" refFor="ch" refForName="accent_3" op="equ"/>
                <dgm:constr type="ctrY" for="ch" forName="accent_3" refType="h" fact="0.6154"/>
                <dgm:constr type="ctrX" for="ch" forName="accent_3" refType="h" fact="0.215"/>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923"/>
                <dgm:constr type="w" for="ch" forName="accent_4" refType="h" refFor="ch" refForName="accent_4" op="equ"/>
                <dgm:constr type="ctrY" for="ch" forName="accent_4" refType="h" fact="0.8462"/>
                <dgm:constr type="ctrX" for="ch" forName="accent_4" refType="h" fact="0.1268"/>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primFontSz" for="ch" ptType="node" op="equ" val="65"/>
              </dgm:constrLst>
            </dgm:if>
            <dgm:if name="Name9" axis="ch" ptType="node" func="cnt" op="equ" val="5">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563"/>
                <dgm:constr type="w" for="ch" forName="accent_1" refType="h" refFor="ch" refForName="accent_1" op="equ"/>
                <dgm:constr type="ctrY" for="ch" forName="accent_1" refType="h" fact="0.125"/>
                <dgm:constr type="ctrX" for="ch" forName="accent_1" refType="h" fact="0.1082"/>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563"/>
                <dgm:constr type="w" for="ch" forName="accent_2" refType="h" refFor="ch" refForName="accent_2" op="equ"/>
                <dgm:constr type="ctrY" for="ch" forName="accent_2" refType="h" fact="0.3125"/>
                <dgm:constr type="ctrX" for="ch" forName="accent_2" refType="h" fact="0.1978"/>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563"/>
                <dgm:constr type="w" for="ch" forName="accent_3" refType="h" refFor="ch" refForName="accent_3" op="equ"/>
                <dgm:constr type="ctrY" for="ch" forName="accent_3" refType="h" fact="0.5"/>
                <dgm:constr type="ctrX" for="ch" forName="accent_3" refType="h" fact="0.2253"/>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563"/>
                <dgm:constr type="w" for="ch" forName="accent_4" refType="h" refFor="ch" refForName="accent_4" op="equ"/>
                <dgm:constr type="ctrY" for="ch" forName="accent_4" refType="h" fact="0.6875"/>
                <dgm:constr type="ctrX" for="ch" forName="accent_4" refType="h" fact="0.1978"/>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h" for="ch" forName="accent_5" refType="h" fact="0.1563"/>
                <dgm:constr type="w" for="ch" forName="accent_5" refType="h" refFor="ch" refForName="accent_5" op="equ"/>
                <dgm:constr type="ctrY" for="ch" forName="accent_5" refType="h" fact="0.875"/>
                <dgm:constr type="ctrX" for="ch" forName="accent_5" refType="h" fact="0.1082"/>
                <dgm:constr type="l" for="ch" forName="text_5" refType="ctrX" refFor="ch" refForName="accent_5"/>
                <dgm:constr type="r" for="ch" forName="text_5" refType="w"/>
                <dgm:constr type="w" for="ch" forName="text_5" refType="h" refFor="ch" refForName="text_5" op="gte"/>
                <dgm:constr type="h" for="ch" forName="text_5" refType="h" refFor="ch" refForName="accent_5" fact="0.8"/>
                <dgm:constr type="ctrY" for="ch" forName="text_5" refType="ctrY" refFor="ch" refForName="accent_5"/>
                <dgm:constr type="lMarg" for="ch" forName="text_5" refType="w" refFor="ch" refForName="accent_5" fact="1.8"/>
                <dgm:constr type="primFontSz" for="ch" ptType="node" op="equ" val="65"/>
              </dgm:constrLst>
            </dgm:if>
            <dgm:if name="Name10" axis="ch" ptType="node" func="cnt" op="equ" val="6">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316"/>
                <dgm:constr type="w" for="ch" forName="accent_1" refType="h" refFor="ch" refForName="accent_1" op="equ"/>
                <dgm:constr type="ctrY" for="ch" forName="accent_1" refType="h" fact="0.1053"/>
                <dgm:constr type="ctrX" for="ch" forName="accent_1" refType="h" fact="0.0943"/>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316"/>
                <dgm:constr type="w" for="ch" forName="accent_2" refType="h" refFor="ch" refForName="accent_2" op="equ"/>
                <dgm:constr type="ctrY" for="ch" forName="accent_2" refType="h" fact="0.2632"/>
                <dgm:constr type="ctrX" for="ch" forName="accent_2" refType="h" fact="0.1809"/>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316"/>
                <dgm:constr type="w" for="ch" forName="accent_3" refType="h" refFor="ch" refForName="accent_3" op="equ"/>
                <dgm:constr type="ctrY" for="ch" forName="accent_3" refType="h" fact="0.4211"/>
                <dgm:constr type="ctrX" for="ch" forName="accent_3" refType="h" fact="0.2205"/>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316"/>
                <dgm:constr type="w" for="ch" forName="accent_4" refType="h" refFor="ch" refForName="accent_4" op="equ"/>
                <dgm:constr type="ctrY" for="ch" forName="accent_4" refType="h" fact="0.5789"/>
                <dgm:constr type="ctrX" for="ch" forName="accent_4" refType="h" fact="0.2205"/>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h" for="ch" forName="accent_5" refType="h" fact="0.1316"/>
                <dgm:constr type="w" for="ch" forName="accent_5" refType="h" refFor="ch" refForName="accent_5" op="equ"/>
                <dgm:constr type="ctrY" for="ch" forName="accent_5" refType="h" fact="0.7368"/>
                <dgm:constr type="ctrX" for="ch" forName="accent_5" refType="h" fact="0.1809"/>
                <dgm:constr type="l" for="ch" forName="text_5" refType="ctrX" refFor="ch" refForName="accent_5"/>
                <dgm:constr type="r" for="ch" forName="text_5" refType="w"/>
                <dgm:constr type="w" for="ch" forName="text_5" refType="h" refFor="ch" refForName="text_5" op="gte"/>
                <dgm:constr type="h" for="ch" forName="text_5" refType="h" refFor="ch" refForName="accent_5" fact="0.8"/>
                <dgm:constr type="ctrY" for="ch" forName="text_5" refType="ctrY" refFor="ch" refForName="accent_5"/>
                <dgm:constr type="lMarg" for="ch" forName="text_5" refType="w" refFor="ch" refForName="accent_5" fact="1.8"/>
                <dgm:constr type="h" for="ch" forName="accent_6" refType="h" fact="0.1316"/>
                <dgm:constr type="w" for="ch" forName="accent_6" refType="h" refFor="ch" refForName="accent_6" op="equ"/>
                <dgm:constr type="ctrY" for="ch" forName="accent_6" refType="h" fact="0.8947"/>
                <dgm:constr type="ctrX" for="ch" forName="accent_6" refType="h" fact="0.0943"/>
                <dgm:constr type="l" for="ch" forName="text_6" refType="ctrX" refFor="ch" refForName="accent_6"/>
                <dgm:constr type="r" for="ch" forName="text_6" refType="w"/>
                <dgm:constr type="w" for="ch" forName="text_6" refType="h" refFor="ch" refForName="text_6" op="gte"/>
                <dgm:constr type="h" for="ch" forName="text_6" refType="h" refFor="ch" refForName="accent_6" fact="0.8"/>
                <dgm:constr type="ctrY" for="ch" forName="text_6" refType="ctrY" refFor="ch" refForName="accent_6"/>
                <dgm:constr type="lMarg" for="ch" forName="text_6" refType="w" refFor="ch" refForName="accent_6" fact="1.8"/>
                <dgm:constr type="primFontSz" for="ch" ptType="node" op="equ" val="65"/>
              </dgm:constrLst>
            </dgm:if>
            <dgm:else name="Name11">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136"/>
                <dgm:constr type="w" for="ch" forName="accent_1" refType="h" refFor="ch" refForName="accent_1" op="equ"/>
                <dgm:constr type="ctrY" for="ch" forName="accent_1" refType="h" fact="0.0909"/>
                <dgm:constr type="ctrX" for="ch" forName="accent_1" refType="h" fact="0.0835"/>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136"/>
                <dgm:constr type="w" for="ch" forName="accent_2" refType="h" refFor="ch" refForName="accent_2" op="equ"/>
                <dgm:constr type="ctrY" for="ch" forName="accent_2" refType="h" fact="0.2273"/>
                <dgm:constr type="ctrX" for="ch" forName="accent_2" refType="h" fact="0.1658"/>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136"/>
                <dgm:constr type="w" for="ch" forName="accent_3" refType="h" refFor="ch" refForName="accent_3" op="equ"/>
                <dgm:constr type="ctrY" for="ch" forName="accent_3" refType="h" fact="0.3636"/>
                <dgm:constr type="ctrX" for="ch" forName="accent_3" refType="h" fact="0.2109"/>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136"/>
                <dgm:constr type="w" for="ch" forName="accent_4" refType="h" refFor="ch" refForName="accent_4" op="equ"/>
                <dgm:constr type="ctrY" for="ch" forName="accent_4" refType="h" fact="0.5"/>
                <dgm:constr type="ctrX" for="ch" forName="accent_4" refType="h" fact="0.2253"/>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h" for="ch" forName="accent_5" refType="h" fact="0.1136"/>
                <dgm:constr type="w" for="ch" forName="accent_5" refType="h" refFor="ch" refForName="accent_5" op="equ"/>
                <dgm:constr type="ctrY" for="ch" forName="accent_5" refType="h" fact="0.6364"/>
                <dgm:constr type="ctrX" for="ch" forName="accent_5" refType="h" fact="0.2109"/>
                <dgm:constr type="l" for="ch" forName="text_5" refType="ctrX" refFor="ch" refForName="accent_5"/>
                <dgm:constr type="r" for="ch" forName="text_5" refType="w"/>
                <dgm:constr type="w" for="ch" forName="text_5" refType="h" refFor="ch" refForName="text_5" op="gte"/>
                <dgm:constr type="h" for="ch" forName="text_5" refType="h" refFor="ch" refForName="accent_5" fact="0.8"/>
                <dgm:constr type="ctrY" for="ch" forName="text_5" refType="ctrY" refFor="ch" refForName="accent_5"/>
                <dgm:constr type="lMarg" for="ch" forName="text_5" refType="w" refFor="ch" refForName="accent_5" fact="1.8"/>
                <dgm:constr type="h" for="ch" forName="accent_6" refType="h" fact="0.1136"/>
                <dgm:constr type="w" for="ch" forName="accent_6" refType="h" refFor="ch" refForName="accent_6" op="equ"/>
                <dgm:constr type="ctrY" for="ch" forName="accent_6" refType="h" fact="0.7727"/>
                <dgm:constr type="ctrX" for="ch" forName="accent_6" refType="h" fact="0.1658"/>
                <dgm:constr type="l" for="ch" forName="text_6" refType="ctrX" refFor="ch" refForName="accent_6"/>
                <dgm:constr type="r" for="ch" forName="text_6" refType="w"/>
                <dgm:constr type="w" for="ch" forName="text_6" refType="h" refFor="ch" refForName="text_6" op="gte"/>
                <dgm:constr type="h" for="ch" forName="text_6" refType="h" refFor="ch" refForName="accent_6" fact="0.8"/>
                <dgm:constr type="ctrY" for="ch" forName="text_6" refType="ctrY" refFor="ch" refForName="accent_6"/>
                <dgm:constr type="lMarg" for="ch" forName="text_6" refType="w" refFor="ch" refForName="accent_6" fact="1.8"/>
                <dgm:constr type="h" for="ch" forName="accent_7" refType="h" fact="0.1136"/>
                <dgm:constr type="w" for="ch" forName="accent_7" refType="h" refFor="ch" refForName="accent_7" op="equ"/>
                <dgm:constr type="ctrY" for="ch" forName="accent_7" refType="h" fact="0.9091"/>
                <dgm:constr type="ctrX" for="ch" forName="accent_7" refType="h" fact="0.0835"/>
                <dgm:constr type="l" for="ch" forName="text_7" refType="ctrX" refFor="ch" refForName="accent_7"/>
                <dgm:constr type="r" for="ch" forName="text_7" refType="w"/>
                <dgm:constr type="w" for="ch" forName="text_7" refType="h" refFor="ch" refForName="text_7" op="gte"/>
                <dgm:constr type="h" for="ch" forName="text_7" refType="h" refFor="ch" refForName="accent_7" fact="0.8"/>
                <dgm:constr type="ctrY" for="ch" forName="text_7" refType="ctrY" refFor="ch" refForName="accent_7"/>
                <dgm:constr type="lMarg" for="ch" forName="text_7" refType="w" refFor="ch" refForName="accent_7" fact="1.8"/>
                <dgm:constr type="primFontSz" for="ch" ptType="node" op="equ" val="65"/>
              </dgm:constrLst>
            </dgm:else>
          </dgm:choose>
        </dgm:if>
        <dgm:else name="Name12">
          <dgm:choose name="Name13">
            <dgm:if name="Name14" axis="ch" ptType="node" func="cnt" op="equ" val="1">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625"/>
                <dgm:constr type="w" for="ch" forName="accent_1" refType="h" refFor="ch" refForName="accent_1" op="equ"/>
                <dgm:constr type="ctrY" for="ch" forName="accent_1" refType="h" fact="0.5"/>
                <dgm:constr type="ctrX" for="ch" forName="accent_1" refType="w"/>
                <dgm:constr type="ctrXOff" for="ch" forName="accent_1" refType="h" fact="-0.2253"/>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primFontSz" for="ch" ptType="node" op="equ" val="65"/>
              </dgm:constrLst>
            </dgm:if>
            <dgm:if name="Name15" axis="ch" ptType="node" func="cnt" op="equ" val="2">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3571"/>
                <dgm:constr type="w" for="ch" forName="accent_1" refType="h" refFor="ch" refForName="accent_1" op="equ"/>
                <dgm:constr type="ctrY" for="ch" forName="accent_1" refType="h" fact="0.2857"/>
                <dgm:constr type="ctrX" for="ch" forName="accent_1" refType="w"/>
                <dgm:constr type="ctrXOff" for="ch" forName="accent_1" refType="h" fact="-0.1891"/>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3571"/>
                <dgm:constr type="w" for="ch" forName="accent_2" refType="h" refFor="ch" refForName="accent_2" op="equ"/>
                <dgm:constr type="ctrY" for="ch" forName="accent_2" refType="h" fact="0.7143"/>
                <dgm:constr type="ctrX" for="ch" forName="accent_2" refType="w"/>
                <dgm:constr type="ctrXOff" for="ch" forName="accent_2" refType="h" fact="-0.1891"/>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primFontSz" for="ch" ptType="node" op="equ" val="65"/>
              </dgm:constrLst>
            </dgm:if>
            <dgm:if name="Name16" axis="ch" ptType="node" func="cnt" op="equ" val="3">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25"/>
                <dgm:constr type="w" for="ch" forName="accent_1" refType="h" refFor="ch" refForName="accent_1" op="equ"/>
                <dgm:constr type="ctrY" for="ch" forName="accent_1" refType="h" fact="0.2"/>
                <dgm:constr type="ctrX" for="ch" forName="accent_1" refType="w"/>
                <dgm:constr type="ctrXOff" for="ch" forName="accent_1" refType="h" fact="-0.1526"/>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25"/>
                <dgm:constr type="w" for="ch" forName="accent_2" refType="h" refFor="ch" refForName="accent_2" op="equ"/>
                <dgm:constr type="ctrY" for="ch" forName="accent_2" refType="h" fact="0.5"/>
                <dgm:constr type="ctrX" for="ch" forName="accent_2" refType="w"/>
                <dgm:constr type="ctrXOff" for="ch" forName="accent_2" refType="h" fact="-0.2253"/>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25"/>
                <dgm:constr type="w" for="ch" forName="accent_3" refType="h" refFor="ch" refForName="accent_3" op="equ"/>
                <dgm:constr type="ctrY" for="ch" forName="accent_3" refType="h" fact="0.8"/>
                <dgm:constr type="ctrX" for="ch" forName="accent_3" refType="w"/>
                <dgm:constr type="ctrXOff" for="ch" forName="accent_3" refType="h" fact="-0.1526"/>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primFontSz" for="ch" ptType="node" op="equ" val="65"/>
              </dgm:constrLst>
            </dgm:if>
            <dgm:if name="Name17" axis="ch" ptType="node" func="cnt" op="equ" val="4">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923"/>
                <dgm:constr type="w" for="ch" forName="accent_1" refType="h" refFor="ch" refForName="accent_1" op="equ"/>
                <dgm:constr type="ctrY" for="ch" forName="accent_1" refType="h" fact="0.1538"/>
                <dgm:constr type="ctrX" for="ch" forName="accent_1" refType="w"/>
                <dgm:constr type="ctrXOff" for="ch" forName="accent_1" refType="h" fact="-0.1268"/>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923"/>
                <dgm:constr type="w" for="ch" forName="accent_2" refType="h" refFor="ch" refForName="accent_2" op="equ"/>
                <dgm:constr type="ctrY" for="ch" forName="accent_2" refType="h" fact="0.3846"/>
                <dgm:constr type="ctrX" for="ch" forName="accent_2" refType="w"/>
                <dgm:constr type="ctrXOff" for="ch" forName="accent_2" refType="h" fact="-0.215"/>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923"/>
                <dgm:constr type="w" for="ch" forName="accent_3" refType="h" refFor="ch" refForName="accent_3" op="equ"/>
                <dgm:constr type="ctrY" for="ch" forName="accent_3" refType="h" fact="0.6154"/>
                <dgm:constr type="ctrX" for="ch" forName="accent_3" refType="w"/>
                <dgm:constr type="ctrXOff" for="ch" forName="accent_3" refType="h" fact="-0.215"/>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923"/>
                <dgm:constr type="w" for="ch" forName="accent_4" refType="h" refFor="ch" refForName="accent_4" op="equ"/>
                <dgm:constr type="ctrY" for="ch" forName="accent_4" refType="h" fact="0.8462"/>
                <dgm:constr type="ctrX" for="ch" forName="accent_4" refType="w"/>
                <dgm:constr type="ctrXOff" for="ch" forName="accent_4" refType="h" fact="-0.1268"/>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primFontSz" for="ch" ptType="node" op="equ" val="65"/>
              </dgm:constrLst>
            </dgm:if>
            <dgm:if name="Name18" axis="ch" ptType="node" func="cnt" op="equ" val="5">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563"/>
                <dgm:constr type="w" for="ch" forName="accent_1" refType="h" refFor="ch" refForName="accent_1" op="equ"/>
                <dgm:constr type="ctrY" for="ch" forName="accent_1" refType="h" fact="0.125"/>
                <dgm:constr type="ctrX" for="ch" forName="accent_1" refType="w"/>
                <dgm:constr type="ctrXOff" for="ch" forName="accent_1" refType="h" fact="-0.1082"/>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563"/>
                <dgm:constr type="w" for="ch" forName="accent_2" refType="h" refFor="ch" refForName="accent_2" op="equ"/>
                <dgm:constr type="ctrY" for="ch" forName="accent_2" refType="h" fact="0.3125"/>
                <dgm:constr type="ctrX" for="ch" forName="accent_2" refType="w"/>
                <dgm:constr type="ctrXOff" for="ch" forName="accent_2" refType="h" fact="-0.1978"/>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563"/>
                <dgm:constr type="w" for="ch" forName="accent_3" refType="h" refFor="ch" refForName="accent_3" op="equ"/>
                <dgm:constr type="ctrY" for="ch" forName="accent_3" refType="h" fact="0.5"/>
                <dgm:constr type="ctrX" for="ch" forName="accent_3" refType="w"/>
                <dgm:constr type="ctrXOff" for="ch" forName="accent_3" refType="h" fact="-0.2253"/>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563"/>
                <dgm:constr type="w" for="ch" forName="accent_4" refType="h" refFor="ch" refForName="accent_4" op="equ"/>
                <dgm:constr type="ctrY" for="ch" forName="accent_4" refType="h" fact="0.6875"/>
                <dgm:constr type="ctrX" for="ch" forName="accent_4" refType="w"/>
                <dgm:constr type="ctrXOff" for="ch" forName="accent_4" refType="h" fact="-0.1978"/>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h" for="ch" forName="accent_5" refType="h" fact="0.1563"/>
                <dgm:constr type="w" for="ch" forName="accent_5" refType="h" refFor="ch" refForName="accent_5" op="equ"/>
                <dgm:constr type="ctrY" for="ch" forName="accent_5" refType="h" fact="0.875"/>
                <dgm:constr type="ctrX" for="ch" forName="accent_5" refType="w"/>
                <dgm:constr type="ctrXOff" for="ch" forName="accent_5" refType="h" fact="-0.1082"/>
                <dgm:constr type="r" for="ch" forName="text_5" refType="ctrX" refFor="ch" refForName="accent_5"/>
                <dgm:constr type="rOff" for="ch" forName="text_5" refType="ctrXOff" refFor="ch" refForName="accent_5"/>
                <dgm:constr type="l" for="ch" forName="text_5"/>
                <dgm:constr type="w" for="ch" forName="text_5" refType="h" refFor="ch" refForName="text_5" op="gte"/>
                <dgm:constr type="h" for="ch" forName="text_5" refType="h" refFor="ch" refForName="accent_5" fact="0.8"/>
                <dgm:constr type="ctrY" for="ch" forName="text_5" refType="ctrY" refFor="ch" refForName="accent_5"/>
                <dgm:constr type="rMarg" for="ch" forName="text_5" refType="w" refFor="ch" refForName="accent_5" fact="1.8"/>
                <dgm:constr type="primFontSz" for="ch" ptType="node" op="equ" val="65"/>
              </dgm:constrLst>
            </dgm:if>
            <dgm:if name="Name19" axis="ch" ptType="node" func="cnt" op="equ" val="6">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316"/>
                <dgm:constr type="w" for="ch" forName="accent_1" refType="h" refFor="ch" refForName="accent_1" op="equ"/>
                <dgm:constr type="ctrY" for="ch" forName="accent_1" refType="h" fact="0.1053"/>
                <dgm:constr type="ctrX" for="ch" forName="accent_1" refType="w"/>
                <dgm:constr type="ctrXOff" for="ch" forName="accent_1" refType="h" fact="-0.0943"/>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316"/>
                <dgm:constr type="w" for="ch" forName="accent_2" refType="h" refFor="ch" refForName="accent_2" op="equ"/>
                <dgm:constr type="ctrY" for="ch" forName="accent_2" refType="h" fact="0.2632"/>
                <dgm:constr type="ctrX" for="ch" forName="accent_2" refType="w"/>
                <dgm:constr type="ctrXOff" for="ch" forName="accent_2" refType="h" fact="-0.1809"/>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316"/>
                <dgm:constr type="w" for="ch" forName="accent_3" refType="h" refFor="ch" refForName="accent_3" op="equ"/>
                <dgm:constr type="ctrY" for="ch" forName="accent_3" refType="h" fact="0.4211"/>
                <dgm:constr type="ctrX" for="ch" forName="accent_3" refType="w"/>
                <dgm:constr type="ctrXOff" for="ch" forName="accent_3" refType="h" fact="-0.2205"/>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316"/>
                <dgm:constr type="w" for="ch" forName="accent_4" refType="h" refFor="ch" refForName="accent_4" op="equ"/>
                <dgm:constr type="ctrY" for="ch" forName="accent_4" refType="h" fact="0.5789"/>
                <dgm:constr type="ctrX" for="ch" forName="accent_4" refType="w"/>
                <dgm:constr type="ctrXOff" for="ch" forName="accent_4" refType="h" fact="-0.2205"/>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h" for="ch" forName="accent_5" refType="h" fact="0.1316"/>
                <dgm:constr type="w" for="ch" forName="accent_5" refType="h" refFor="ch" refForName="accent_5" op="equ"/>
                <dgm:constr type="ctrY" for="ch" forName="accent_5" refType="h" fact="0.7368"/>
                <dgm:constr type="ctrX" for="ch" forName="accent_5" refType="w"/>
                <dgm:constr type="ctrXOff" for="ch" forName="accent_5" refType="h" fact="-0.1809"/>
                <dgm:constr type="r" for="ch" forName="text_5" refType="ctrX" refFor="ch" refForName="accent_5"/>
                <dgm:constr type="rOff" for="ch" forName="text_5" refType="ctrXOff" refFor="ch" refForName="accent_5"/>
                <dgm:constr type="l" for="ch" forName="text_5"/>
                <dgm:constr type="w" for="ch" forName="text_5" refType="h" refFor="ch" refForName="text_5" op="gte"/>
                <dgm:constr type="h" for="ch" forName="text_5" refType="h" refFor="ch" refForName="accent_5" fact="0.8"/>
                <dgm:constr type="ctrY" for="ch" forName="text_5" refType="ctrY" refFor="ch" refForName="accent_5"/>
                <dgm:constr type="rMarg" for="ch" forName="text_5" refType="w" refFor="ch" refForName="accent_5" fact="1.8"/>
                <dgm:constr type="h" for="ch" forName="accent_6" refType="h" fact="0.1316"/>
                <dgm:constr type="w" for="ch" forName="accent_6" refType="h" refFor="ch" refForName="accent_6" op="equ"/>
                <dgm:constr type="ctrY" for="ch" forName="accent_6" refType="h" fact="0.8947"/>
                <dgm:constr type="ctrX" for="ch" forName="accent_6" refType="w"/>
                <dgm:constr type="ctrXOff" for="ch" forName="accent_6" refType="h" fact="-0.0943"/>
                <dgm:constr type="r" for="ch" forName="text_6" refType="ctrX" refFor="ch" refForName="accent_6"/>
                <dgm:constr type="rOff" for="ch" forName="text_6" refType="ctrXOff" refFor="ch" refForName="accent_6"/>
                <dgm:constr type="l" for="ch" forName="text_6"/>
                <dgm:constr type="w" for="ch" forName="text_6" refType="h" refFor="ch" refForName="text_6" op="gte"/>
                <dgm:constr type="h" for="ch" forName="text_6" refType="h" refFor="ch" refForName="accent_6" fact="0.8"/>
                <dgm:constr type="ctrY" for="ch" forName="text_6" refType="ctrY" refFor="ch" refForName="accent_6"/>
                <dgm:constr type="rMarg" for="ch" forName="text_6" refType="w" refFor="ch" refForName="accent_6" fact="1.8"/>
                <dgm:constr type="primFontSz" for="ch" ptType="node" op="equ" val="65"/>
              </dgm:constrLst>
            </dgm:if>
            <dgm:else name="Name20">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136"/>
                <dgm:constr type="w" for="ch" forName="accent_1" refType="h" refFor="ch" refForName="accent_1" op="equ"/>
                <dgm:constr type="ctrY" for="ch" forName="accent_1" refType="h" fact="0.0909"/>
                <dgm:constr type="ctrX" for="ch" forName="accent_1" refType="w"/>
                <dgm:constr type="ctrXOff" for="ch" forName="accent_1" refType="h" fact="-0.0835"/>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136"/>
                <dgm:constr type="w" for="ch" forName="accent_2" refType="h" refFor="ch" refForName="accent_2" op="equ"/>
                <dgm:constr type="ctrY" for="ch" forName="accent_2" refType="h" fact="0.2273"/>
                <dgm:constr type="ctrX" for="ch" forName="accent_2" refType="w"/>
                <dgm:constr type="ctrXOff" for="ch" forName="accent_2" refType="h" fact="-0.1658"/>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136"/>
                <dgm:constr type="w" for="ch" forName="accent_3" refType="h" refFor="ch" refForName="accent_3" op="equ"/>
                <dgm:constr type="ctrY" for="ch" forName="accent_3" refType="h" fact="0.3636"/>
                <dgm:constr type="ctrX" for="ch" forName="accent_3" refType="w"/>
                <dgm:constr type="ctrXOff" for="ch" forName="accent_3" refType="h" fact="-0.2109"/>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136"/>
                <dgm:constr type="w" for="ch" forName="accent_4" refType="h" refFor="ch" refForName="accent_4" op="equ"/>
                <dgm:constr type="ctrY" for="ch" forName="accent_4" refType="h" fact="0.5"/>
                <dgm:constr type="ctrX" for="ch" forName="accent_4" refType="w"/>
                <dgm:constr type="ctrXOff" for="ch" forName="accent_4" refType="h" fact="-0.2253"/>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h" for="ch" forName="accent_5" refType="h" fact="0.1136"/>
                <dgm:constr type="w" for="ch" forName="accent_5" refType="h" refFor="ch" refForName="accent_5" op="equ"/>
                <dgm:constr type="ctrY" for="ch" forName="accent_5" refType="h" fact="0.6364"/>
                <dgm:constr type="ctrX" for="ch" forName="accent_5" refType="w"/>
                <dgm:constr type="ctrXOff" for="ch" forName="accent_5" refType="h" fact="-0.2109"/>
                <dgm:constr type="r" for="ch" forName="text_5" refType="ctrX" refFor="ch" refForName="accent_5"/>
                <dgm:constr type="rOff" for="ch" forName="text_5" refType="ctrXOff" refFor="ch" refForName="accent_5"/>
                <dgm:constr type="l" for="ch" forName="text_5"/>
                <dgm:constr type="w" for="ch" forName="text_5" refType="h" refFor="ch" refForName="text_5" op="gte"/>
                <dgm:constr type="h" for="ch" forName="text_5" refType="h" refFor="ch" refForName="accent_5" fact="0.8"/>
                <dgm:constr type="ctrY" for="ch" forName="text_5" refType="ctrY" refFor="ch" refForName="accent_5"/>
                <dgm:constr type="rMarg" for="ch" forName="text_5" refType="w" refFor="ch" refForName="accent_5" fact="1.8"/>
                <dgm:constr type="h" for="ch" forName="accent_6" refType="h" fact="0.1136"/>
                <dgm:constr type="w" for="ch" forName="accent_6" refType="h" refFor="ch" refForName="accent_6" op="equ"/>
                <dgm:constr type="ctrY" for="ch" forName="accent_6" refType="h" fact="0.7727"/>
                <dgm:constr type="ctrX" for="ch" forName="accent_6" refType="w"/>
                <dgm:constr type="ctrXOff" for="ch" forName="accent_6" refType="h" fact="-0.1658"/>
                <dgm:constr type="r" for="ch" forName="text_6" refType="ctrX" refFor="ch" refForName="accent_6"/>
                <dgm:constr type="rOff" for="ch" forName="text_6" refType="ctrXOff" refFor="ch" refForName="accent_6"/>
                <dgm:constr type="l" for="ch" forName="text_6"/>
                <dgm:constr type="w" for="ch" forName="text_6" refType="h" refFor="ch" refForName="text_6" op="gte"/>
                <dgm:constr type="h" for="ch" forName="text_6" refType="h" refFor="ch" refForName="accent_6" fact="0.8"/>
                <dgm:constr type="ctrY" for="ch" forName="text_6" refType="ctrY" refFor="ch" refForName="accent_6"/>
                <dgm:constr type="rMarg" for="ch" forName="text_6" refType="w" refFor="ch" refForName="accent_6" fact="1.8"/>
                <dgm:constr type="h" for="ch" forName="accent_7" refType="h" fact="0.1136"/>
                <dgm:constr type="w" for="ch" forName="accent_7" refType="h" refFor="ch" refForName="accent_7" op="equ"/>
                <dgm:constr type="ctrY" for="ch" forName="accent_7" refType="h" fact="0.9091"/>
                <dgm:constr type="ctrX" for="ch" forName="accent_7" refType="w"/>
                <dgm:constr type="ctrXOff" for="ch" forName="accent_7" refType="h" fact="-0.0835"/>
                <dgm:constr type="r" for="ch" forName="text_7" refType="ctrX" refFor="ch" refForName="accent_7"/>
                <dgm:constr type="rOff" for="ch" forName="text_7" refType="ctrXOff" refFor="ch" refForName="accent_7"/>
                <dgm:constr type="l" for="ch" forName="text_7"/>
                <dgm:constr type="w" for="ch" forName="text_7" refType="h" refFor="ch" refForName="text_7" op="gte"/>
                <dgm:constr type="h" for="ch" forName="text_7" refType="h" refFor="ch" refForName="accent_7" fact="0.8"/>
                <dgm:constr type="ctrY" for="ch" forName="text_7" refType="ctrY" refFor="ch" refForName="accent_7"/>
                <dgm:constr type="rMarg" for="ch" forName="text_7" refType="w" refFor="ch" refForName="accent_7" fact="1.8"/>
                <dgm:constr type="primFontSz" for="ch" ptType="node" op="equ" val="65"/>
              </dgm:constrLst>
            </dgm:else>
          </dgm:choose>
        </dgm:else>
      </dgm:choose>
      <dgm:layoutNode name="cycle">
        <dgm:choose name="Name21">
          <dgm:if name="Name22" func="var" arg="dir" op="equ" val="norm">
            <dgm:alg type="cycle">
              <dgm:param type="stAng" val="45"/>
              <dgm:param type="spanAng" val="90"/>
            </dgm:alg>
          </dgm:if>
          <dgm:else name="Name23">
            <dgm:alg type="cycle">
              <dgm:param type="stAng" val="225"/>
              <dgm:param type="spanAng" val="90"/>
            </dgm:alg>
          </dgm:else>
        </dgm:choose>
        <dgm:shape xmlns:r="http://schemas.openxmlformats.org/officeDocument/2006/relationships" r:blip="">
          <dgm:adjLst/>
        </dgm:shape>
        <dgm:presOf/>
        <dgm:constrLst>
          <dgm:constr type="w" for="ch" val="1"/>
          <dgm:constr type="h" for="ch" val="1"/>
          <dgm:constr type="diam" for="ch" forName="conn" refType="diam"/>
        </dgm:constrLst>
        <dgm:layoutNode name="srcNode">
          <dgm:alg type="sp"/>
          <dgm:shape xmlns:r="http://schemas.openxmlformats.org/officeDocument/2006/relationships" type="rect" r:blip="" hideGeom="1">
            <dgm:adjLst/>
          </dgm:shape>
          <dgm:presOf/>
        </dgm:layoutNode>
        <dgm:layoutNode name="conn" styleLbl="parChTrans1D2">
          <dgm:alg type="conn">
            <dgm:param type="connRout" val="curve"/>
            <dgm:param type="srcNode" val="srcNode"/>
            <dgm:param type="dstNode" val="dstNode"/>
            <dgm:param type="begPts" val="ctr"/>
            <dgm:param type="endPts" val="ctr"/>
            <dgm:param type="endSty" val="noArr"/>
          </dgm:alg>
          <dgm:shape xmlns:r="http://schemas.openxmlformats.org/officeDocument/2006/relationships" type="conn" r:blip="">
            <dgm:adjLst/>
          </dgm:shape>
          <dgm:presOf axis="desOrSelf" ptType="sibTrans" hideLastTrans="0" st="0" cnt="1"/>
          <dgm:constrLst>
            <dgm:constr type="begPad"/>
            <dgm:constr type="endPad"/>
          </dgm:constrLst>
        </dgm:layoutNode>
        <dgm:layoutNode name="extraNode">
          <dgm:alg type="sp"/>
          <dgm:shape xmlns:r="http://schemas.openxmlformats.org/officeDocument/2006/relationships" type="rect" r:blip="" hideGeom="1">
            <dgm:adjLst/>
          </dgm:shape>
          <dgm:presOf/>
        </dgm:layoutNode>
        <dgm:layoutNode name="dstNode">
          <dgm:alg type="sp"/>
          <dgm:shape xmlns:r="http://schemas.openxmlformats.org/officeDocument/2006/relationships" type="rect" r:blip="" hideGeom="1">
            <dgm:adjLst/>
          </dgm:shape>
          <dgm:presOf/>
        </dgm:layoutNode>
      </dgm:layoutNode>
      <dgm:forEach name="wrapper" axis="self" ptType="parTrans">
        <dgm:forEach name="wrapper2" axis="self" ptType="sibTrans" st="2">
          <dgm:forEach name="accentRepeat" axis="self">
            <dgm:layoutNode name="accentRepeatNode" styleLbl="solidFgAcc1">
              <dgm:alg type="sp"/>
              <dgm:shape xmlns:r="http://schemas.openxmlformats.org/officeDocument/2006/relationships" type="ellipse" r:blip="">
                <dgm:adjLst/>
              </dgm:shape>
              <dgm:presOf/>
            </dgm:layoutNode>
          </dgm:forEach>
        </dgm:forEach>
      </dgm:forEach>
      <dgm:forEach name="Name24" axis="ch" ptType="node" cnt="1">
        <dgm:layoutNode name="text_1" styleLbl="node1">
          <dgm:varLst>
            <dgm:bulletEnabled val="1"/>
          </dgm:varLst>
          <dgm:choose name="Name25">
            <dgm:if name="Name26" func="var" arg="dir" op="equ" val="norm">
              <dgm:alg type="tx">
                <dgm:param type="parTxLTRAlign" val="l"/>
                <dgm:param type="shpTxLTRAlignCh" val="l"/>
                <dgm:param type="parTxRTLAlign" val="l"/>
                <dgm:param type="shpTxRTLAlignCh" val="l"/>
              </dgm:alg>
            </dgm:if>
            <dgm:else name="Name27">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1">
          <dgm:alg type="sp"/>
          <dgm:shape xmlns:r="http://schemas.openxmlformats.org/officeDocument/2006/relationships" r:blip="">
            <dgm:adjLst/>
          </dgm:shape>
          <dgm:presOf/>
          <dgm:constrLst/>
          <dgm:forEach name="Name28" ref="accentRepeat"/>
        </dgm:layoutNode>
      </dgm:forEach>
      <dgm:forEach name="Name29" axis="ch" ptType="node" st="2" cnt="1">
        <dgm:layoutNode name="text_2" styleLbl="node1">
          <dgm:varLst>
            <dgm:bulletEnabled val="1"/>
          </dgm:varLst>
          <dgm:choose name="Name30">
            <dgm:if name="Name31" func="var" arg="dir" op="equ" val="norm">
              <dgm:alg type="tx">
                <dgm:param type="parTxLTRAlign" val="l"/>
                <dgm:param type="shpTxLTRAlignCh" val="l"/>
                <dgm:param type="parTxRTLAlign" val="l"/>
                <dgm:param type="shpTxRTLAlignCh" val="l"/>
              </dgm:alg>
            </dgm:if>
            <dgm:else name="Name32">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2">
          <dgm:alg type="sp"/>
          <dgm:shape xmlns:r="http://schemas.openxmlformats.org/officeDocument/2006/relationships" r:blip="">
            <dgm:adjLst/>
          </dgm:shape>
          <dgm:presOf/>
          <dgm:constrLst/>
          <dgm:forEach name="Name33" ref="accentRepeat"/>
        </dgm:layoutNode>
      </dgm:forEach>
      <dgm:forEach name="Name34" axis="ch" ptType="node" st="3" cnt="1">
        <dgm:layoutNode name="text_3" styleLbl="node1">
          <dgm:varLst>
            <dgm:bulletEnabled val="1"/>
          </dgm:varLst>
          <dgm:choose name="Name35">
            <dgm:if name="Name36" func="var" arg="dir" op="equ" val="norm">
              <dgm:alg type="tx">
                <dgm:param type="parTxLTRAlign" val="l"/>
                <dgm:param type="shpTxLTRAlignCh" val="l"/>
                <dgm:param type="parTxRTLAlign" val="l"/>
                <dgm:param type="shpTxRTLAlignCh" val="l"/>
              </dgm:alg>
            </dgm:if>
            <dgm:else name="Name37">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3">
          <dgm:alg type="sp"/>
          <dgm:shape xmlns:r="http://schemas.openxmlformats.org/officeDocument/2006/relationships" r:blip="">
            <dgm:adjLst/>
          </dgm:shape>
          <dgm:presOf/>
          <dgm:constrLst/>
          <dgm:forEach name="Name38" ref="accentRepeat"/>
        </dgm:layoutNode>
      </dgm:forEach>
      <dgm:forEach name="Name39" axis="ch" ptType="node" st="4" cnt="1">
        <dgm:layoutNode name="text_4" styleLbl="node1">
          <dgm:varLst>
            <dgm:bulletEnabled val="1"/>
          </dgm:varLst>
          <dgm:choose name="Name40">
            <dgm:if name="Name41" func="var" arg="dir" op="equ" val="norm">
              <dgm:alg type="tx">
                <dgm:param type="parTxLTRAlign" val="l"/>
                <dgm:param type="shpTxLTRAlignCh" val="l"/>
                <dgm:param type="parTxRTLAlign" val="l"/>
                <dgm:param type="shpTxRTLAlignCh" val="l"/>
              </dgm:alg>
            </dgm:if>
            <dgm:else name="Name42">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4">
          <dgm:alg type="sp"/>
          <dgm:shape xmlns:r="http://schemas.openxmlformats.org/officeDocument/2006/relationships" r:blip="">
            <dgm:adjLst/>
          </dgm:shape>
          <dgm:presOf/>
          <dgm:constrLst/>
          <dgm:forEach name="Name43" ref="accentRepeat"/>
        </dgm:layoutNode>
      </dgm:forEach>
      <dgm:forEach name="Name44" axis="ch" ptType="node" st="5" cnt="1">
        <dgm:layoutNode name="text_5" styleLbl="node1">
          <dgm:varLst>
            <dgm:bulletEnabled val="1"/>
          </dgm:varLst>
          <dgm:choose name="Name45">
            <dgm:if name="Name46" func="var" arg="dir" op="equ" val="norm">
              <dgm:alg type="tx">
                <dgm:param type="parTxLTRAlign" val="l"/>
                <dgm:param type="shpTxLTRAlignCh" val="l"/>
                <dgm:param type="parTxRTLAlign" val="l"/>
                <dgm:param type="shpTxRTLAlignCh" val="l"/>
              </dgm:alg>
            </dgm:if>
            <dgm:else name="Name47">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5">
          <dgm:alg type="sp"/>
          <dgm:shape xmlns:r="http://schemas.openxmlformats.org/officeDocument/2006/relationships" r:blip="">
            <dgm:adjLst/>
          </dgm:shape>
          <dgm:presOf/>
          <dgm:constrLst/>
          <dgm:forEach name="Name48" ref="accentRepeat"/>
        </dgm:layoutNode>
      </dgm:forEach>
      <dgm:forEach name="Name49" axis="ch" ptType="node" st="6" cnt="1">
        <dgm:layoutNode name="text_6" styleLbl="node1">
          <dgm:varLst>
            <dgm:bulletEnabled val="1"/>
          </dgm:varLst>
          <dgm:choose name="Name50">
            <dgm:if name="Name51" func="var" arg="dir" op="equ" val="norm">
              <dgm:alg type="tx">
                <dgm:param type="parTxLTRAlign" val="l"/>
                <dgm:param type="shpTxLTRAlignCh" val="l"/>
                <dgm:param type="parTxRTLAlign" val="l"/>
                <dgm:param type="shpTxRTLAlignCh" val="l"/>
              </dgm:alg>
            </dgm:if>
            <dgm:else name="Name52">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6">
          <dgm:alg type="sp"/>
          <dgm:shape xmlns:r="http://schemas.openxmlformats.org/officeDocument/2006/relationships" r:blip="">
            <dgm:adjLst/>
          </dgm:shape>
          <dgm:presOf/>
          <dgm:constrLst/>
          <dgm:forEach name="Name53" ref="accentRepeat"/>
        </dgm:layoutNode>
      </dgm:forEach>
      <dgm:forEach name="Name54" axis="ch" ptType="node" st="7" cnt="1">
        <dgm:layoutNode name="text_7" styleLbl="node1">
          <dgm:varLst>
            <dgm:bulletEnabled val="1"/>
          </dgm:varLst>
          <dgm:choose name="Name55">
            <dgm:if name="Name56" func="var" arg="dir" op="equ" val="norm">
              <dgm:alg type="tx">
                <dgm:param type="parTxLTRAlign" val="l"/>
                <dgm:param type="shpTxLTRAlignCh" val="l"/>
                <dgm:param type="parTxRTLAlign" val="l"/>
                <dgm:param type="shpTxRTLAlignCh" val="l"/>
              </dgm:alg>
            </dgm:if>
            <dgm:else name="Name57">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7">
          <dgm:alg type="sp"/>
          <dgm:shape xmlns:r="http://schemas.openxmlformats.org/officeDocument/2006/relationships" r:blip="">
            <dgm:adjLst/>
          </dgm:shape>
          <dgm:presOf/>
          <dgm:constrLst/>
          <dgm:forEach name="Name58" ref="accentRepeat"/>
        </dgm:layoutNode>
      </dgm:forEach>
    </dgm:layoutNode>
  </dgm:layoutNode>
</dgm:layoutDef>
</file>

<file path=ppt/diagrams/layout4.xml><?xml version="1.0" encoding="utf-8"?>
<dgm:layoutDef xmlns:dgm="http://schemas.openxmlformats.org/drawingml/2006/diagram" xmlns:a="http://schemas.openxmlformats.org/drawingml/2006/main" uniqueId="urn:microsoft.com/office/officeart/2008/layout/VerticalCurvedList">
  <dgm:title val=""/>
  <dgm:desc val=""/>
  <dgm:catLst>
    <dgm:cat type="list" pri="20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rSet phldr="1"/>
        </dgm:pt>
        <dgm:pt modelId="2">
          <dgm:prSet phldr="1"/>
        </dgm:pt>
      </dgm:ptLst>
      <dgm:cxnLst>
        <dgm:cxn modelId="3" srcId="0" destId="1" srcOrd="0" destOrd="0"/>
        <dgm:cxn modelId="4" srcId="0" destId="2" srcOrd="1" destOrd="0"/>
      </dgm:cxnLst>
      <dgm:bg/>
      <dgm:whole/>
    </dgm:dataModel>
  </dgm:styleData>
  <dgm:clr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chMax val="7"/>
      <dgm:chPref val="7"/>
      <dgm:dir/>
    </dgm:varLst>
    <dgm:alg type="composite"/>
    <dgm:shape xmlns:r="http://schemas.openxmlformats.org/officeDocument/2006/relationships" r:blip="">
      <dgm:adjLst/>
    </dgm:shape>
    <dgm:constrLst>
      <dgm:constr type="w" for="ch" refType="h" refFor="ch" op="gte" fact="0.8"/>
    </dgm:constrLst>
    <dgm:layoutNode name="Name1">
      <dgm:alg type="composite"/>
      <dgm:shape xmlns:r="http://schemas.openxmlformats.org/officeDocument/2006/relationships" r:blip="">
        <dgm:adjLst/>
      </dgm:shape>
      <dgm:choose name="Name2">
        <dgm:if name="Name3" func="var" arg="dir" op="equ" val="norm">
          <dgm:choose name="Name4">
            <dgm:if name="Name5" axis="ch" ptType="node" func="cnt" op="equ" val="1">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625"/>
                <dgm:constr type="w" for="ch" forName="accent_1" refType="h" refFor="ch" refForName="accent_1" op="equ"/>
                <dgm:constr type="ctrY" for="ch" forName="accent_1" refType="h" fact="0.5"/>
                <dgm:constr type="ctrX" for="ch" forName="accent_1" refType="h" fact="0.2253"/>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primFontSz" for="ch" ptType="node" op="equ" val="65"/>
              </dgm:constrLst>
            </dgm:if>
            <dgm:if name="Name6" axis="ch" ptType="node" func="cnt" op="equ" val="2">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3571"/>
                <dgm:constr type="w" for="ch" forName="accent_1" refType="h" refFor="ch" refForName="accent_1" op="equ"/>
                <dgm:constr type="ctrY" for="ch" forName="accent_1" refType="h" fact="0.2857"/>
                <dgm:constr type="ctrX" for="ch" forName="accent_1" refType="h" fact="0.1891"/>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3571"/>
                <dgm:constr type="w" for="ch" forName="accent_2" refType="h" refFor="ch" refForName="accent_2" op="equ"/>
                <dgm:constr type="ctrY" for="ch" forName="accent_2" refType="h" fact="0.7143"/>
                <dgm:constr type="ctrX" for="ch" forName="accent_2" refType="h" fact="0.1891"/>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primFontSz" for="ch" ptType="node" op="equ" val="65"/>
              </dgm:constrLst>
            </dgm:if>
            <dgm:if name="Name7" axis="ch" ptType="node" func="cnt" op="equ" val="3">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25"/>
                <dgm:constr type="w" for="ch" forName="accent_1" refType="h" refFor="ch" refForName="accent_1" op="equ"/>
                <dgm:constr type="ctrY" for="ch" forName="accent_1" refType="h" fact="0.2"/>
                <dgm:constr type="ctrX" for="ch" forName="accent_1" refType="h" fact="0.1526"/>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25"/>
                <dgm:constr type="w" for="ch" forName="accent_2" refType="h" refFor="ch" refForName="accent_2" op="equ"/>
                <dgm:constr type="ctrY" for="ch" forName="accent_2" refType="h" fact="0.5"/>
                <dgm:constr type="ctrX" for="ch" forName="accent_2" refType="h" fact="0.2253"/>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25"/>
                <dgm:constr type="w" for="ch" forName="accent_3" refType="h" refFor="ch" refForName="accent_3" op="equ"/>
                <dgm:constr type="ctrY" for="ch" forName="accent_3" refType="h" fact="0.8"/>
                <dgm:constr type="ctrX" for="ch" forName="accent_3" refType="h" fact="0.1526"/>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primFontSz" for="ch" ptType="node" op="equ" val="65"/>
              </dgm:constrLst>
            </dgm:if>
            <dgm:if name="Name8" axis="ch" ptType="node" func="cnt" op="equ" val="4">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923"/>
                <dgm:constr type="w" for="ch" forName="accent_1" refType="h" refFor="ch" refForName="accent_1" op="equ"/>
                <dgm:constr type="ctrY" for="ch" forName="accent_1" refType="h" fact="0.1538"/>
                <dgm:constr type="ctrX" for="ch" forName="accent_1" refType="h" fact="0.1268"/>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923"/>
                <dgm:constr type="w" for="ch" forName="accent_2" refType="h" refFor="ch" refForName="accent_2" op="equ"/>
                <dgm:constr type="ctrY" for="ch" forName="accent_2" refType="h" fact="0.3846"/>
                <dgm:constr type="ctrX" for="ch" forName="accent_2" refType="h" fact="0.215"/>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923"/>
                <dgm:constr type="w" for="ch" forName="accent_3" refType="h" refFor="ch" refForName="accent_3" op="equ"/>
                <dgm:constr type="ctrY" for="ch" forName="accent_3" refType="h" fact="0.6154"/>
                <dgm:constr type="ctrX" for="ch" forName="accent_3" refType="h" fact="0.215"/>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923"/>
                <dgm:constr type="w" for="ch" forName="accent_4" refType="h" refFor="ch" refForName="accent_4" op="equ"/>
                <dgm:constr type="ctrY" for="ch" forName="accent_4" refType="h" fact="0.8462"/>
                <dgm:constr type="ctrX" for="ch" forName="accent_4" refType="h" fact="0.1268"/>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primFontSz" for="ch" ptType="node" op="equ" val="65"/>
              </dgm:constrLst>
            </dgm:if>
            <dgm:if name="Name9" axis="ch" ptType="node" func="cnt" op="equ" val="5">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563"/>
                <dgm:constr type="w" for="ch" forName="accent_1" refType="h" refFor="ch" refForName="accent_1" op="equ"/>
                <dgm:constr type="ctrY" for="ch" forName="accent_1" refType="h" fact="0.125"/>
                <dgm:constr type="ctrX" for="ch" forName="accent_1" refType="h" fact="0.1082"/>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563"/>
                <dgm:constr type="w" for="ch" forName="accent_2" refType="h" refFor="ch" refForName="accent_2" op="equ"/>
                <dgm:constr type="ctrY" for="ch" forName="accent_2" refType="h" fact="0.3125"/>
                <dgm:constr type="ctrX" for="ch" forName="accent_2" refType="h" fact="0.1978"/>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563"/>
                <dgm:constr type="w" for="ch" forName="accent_3" refType="h" refFor="ch" refForName="accent_3" op="equ"/>
                <dgm:constr type="ctrY" for="ch" forName="accent_3" refType="h" fact="0.5"/>
                <dgm:constr type="ctrX" for="ch" forName="accent_3" refType="h" fact="0.2253"/>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563"/>
                <dgm:constr type="w" for="ch" forName="accent_4" refType="h" refFor="ch" refForName="accent_4" op="equ"/>
                <dgm:constr type="ctrY" for="ch" forName="accent_4" refType="h" fact="0.6875"/>
                <dgm:constr type="ctrX" for="ch" forName="accent_4" refType="h" fact="0.1978"/>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h" for="ch" forName="accent_5" refType="h" fact="0.1563"/>
                <dgm:constr type="w" for="ch" forName="accent_5" refType="h" refFor="ch" refForName="accent_5" op="equ"/>
                <dgm:constr type="ctrY" for="ch" forName="accent_5" refType="h" fact="0.875"/>
                <dgm:constr type="ctrX" for="ch" forName="accent_5" refType="h" fact="0.1082"/>
                <dgm:constr type="l" for="ch" forName="text_5" refType="ctrX" refFor="ch" refForName="accent_5"/>
                <dgm:constr type="r" for="ch" forName="text_5" refType="w"/>
                <dgm:constr type="w" for="ch" forName="text_5" refType="h" refFor="ch" refForName="text_5" op="gte"/>
                <dgm:constr type="h" for="ch" forName="text_5" refType="h" refFor="ch" refForName="accent_5" fact="0.8"/>
                <dgm:constr type="ctrY" for="ch" forName="text_5" refType="ctrY" refFor="ch" refForName="accent_5"/>
                <dgm:constr type="lMarg" for="ch" forName="text_5" refType="w" refFor="ch" refForName="accent_5" fact="1.8"/>
                <dgm:constr type="primFontSz" for="ch" ptType="node" op="equ" val="65"/>
              </dgm:constrLst>
            </dgm:if>
            <dgm:if name="Name10" axis="ch" ptType="node" func="cnt" op="equ" val="6">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316"/>
                <dgm:constr type="w" for="ch" forName="accent_1" refType="h" refFor="ch" refForName="accent_1" op="equ"/>
                <dgm:constr type="ctrY" for="ch" forName="accent_1" refType="h" fact="0.1053"/>
                <dgm:constr type="ctrX" for="ch" forName="accent_1" refType="h" fact="0.0943"/>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316"/>
                <dgm:constr type="w" for="ch" forName="accent_2" refType="h" refFor="ch" refForName="accent_2" op="equ"/>
                <dgm:constr type="ctrY" for="ch" forName="accent_2" refType="h" fact="0.2632"/>
                <dgm:constr type="ctrX" for="ch" forName="accent_2" refType="h" fact="0.1809"/>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316"/>
                <dgm:constr type="w" for="ch" forName="accent_3" refType="h" refFor="ch" refForName="accent_3" op="equ"/>
                <dgm:constr type="ctrY" for="ch" forName="accent_3" refType="h" fact="0.4211"/>
                <dgm:constr type="ctrX" for="ch" forName="accent_3" refType="h" fact="0.2205"/>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316"/>
                <dgm:constr type="w" for="ch" forName="accent_4" refType="h" refFor="ch" refForName="accent_4" op="equ"/>
                <dgm:constr type="ctrY" for="ch" forName="accent_4" refType="h" fact="0.5789"/>
                <dgm:constr type="ctrX" for="ch" forName="accent_4" refType="h" fact="0.2205"/>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h" for="ch" forName="accent_5" refType="h" fact="0.1316"/>
                <dgm:constr type="w" for="ch" forName="accent_5" refType="h" refFor="ch" refForName="accent_5" op="equ"/>
                <dgm:constr type="ctrY" for="ch" forName="accent_5" refType="h" fact="0.7368"/>
                <dgm:constr type="ctrX" for="ch" forName="accent_5" refType="h" fact="0.1809"/>
                <dgm:constr type="l" for="ch" forName="text_5" refType="ctrX" refFor="ch" refForName="accent_5"/>
                <dgm:constr type="r" for="ch" forName="text_5" refType="w"/>
                <dgm:constr type="w" for="ch" forName="text_5" refType="h" refFor="ch" refForName="text_5" op="gte"/>
                <dgm:constr type="h" for="ch" forName="text_5" refType="h" refFor="ch" refForName="accent_5" fact="0.8"/>
                <dgm:constr type="ctrY" for="ch" forName="text_5" refType="ctrY" refFor="ch" refForName="accent_5"/>
                <dgm:constr type="lMarg" for="ch" forName="text_5" refType="w" refFor="ch" refForName="accent_5" fact="1.8"/>
                <dgm:constr type="h" for="ch" forName="accent_6" refType="h" fact="0.1316"/>
                <dgm:constr type="w" for="ch" forName="accent_6" refType="h" refFor="ch" refForName="accent_6" op="equ"/>
                <dgm:constr type="ctrY" for="ch" forName="accent_6" refType="h" fact="0.8947"/>
                <dgm:constr type="ctrX" for="ch" forName="accent_6" refType="h" fact="0.0943"/>
                <dgm:constr type="l" for="ch" forName="text_6" refType="ctrX" refFor="ch" refForName="accent_6"/>
                <dgm:constr type="r" for="ch" forName="text_6" refType="w"/>
                <dgm:constr type="w" for="ch" forName="text_6" refType="h" refFor="ch" refForName="text_6" op="gte"/>
                <dgm:constr type="h" for="ch" forName="text_6" refType="h" refFor="ch" refForName="accent_6" fact="0.8"/>
                <dgm:constr type="ctrY" for="ch" forName="text_6" refType="ctrY" refFor="ch" refForName="accent_6"/>
                <dgm:constr type="lMarg" for="ch" forName="text_6" refType="w" refFor="ch" refForName="accent_6" fact="1.8"/>
                <dgm:constr type="primFontSz" for="ch" ptType="node" op="equ" val="65"/>
              </dgm:constrLst>
            </dgm:if>
            <dgm:else name="Name11">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136"/>
                <dgm:constr type="w" for="ch" forName="accent_1" refType="h" refFor="ch" refForName="accent_1" op="equ"/>
                <dgm:constr type="ctrY" for="ch" forName="accent_1" refType="h" fact="0.0909"/>
                <dgm:constr type="ctrX" for="ch" forName="accent_1" refType="h" fact="0.0835"/>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136"/>
                <dgm:constr type="w" for="ch" forName="accent_2" refType="h" refFor="ch" refForName="accent_2" op="equ"/>
                <dgm:constr type="ctrY" for="ch" forName="accent_2" refType="h" fact="0.2273"/>
                <dgm:constr type="ctrX" for="ch" forName="accent_2" refType="h" fact="0.1658"/>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136"/>
                <dgm:constr type="w" for="ch" forName="accent_3" refType="h" refFor="ch" refForName="accent_3" op="equ"/>
                <dgm:constr type="ctrY" for="ch" forName="accent_3" refType="h" fact="0.3636"/>
                <dgm:constr type="ctrX" for="ch" forName="accent_3" refType="h" fact="0.2109"/>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136"/>
                <dgm:constr type="w" for="ch" forName="accent_4" refType="h" refFor="ch" refForName="accent_4" op="equ"/>
                <dgm:constr type="ctrY" for="ch" forName="accent_4" refType="h" fact="0.5"/>
                <dgm:constr type="ctrX" for="ch" forName="accent_4" refType="h" fact="0.2253"/>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h" for="ch" forName="accent_5" refType="h" fact="0.1136"/>
                <dgm:constr type="w" for="ch" forName="accent_5" refType="h" refFor="ch" refForName="accent_5" op="equ"/>
                <dgm:constr type="ctrY" for="ch" forName="accent_5" refType="h" fact="0.6364"/>
                <dgm:constr type="ctrX" for="ch" forName="accent_5" refType="h" fact="0.2109"/>
                <dgm:constr type="l" for="ch" forName="text_5" refType="ctrX" refFor="ch" refForName="accent_5"/>
                <dgm:constr type="r" for="ch" forName="text_5" refType="w"/>
                <dgm:constr type="w" for="ch" forName="text_5" refType="h" refFor="ch" refForName="text_5" op="gte"/>
                <dgm:constr type="h" for="ch" forName="text_5" refType="h" refFor="ch" refForName="accent_5" fact="0.8"/>
                <dgm:constr type="ctrY" for="ch" forName="text_5" refType="ctrY" refFor="ch" refForName="accent_5"/>
                <dgm:constr type="lMarg" for="ch" forName="text_5" refType="w" refFor="ch" refForName="accent_5" fact="1.8"/>
                <dgm:constr type="h" for="ch" forName="accent_6" refType="h" fact="0.1136"/>
                <dgm:constr type="w" for="ch" forName="accent_6" refType="h" refFor="ch" refForName="accent_6" op="equ"/>
                <dgm:constr type="ctrY" for="ch" forName="accent_6" refType="h" fact="0.7727"/>
                <dgm:constr type="ctrX" for="ch" forName="accent_6" refType="h" fact="0.1658"/>
                <dgm:constr type="l" for="ch" forName="text_6" refType="ctrX" refFor="ch" refForName="accent_6"/>
                <dgm:constr type="r" for="ch" forName="text_6" refType="w"/>
                <dgm:constr type="w" for="ch" forName="text_6" refType="h" refFor="ch" refForName="text_6" op="gte"/>
                <dgm:constr type="h" for="ch" forName="text_6" refType="h" refFor="ch" refForName="accent_6" fact="0.8"/>
                <dgm:constr type="ctrY" for="ch" forName="text_6" refType="ctrY" refFor="ch" refForName="accent_6"/>
                <dgm:constr type="lMarg" for="ch" forName="text_6" refType="w" refFor="ch" refForName="accent_6" fact="1.8"/>
                <dgm:constr type="h" for="ch" forName="accent_7" refType="h" fact="0.1136"/>
                <dgm:constr type="w" for="ch" forName="accent_7" refType="h" refFor="ch" refForName="accent_7" op="equ"/>
                <dgm:constr type="ctrY" for="ch" forName="accent_7" refType="h" fact="0.9091"/>
                <dgm:constr type="ctrX" for="ch" forName="accent_7" refType="h" fact="0.0835"/>
                <dgm:constr type="l" for="ch" forName="text_7" refType="ctrX" refFor="ch" refForName="accent_7"/>
                <dgm:constr type="r" for="ch" forName="text_7" refType="w"/>
                <dgm:constr type="w" for="ch" forName="text_7" refType="h" refFor="ch" refForName="text_7" op="gte"/>
                <dgm:constr type="h" for="ch" forName="text_7" refType="h" refFor="ch" refForName="accent_7" fact="0.8"/>
                <dgm:constr type="ctrY" for="ch" forName="text_7" refType="ctrY" refFor="ch" refForName="accent_7"/>
                <dgm:constr type="lMarg" for="ch" forName="text_7" refType="w" refFor="ch" refForName="accent_7" fact="1.8"/>
                <dgm:constr type="primFontSz" for="ch" ptType="node" op="equ" val="65"/>
              </dgm:constrLst>
            </dgm:else>
          </dgm:choose>
        </dgm:if>
        <dgm:else name="Name12">
          <dgm:choose name="Name13">
            <dgm:if name="Name14" axis="ch" ptType="node" func="cnt" op="equ" val="1">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625"/>
                <dgm:constr type="w" for="ch" forName="accent_1" refType="h" refFor="ch" refForName="accent_1" op="equ"/>
                <dgm:constr type="ctrY" for="ch" forName="accent_1" refType="h" fact="0.5"/>
                <dgm:constr type="ctrX" for="ch" forName="accent_1" refType="w"/>
                <dgm:constr type="ctrXOff" for="ch" forName="accent_1" refType="h" fact="-0.2253"/>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primFontSz" for="ch" ptType="node" op="equ" val="65"/>
              </dgm:constrLst>
            </dgm:if>
            <dgm:if name="Name15" axis="ch" ptType="node" func="cnt" op="equ" val="2">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3571"/>
                <dgm:constr type="w" for="ch" forName="accent_1" refType="h" refFor="ch" refForName="accent_1" op="equ"/>
                <dgm:constr type="ctrY" for="ch" forName="accent_1" refType="h" fact="0.2857"/>
                <dgm:constr type="ctrX" for="ch" forName="accent_1" refType="w"/>
                <dgm:constr type="ctrXOff" for="ch" forName="accent_1" refType="h" fact="-0.1891"/>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3571"/>
                <dgm:constr type="w" for="ch" forName="accent_2" refType="h" refFor="ch" refForName="accent_2" op="equ"/>
                <dgm:constr type="ctrY" for="ch" forName="accent_2" refType="h" fact="0.7143"/>
                <dgm:constr type="ctrX" for="ch" forName="accent_2" refType="w"/>
                <dgm:constr type="ctrXOff" for="ch" forName="accent_2" refType="h" fact="-0.1891"/>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primFontSz" for="ch" ptType="node" op="equ" val="65"/>
              </dgm:constrLst>
            </dgm:if>
            <dgm:if name="Name16" axis="ch" ptType="node" func="cnt" op="equ" val="3">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25"/>
                <dgm:constr type="w" for="ch" forName="accent_1" refType="h" refFor="ch" refForName="accent_1" op="equ"/>
                <dgm:constr type="ctrY" for="ch" forName="accent_1" refType="h" fact="0.2"/>
                <dgm:constr type="ctrX" for="ch" forName="accent_1" refType="w"/>
                <dgm:constr type="ctrXOff" for="ch" forName="accent_1" refType="h" fact="-0.1526"/>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25"/>
                <dgm:constr type="w" for="ch" forName="accent_2" refType="h" refFor="ch" refForName="accent_2" op="equ"/>
                <dgm:constr type="ctrY" for="ch" forName="accent_2" refType="h" fact="0.5"/>
                <dgm:constr type="ctrX" for="ch" forName="accent_2" refType="w"/>
                <dgm:constr type="ctrXOff" for="ch" forName="accent_2" refType="h" fact="-0.2253"/>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25"/>
                <dgm:constr type="w" for="ch" forName="accent_3" refType="h" refFor="ch" refForName="accent_3" op="equ"/>
                <dgm:constr type="ctrY" for="ch" forName="accent_3" refType="h" fact="0.8"/>
                <dgm:constr type="ctrX" for="ch" forName="accent_3" refType="w"/>
                <dgm:constr type="ctrXOff" for="ch" forName="accent_3" refType="h" fact="-0.1526"/>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primFontSz" for="ch" ptType="node" op="equ" val="65"/>
              </dgm:constrLst>
            </dgm:if>
            <dgm:if name="Name17" axis="ch" ptType="node" func="cnt" op="equ" val="4">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923"/>
                <dgm:constr type="w" for="ch" forName="accent_1" refType="h" refFor="ch" refForName="accent_1" op="equ"/>
                <dgm:constr type="ctrY" for="ch" forName="accent_1" refType="h" fact="0.1538"/>
                <dgm:constr type="ctrX" for="ch" forName="accent_1" refType="w"/>
                <dgm:constr type="ctrXOff" for="ch" forName="accent_1" refType="h" fact="-0.1268"/>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923"/>
                <dgm:constr type="w" for="ch" forName="accent_2" refType="h" refFor="ch" refForName="accent_2" op="equ"/>
                <dgm:constr type="ctrY" for="ch" forName="accent_2" refType="h" fact="0.3846"/>
                <dgm:constr type="ctrX" for="ch" forName="accent_2" refType="w"/>
                <dgm:constr type="ctrXOff" for="ch" forName="accent_2" refType="h" fact="-0.215"/>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923"/>
                <dgm:constr type="w" for="ch" forName="accent_3" refType="h" refFor="ch" refForName="accent_3" op="equ"/>
                <dgm:constr type="ctrY" for="ch" forName="accent_3" refType="h" fact="0.6154"/>
                <dgm:constr type="ctrX" for="ch" forName="accent_3" refType="w"/>
                <dgm:constr type="ctrXOff" for="ch" forName="accent_3" refType="h" fact="-0.215"/>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923"/>
                <dgm:constr type="w" for="ch" forName="accent_4" refType="h" refFor="ch" refForName="accent_4" op="equ"/>
                <dgm:constr type="ctrY" for="ch" forName="accent_4" refType="h" fact="0.8462"/>
                <dgm:constr type="ctrX" for="ch" forName="accent_4" refType="w"/>
                <dgm:constr type="ctrXOff" for="ch" forName="accent_4" refType="h" fact="-0.1268"/>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primFontSz" for="ch" ptType="node" op="equ" val="65"/>
              </dgm:constrLst>
            </dgm:if>
            <dgm:if name="Name18" axis="ch" ptType="node" func="cnt" op="equ" val="5">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563"/>
                <dgm:constr type="w" for="ch" forName="accent_1" refType="h" refFor="ch" refForName="accent_1" op="equ"/>
                <dgm:constr type="ctrY" for="ch" forName="accent_1" refType="h" fact="0.125"/>
                <dgm:constr type="ctrX" for="ch" forName="accent_1" refType="w"/>
                <dgm:constr type="ctrXOff" for="ch" forName="accent_1" refType="h" fact="-0.1082"/>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563"/>
                <dgm:constr type="w" for="ch" forName="accent_2" refType="h" refFor="ch" refForName="accent_2" op="equ"/>
                <dgm:constr type="ctrY" for="ch" forName="accent_2" refType="h" fact="0.3125"/>
                <dgm:constr type="ctrX" for="ch" forName="accent_2" refType="w"/>
                <dgm:constr type="ctrXOff" for="ch" forName="accent_2" refType="h" fact="-0.1978"/>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563"/>
                <dgm:constr type="w" for="ch" forName="accent_3" refType="h" refFor="ch" refForName="accent_3" op="equ"/>
                <dgm:constr type="ctrY" for="ch" forName="accent_3" refType="h" fact="0.5"/>
                <dgm:constr type="ctrX" for="ch" forName="accent_3" refType="w"/>
                <dgm:constr type="ctrXOff" for="ch" forName="accent_3" refType="h" fact="-0.2253"/>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563"/>
                <dgm:constr type="w" for="ch" forName="accent_4" refType="h" refFor="ch" refForName="accent_4" op="equ"/>
                <dgm:constr type="ctrY" for="ch" forName="accent_4" refType="h" fact="0.6875"/>
                <dgm:constr type="ctrX" for="ch" forName="accent_4" refType="w"/>
                <dgm:constr type="ctrXOff" for="ch" forName="accent_4" refType="h" fact="-0.1978"/>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h" for="ch" forName="accent_5" refType="h" fact="0.1563"/>
                <dgm:constr type="w" for="ch" forName="accent_5" refType="h" refFor="ch" refForName="accent_5" op="equ"/>
                <dgm:constr type="ctrY" for="ch" forName="accent_5" refType="h" fact="0.875"/>
                <dgm:constr type="ctrX" for="ch" forName="accent_5" refType="w"/>
                <dgm:constr type="ctrXOff" for="ch" forName="accent_5" refType="h" fact="-0.1082"/>
                <dgm:constr type="r" for="ch" forName="text_5" refType="ctrX" refFor="ch" refForName="accent_5"/>
                <dgm:constr type="rOff" for="ch" forName="text_5" refType="ctrXOff" refFor="ch" refForName="accent_5"/>
                <dgm:constr type="l" for="ch" forName="text_5"/>
                <dgm:constr type="w" for="ch" forName="text_5" refType="h" refFor="ch" refForName="text_5" op="gte"/>
                <dgm:constr type="h" for="ch" forName="text_5" refType="h" refFor="ch" refForName="accent_5" fact="0.8"/>
                <dgm:constr type="ctrY" for="ch" forName="text_5" refType="ctrY" refFor="ch" refForName="accent_5"/>
                <dgm:constr type="rMarg" for="ch" forName="text_5" refType="w" refFor="ch" refForName="accent_5" fact="1.8"/>
                <dgm:constr type="primFontSz" for="ch" ptType="node" op="equ" val="65"/>
              </dgm:constrLst>
            </dgm:if>
            <dgm:if name="Name19" axis="ch" ptType="node" func="cnt" op="equ" val="6">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316"/>
                <dgm:constr type="w" for="ch" forName="accent_1" refType="h" refFor="ch" refForName="accent_1" op="equ"/>
                <dgm:constr type="ctrY" for="ch" forName="accent_1" refType="h" fact="0.1053"/>
                <dgm:constr type="ctrX" for="ch" forName="accent_1" refType="w"/>
                <dgm:constr type="ctrXOff" for="ch" forName="accent_1" refType="h" fact="-0.0943"/>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316"/>
                <dgm:constr type="w" for="ch" forName="accent_2" refType="h" refFor="ch" refForName="accent_2" op="equ"/>
                <dgm:constr type="ctrY" for="ch" forName="accent_2" refType="h" fact="0.2632"/>
                <dgm:constr type="ctrX" for="ch" forName="accent_2" refType="w"/>
                <dgm:constr type="ctrXOff" for="ch" forName="accent_2" refType="h" fact="-0.1809"/>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316"/>
                <dgm:constr type="w" for="ch" forName="accent_3" refType="h" refFor="ch" refForName="accent_3" op="equ"/>
                <dgm:constr type="ctrY" for="ch" forName="accent_3" refType="h" fact="0.4211"/>
                <dgm:constr type="ctrX" for="ch" forName="accent_3" refType="w"/>
                <dgm:constr type="ctrXOff" for="ch" forName="accent_3" refType="h" fact="-0.2205"/>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316"/>
                <dgm:constr type="w" for="ch" forName="accent_4" refType="h" refFor="ch" refForName="accent_4" op="equ"/>
                <dgm:constr type="ctrY" for="ch" forName="accent_4" refType="h" fact="0.5789"/>
                <dgm:constr type="ctrX" for="ch" forName="accent_4" refType="w"/>
                <dgm:constr type="ctrXOff" for="ch" forName="accent_4" refType="h" fact="-0.2205"/>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h" for="ch" forName="accent_5" refType="h" fact="0.1316"/>
                <dgm:constr type="w" for="ch" forName="accent_5" refType="h" refFor="ch" refForName="accent_5" op="equ"/>
                <dgm:constr type="ctrY" for="ch" forName="accent_5" refType="h" fact="0.7368"/>
                <dgm:constr type="ctrX" for="ch" forName="accent_5" refType="w"/>
                <dgm:constr type="ctrXOff" for="ch" forName="accent_5" refType="h" fact="-0.1809"/>
                <dgm:constr type="r" for="ch" forName="text_5" refType="ctrX" refFor="ch" refForName="accent_5"/>
                <dgm:constr type="rOff" for="ch" forName="text_5" refType="ctrXOff" refFor="ch" refForName="accent_5"/>
                <dgm:constr type="l" for="ch" forName="text_5"/>
                <dgm:constr type="w" for="ch" forName="text_5" refType="h" refFor="ch" refForName="text_5" op="gte"/>
                <dgm:constr type="h" for="ch" forName="text_5" refType="h" refFor="ch" refForName="accent_5" fact="0.8"/>
                <dgm:constr type="ctrY" for="ch" forName="text_5" refType="ctrY" refFor="ch" refForName="accent_5"/>
                <dgm:constr type="rMarg" for="ch" forName="text_5" refType="w" refFor="ch" refForName="accent_5" fact="1.8"/>
                <dgm:constr type="h" for="ch" forName="accent_6" refType="h" fact="0.1316"/>
                <dgm:constr type="w" for="ch" forName="accent_6" refType="h" refFor="ch" refForName="accent_6" op="equ"/>
                <dgm:constr type="ctrY" for="ch" forName="accent_6" refType="h" fact="0.8947"/>
                <dgm:constr type="ctrX" for="ch" forName="accent_6" refType="w"/>
                <dgm:constr type="ctrXOff" for="ch" forName="accent_6" refType="h" fact="-0.0943"/>
                <dgm:constr type="r" for="ch" forName="text_6" refType="ctrX" refFor="ch" refForName="accent_6"/>
                <dgm:constr type="rOff" for="ch" forName="text_6" refType="ctrXOff" refFor="ch" refForName="accent_6"/>
                <dgm:constr type="l" for="ch" forName="text_6"/>
                <dgm:constr type="w" for="ch" forName="text_6" refType="h" refFor="ch" refForName="text_6" op="gte"/>
                <dgm:constr type="h" for="ch" forName="text_6" refType="h" refFor="ch" refForName="accent_6" fact="0.8"/>
                <dgm:constr type="ctrY" for="ch" forName="text_6" refType="ctrY" refFor="ch" refForName="accent_6"/>
                <dgm:constr type="rMarg" for="ch" forName="text_6" refType="w" refFor="ch" refForName="accent_6" fact="1.8"/>
                <dgm:constr type="primFontSz" for="ch" ptType="node" op="equ" val="65"/>
              </dgm:constrLst>
            </dgm:if>
            <dgm:else name="Name20">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136"/>
                <dgm:constr type="w" for="ch" forName="accent_1" refType="h" refFor="ch" refForName="accent_1" op="equ"/>
                <dgm:constr type="ctrY" for="ch" forName="accent_1" refType="h" fact="0.0909"/>
                <dgm:constr type="ctrX" for="ch" forName="accent_1" refType="w"/>
                <dgm:constr type="ctrXOff" for="ch" forName="accent_1" refType="h" fact="-0.0835"/>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136"/>
                <dgm:constr type="w" for="ch" forName="accent_2" refType="h" refFor="ch" refForName="accent_2" op="equ"/>
                <dgm:constr type="ctrY" for="ch" forName="accent_2" refType="h" fact="0.2273"/>
                <dgm:constr type="ctrX" for="ch" forName="accent_2" refType="w"/>
                <dgm:constr type="ctrXOff" for="ch" forName="accent_2" refType="h" fact="-0.1658"/>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136"/>
                <dgm:constr type="w" for="ch" forName="accent_3" refType="h" refFor="ch" refForName="accent_3" op="equ"/>
                <dgm:constr type="ctrY" for="ch" forName="accent_3" refType="h" fact="0.3636"/>
                <dgm:constr type="ctrX" for="ch" forName="accent_3" refType="w"/>
                <dgm:constr type="ctrXOff" for="ch" forName="accent_3" refType="h" fact="-0.2109"/>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136"/>
                <dgm:constr type="w" for="ch" forName="accent_4" refType="h" refFor="ch" refForName="accent_4" op="equ"/>
                <dgm:constr type="ctrY" for="ch" forName="accent_4" refType="h" fact="0.5"/>
                <dgm:constr type="ctrX" for="ch" forName="accent_4" refType="w"/>
                <dgm:constr type="ctrXOff" for="ch" forName="accent_4" refType="h" fact="-0.2253"/>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h" for="ch" forName="accent_5" refType="h" fact="0.1136"/>
                <dgm:constr type="w" for="ch" forName="accent_5" refType="h" refFor="ch" refForName="accent_5" op="equ"/>
                <dgm:constr type="ctrY" for="ch" forName="accent_5" refType="h" fact="0.6364"/>
                <dgm:constr type="ctrX" for="ch" forName="accent_5" refType="w"/>
                <dgm:constr type="ctrXOff" for="ch" forName="accent_5" refType="h" fact="-0.2109"/>
                <dgm:constr type="r" for="ch" forName="text_5" refType="ctrX" refFor="ch" refForName="accent_5"/>
                <dgm:constr type="rOff" for="ch" forName="text_5" refType="ctrXOff" refFor="ch" refForName="accent_5"/>
                <dgm:constr type="l" for="ch" forName="text_5"/>
                <dgm:constr type="w" for="ch" forName="text_5" refType="h" refFor="ch" refForName="text_5" op="gte"/>
                <dgm:constr type="h" for="ch" forName="text_5" refType="h" refFor="ch" refForName="accent_5" fact="0.8"/>
                <dgm:constr type="ctrY" for="ch" forName="text_5" refType="ctrY" refFor="ch" refForName="accent_5"/>
                <dgm:constr type="rMarg" for="ch" forName="text_5" refType="w" refFor="ch" refForName="accent_5" fact="1.8"/>
                <dgm:constr type="h" for="ch" forName="accent_6" refType="h" fact="0.1136"/>
                <dgm:constr type="w" for="ch" forName="accent_6" refType="h" refFor="ch" refForName="accent_6" op="equ"/>
                <dgm:constr type="ctrY" for="ch" forName="accent_6" refType="h" fact="0.7727"/>
                <dgm:constr type="ctrX" for="ch" forName="accent_6" refType="w"/>
                <dgm:constr type="ctrXOff" for="ch" forName="accent_6" refType="h" fact="-0.1658"/>
                <dgm:constr type="r" for="ch" forName="text_6" refType="ctrX" refFor="ch" refForName="accent_6"/>
                <dgm:constr type="rOff" for="ch" forName="text_6" refType="ctrXOff" refFor="ch" refForName="accent_6"/>
                <dgm:constr type="l" for="ch" forName="text_6"/>
                <dgm:constr type="w" for="ch" forName="text_6" refType="h" refFor="ch" refForName="text_6" op="gte"/>
                <dgm:constr type="h" for="ch" forName="text_6" refType="h" refFor="ch" refForName="accent_6" fact="0.8"/>
                <dgm:constr type="ctrY" for="ch" forName="text_6" refType="ctrY" refFor="ch" refForName="accent_6"/>
                <dgm:constr type="rMarg" for="ch" forName="text_6" refType="w" refFor="ch" refForName="accent_6" fact="1.8"/>
                <dgm:constr type="h" for="ch" forName="accent_7" refType="h" fact="0.1136"/>
                <dgm:constr type="w" for="ch" forName="accent_7" refType="h" refFor="ch" refForName="accent_7" op="equ"/>
                <dgm:constr type="ctrY" for="ch" forName="accent_7" refType="h" fact="0.9091"/>
                <dgm:constr type="ctrX" for="ch" forName="accent_7" refType="w"/>
                <dgm:constr type="ctrXOff" for="ch" forName="accent_7" refType="h" fact="-0.0835"/>
                <dgm:constr type="r" for="ch" forName="text_7" refType="ctrX" refFor="ch" refForName="accent_7"/>
                <dgm:constr type="rOff" for="ch" forName="text_7" refType="ctrXOff" refFor="ch" refForName="accent_7"/>
                <dgm:constr type="l" for="ch" forName="text_7"/>
                <dgm:constr type="w" for="ch" forName="text_7" refType="h" refFor="ch" refForName="text_7" op="gte"/>
                <dgm:constr type="h" for="ch" forName="text_7" refType="h" refFor="ch" refForName="accent_7" fact="0.8"/>
                <dgm:constr type="ctrY" for="ch" forName="text_7" refType="ctrY" refFor="ch" refForName="accent_7"/>
                <dgm:constr type="rMarg" for="ch" forName="text_7" refType="w" refFor="ch" refForName="accent_7" fact="1.8"/>
                <dgm:constr type="primFontSz" for="ch" ptType="node" op="equ" val="65"/>
              </dgm:constrLst>
            </dgm:else>
          </dgm:choose>
        </dgm:else>
      </dgm:choose>
      <dgm:layoutNode name="cycle">
        <dgm:choose name="Name21">
          <dgm:if name="Name22" func="var" arg="dir" op="equ" val="norm">
            <dgm:alg type="cycle">
              <dgm:param type="stAng" val="45"/>
              <dgm:param type="spanAng" val="90"/>
            </dgm:alg>
          </dgm:if>
          <dgm:else name="Name23">
            <dgm:alg type="cycle">
              <dgm:param type="stAng" val="225"/>
              <dgm:param type="spanAng" val="90"/>
            </dgm:alg>
          </dgm:else>
        </dgm:choose>
        <dgm:shape xmlns:r="http://schemas.openxmlformats.org/officeDocument/2006/relationships" r:blip="">
          <dgm:adjLst/>
        </dgm:shape>
        <dgm:presOf/>
        <dgm:constrLst>
          <dgm:constr type="w" for="ch" val="1"/>
          <dgm:constr type="h" for="ch" val="1"/>
          <dgm:constr type="diam" for="ch" forName="conn" refType="diam"/>
        </dgm:constrLst>
        <dgm:layoutNode name="srcNode">
          <dgm:alg type="sp"/>
          <dgm:shape xmlns:r="http://schemas.openxmlformats.org/officeDocument/2006/relationships" type="rect" r:blip="" hideGeom="1">
            <dgm:adjLst/>
          </dgm:shape>
          <dgm:presOf/>
        </dgm:layoutNode>
        <dgm:layoutNode name="conn" styleLbl="parChTrans1D2">
          <dgm:alg type="conn">
            <dgm:param type="connRout" val="curve"/>
            <dgm:param type="srcNode" val="srcNode"/>
            <dgm:param type="dstNode" val="dstNode"/>
            <dgm:param type="begPts" val="ctr"/>
            <dgm:param type="endPts" val="ctr"/>
            <dgm:param type="endSty" val="noArr"/>
          </dgm:alg>
          <dgm:shape xmlns:r="http://schemas.openxmlformats.org/officeDocument/2006/relationships" type="conn" r:blip="">
            <dgm:adjLst/>
          </dgm:shape>
          <dgm:presOf axis="desOrSelf" ptType="sibTrans" hideLastTrans="0" st="0" cnt="1"/>
          <dgm:constrLst>
            <dgm:constr type="begPad"/>
            <dgm:constr type="endPad"/>
          </dgm:constrLst>
        </dgm:layoutNode>
        <dgm:layoutNode name="extraNode">
          <dgm:alg type="sp"/>
          <dgm:shape xmlns:r="http://schemas.openxmlformats.org/officeDocument/2006/relationships" type="rect" r:blip="" hideGeom="1">
            <dgm:adjLst/>
          </dgm:shape>
          <dgm:presOf/>
        </dgm:layoutNode>
        <dgm:layoutNode name="dstNode">
          <dgm:alg type="sp"/>
          <dgm:shape xmlns:r="http://schemas.openxmlformats.org/officeDocument/2006/relationships" type="rect" r:blip="" hideGeom="1">
            <dgm:adjLst/>
          </dgm:shape>
          <dgm:presOf/>
        </dgm:layoutNode>
      </dgm:layoutNode>
      <dgm:forEach name="wrapper" axis="self" ptType="parTrans">
        <dgm:forEach name="wrapper2" axis="self" ptType="sibTrans" st="2">
          <dgm:forEach name="accentRepeat" axis="self">
            <dgm:layoutNode name="accentRepeatNode" styleLbl="solidFgAcc1">
              <dgm:alg type="sp"/>
              <dgm:shape xmlns:r="http://schemas.openxmlformats.org/officeDocument/2006/relationships" type="ellipse" r:blip="">
                <dgm:adjLst/>
              </dgm:shape>
              <dgm:presOf/>
            </dgm:layoutNode>
          </dgm:forEach>
        </dgm:forEach>
      </dgm:forEach>
      <dgm:forEach name="Name24" axis="ch" ptType="node" cnt="1">
        <dgm:layoutNode name="text_1" styleLbl="node1">
          <dgm:varLst>
            <dgm:bulletEnabled val="1"/>
          </dgm:varLst>
          <dgm:choose name="Name25">
            <dgm:if name="Name26" func="var" arg="dir" op="equ" val="norm">
              <dgm:alg type="tx">
                <dgm:param type="parTxLTRAlign" val="l"/>
                <dgm:param type="shpTxLTRAlignCh" val="l"/>
                <dgm:param type="parTxRTLAlign" val="l"/>
                <dgm:param type="shpTxRTLAlignCh" val="l"/>
              </dgm:alg>
            </dgm:if>
            <dgm:else name="Name27">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1">
          <dgm:alg type="sp"/>
          <dgm:shape xmlns:r="http://schemas.openxmlformats.org/officeDocument/2006/relationships" r:blip="">
            <dgm:adjLst/>
          </dgm:shape>
          <dgm:presOf/>
          <dgm:constrLst/>
          <dgm:forEach name="Name28" ref="accentRepeat"/>
        </dgm:layoutNode>
      </dgm:forEach>
      <dgm:forEach name="Name29" axis="ch" ptType="node" st="2" cnt="1">
        <dgm:layoutNode name="text_2" styleLbl="node1">
          <dgm:varLst>
            <dgm:bulletEnabled val="1"/>
          </dgm:varLst>
          <dgm:choose name="Name30">
            <dgm:if name="Name31" func="var" arg="dir" op="equ" val="norm">
              <dgm:alg type="tx">
                <dgm:param type="parTxLTRAlign" val="l"/>
                <dgm:param type="shpTxLTRAlignCh" val="l"/>
                <dgm:param type="parTxRTLAlign" val="l"/>
                <dgm:param type="shpTxRTLAlignCh" val="l"/>
              </dgm:alg>
            </dgm:if>
            <dgm:else name="Name32">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2">
          <dgm:alg type="sp"/>
          <dgm:shape xmlns:r="http://schemas.openxmlformats.org/officeDocument/2006/relationships" r:blip="">
            <dgm:adjLst/>
          </dgm:shape>
          <dgm:presOf/>
          <dgm:constrLst/>
          <dgm:forEach name="Name33" ref="accentRepeat"/>
        </dgm:layoutNode>
      </dgm:forEach>
      <dgm:forEach name="Name34" axis="ch" ptType="node" st="3" cnt="1">
        <dgm:layoutNode name="text_3" styleLbl="node1">
          <dgm:varLst>
            <dgm:bulletEnabled val="1"/>
          </dgm:varLst>
          <dgm:choose name="Name35">
            <dgm:if name="Name36" func="var" arg="dir" op="equ" val="norm">
              <dgm:alg type="tx">
                <dgm:param type="parTxLTRAlign" val="l"/>
                <dgm:param type="shpTxLTRAlignCh" val="l"/>
                <dgm:param type="parTxRTLAlign" val="l"/>
                <dgm:param type="shpTxRTLAlignCh" val="l"/>
              </dgm:alg>
            </dgm:if>
            <dgm:else name="Name37">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3">
          <dgm:alg type="sp"/>
          <dgm:shape xmlns:r="http://schemas.openxmlformats.org/officeDocument/2006/relationships" r:blip="">
            <dgm:adjLst/>
          </dgm:shape>
          <dgm:presOf/>
          <dgm:constrLst/>
          <dgm:forEach name="Name38" ref="accentRepeat"/>
        </dgm:layoutNode>
      </dgm:forEach>
      <dgm:forEach name="Name39" axis="ch" ptType="node" st="4" cnt="1">
        <dgm:layoutNode name="text_4" styleLbl="node1">
          <dgm:varLst>
            <dgm:bulletEnabled val="1"/>
          </dgm:varLst>
          <dgm:choose name="Name40">
            <dgm:if name="Name41" func="var" arg="dir" op="equ" val="norm">
              <dgm:alg type="tx">
                <dgm:param type="parTxLTRAlign" val="l"/>
                <dgm:param type="shpTxLTRAlignCh" val="l"/>
                <dgm:param type="parTxRTLAlign" val="l"/>
                <dgm:param type="shpTxRTLAlignCh" val="l"/>
              </dgm:alg>
            </dgm:if>
            <dgm:else name="Name42">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4">
          <dgm:alg type="sp"/>
          <dgm:shape xmlns:r="http://schemas.openxmlformats.org/officeDocument/2006/relationships" r:blip="">
            <dgm:adjLst/>
          </dgm:shape>
          <dgm:presOf/>
          <dgm:constrLst/>
          <dgm:forEach name="Name43" ref="accentRepeat"/>
        </dgm:layoutNode>
      </dgm:forEach>
      <dgm:forEach name="Name44" axis="ch" ptType="node" st="5" cnt="1">
        <dgm:layoutNode name="text_5" styleLbl="node1">
          <dgm:varLst>
            <dgm:bulletEnabled val="1"/>
          </dgm:varLst>
          <dgm:choose name="Name45">
            <dgm:if name="Name46" func="var" arg="dir" op="equ" val="norm">
              <dgm:alg type="tx">
                <dgm:param type="parTxLTRAlign" val="l"/>
                <dgm:param type="shpTxLTRAlignCh" val="l"/>
                <dgm:param type="parTxRTLAlign" val="l"/>
                <dgm:param type="shpTxRTLAlignCh" val="l"/>
              </dgm:alg>
            </dgm:if>
            <dgm:else name="Name47">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5">
          <dgm:alg type="sp"/>
          <dgm:shape xmlns:r="http://schemas.openxmlformats.org/officeDocument/2006/relationships" r:blip="">
            <dgm:adjLst/>
          </dgm:shape>
          <dgm:presOf/>
          <dgm:constrLst/>
          <dgm:forEach name="Name48" ref="accentRepeat"/>
        </dgm:layoutNode>
      </dgm:forEach>
      <dgm:forEach name="Name49" axis="ch" ptType="node" st="6" cnt="1">
        <dgm:layoutNode name="text_6" styleLbl="node1">
          <dgm:varLst>
            <dgm:bulletEnabled val="1"/>
          </dgm:varLst>
          <dgm:choose name="Name50">
            <dgm:if name="Name51" func="var" arg="dir" op="equ" val="norm">
              <dgm:alg type="tx">
                <dgm:param type="parTxLTRAlign" val="l"/>
                <dgm:param type="shpTxLTRAlignCh" val="l"/>
                <dgm:param type="parTxRTLAlign" val="l"/>
                <dgm:param type="shpTxRTLAlignCh" val="l"/>
              </dgm:alg>
            </dgm:if>
            <dgm:else name="Name52">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6">
          <dgm:alg type="sp"/>
          <dgm:shape xmlns:r="http://schemas.openxmlformats.org/officeDocument/2006/relationships" r:blip="">
            <dgm:adjLst/>
          </dgm:shape>
          <dgm:presOf/>
          <dgm:constrLst/>
          <dgm:forEach name="Name53" ref="accentRepeat"/>
        </dgm:layoutNode>
      </dgm:forEach>
      <dgm:forEach name="Name54" axis="ch" ptType="node" st="7" cnt="1">
        <dgm:layoutNode name="text_7" styleLbl="node1">
          <dgm:varLst>
            <dgm:bulletEnabled val="1"/>
          </dgm:varLst>
          <dgm:choose name="Name55">
            <dgm:if name="Name56" func="var" arg="dir" op="equ" val="norm">
              <dgm:alg type="tx">
                <dgm:param type="parTxLTRAlign" val="l"/>
                <dgm:param type="shpTxLTRAlignCh" val="l"/>
                <dgm:param type="parTxRTLAlign" val="l"/>
                <dgm:param type="shpTxRTLAlignCh" val="l"/>
              </dgm:alg>
            </dgm:if>
            <dgm:else name="Name57">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7">
          <dgm:alg type="sp"/>
          <dgm:shape xmlns:r="http://schemas.openxmlformats.org/officeDocument/2006/relationships" r:blip="">
            <dgm:adjLst/>
          </dgm:shape>
          <dgm:presOf/>
          <dgm:constrLst/>
          <dgm:forEach name="Name58" ref="accentRepeat"/>
        </dgm:layoutNode>
      </dgm:forEach>
    </dgm:layoutNode>
  </dgm:layoutNode>
</dgm:layoutDef>
</file>

<file path=ppt/diagrams/layout5.xml><?xml version="1.0" encoding="utf-8"?>
<dgm:layoutDef xmlns:dgm="http://schemas.openxmlformats.org/drawingml/2006/diagram" xmlns:a="http://schemas.openxmlformats.org/drawingml/2006/main" uniqueId="urn:microsoft.com/office/officeart/2009/3/layout/DescendingProcess">
  <dgm:title val=""/>
  <dgm:desc val=""/>
  <dgm:catLst>
    <dgm:cat type="process" pri="235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tyleData>
  <dgm:clr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clrData>
  <dgm:layoutNode name="Name0">
    <dgm:varLst>
      <dgm:chMax val="7"/>
      <dgm:chPref val="5"/>
    </dgm:varLst>
    <dgm:alg type="composite">
      <dgm:param type="ar" val="1.1"/>
    </dgm:alg>
    <dgm:shape xmlns:r="http://schemas.openxmlformats.org/officeDocument/2006/relationships" r:blip="">
      <dgm:adjLst/>
    </dgm:shape>
    <dgm:choose name="Name1">
      <dgm:if name="Name2" axis="ch" ptType="node" func="cnt" op="equ" val="1">
        <dgm:constrLst>
          <dgm:constr type="primFontSz" for="ch" ptType="node" op="equ" val="65"/>
          <dgm:constr type="w" for="ch" forName="arrowNode" refType="w" fact="0.75"/>
          <dgm:constr type="h" for="ch" forName="arrowNode" refType="h"/>
          <dgm:constr type="l" for="ch" forName="arrowNode" refType="w" fact="0.07"/>
          <dgm:constr type="t" for="ch" forName="arrowNode"/>
          <dgm:constr type="l" for="ch" forName="txNode1" refType="w" fact="0"/>
          <dgm:constr type="t" for="ch" forName="txNode1" refType="h" fact="0"/>
          <dgm:constr type="r" for="ch" forName="txNode1" refType="w" fact="0.37"/>
          <dgm:constr type="h" for="ch" forName="txNode1" refType="h" fact="0.16"/>
        </dgm:constrLst>
      </dgm:if>
      <dgm:if name="Name3" axis="ch" ptType="node" func="cnt" op="equ" val="2">
        <dgm:constrLst>
          <dgm:constr type="primFontSz" for="ch" ptType="node" op="equ" val="65"/>
          <dgm:constr type="w" for="ch" forName="arrowNode" refType="w" fact="0.75"/>
          <dgm:constr type="h" for="ch" forName="arrowNode" refType="h"/>
          <dgm:constr type="l" for="ch" forName="arrowNode" refType="w" fact="0.07"/>
          <dgm:constr type="t" for="ch" forName="arrowNode"/>
          <dgm:constr type="l" for="ch" forName="txNode1" refType="w" fact="0"/>
          <dgm:constr type="t" for="ch" forName="txNode1" refType="h" fact="0"/>
          <dgm:constr type="r" for="ch" forName="txNode1" refType="w" fact="0.37"/>
          <dgm:constr type="h" for="ch" forName="txNode1" refType="h" fact="0.16"/>
          <dgm:constr type="l" for="ch" forName="txNode2" refType="w" fact="0.5"/>
          <dgm:constr type="b" for="ch" forName="txNode2" refType="h"/>
          <dgm:constr type="r" for="ch" forName="txNode2" refType="w"/>
          <dgm:constr type="h" for="ch" forName="txNode2" refType="h" fact="0.16"/>
        </dgm:constrLst>
      </dgm:if>
      <dgm:if name="Name4" axis="ch" ptType="node" func="cnt" op="equ" val="3">
        <dgm:constrLst>
          <dgm:constr type="primFontSz" for="ch" ptType="node" op="equ" val="65"/>
          <dgm:constr type="w" for="ch" forName="arrowNode" refType="w" fact="0.75"/>
          <dgm:constr type="h" for="ch" forName="arrowNode" refType="h"/>
          <dgm:constr type="l" for="ch" forName="arrowNode" refType="w" fact="0.07"/>
          <dgm:constr type="t" for="ch" forName="arrowNode"/>
          <dgm:constr type="l" for="ch" forName="txNode1" refType="w" fact="0"/>
          <dgm:constr type="t" for="ch" forName="txNode1" refType="h" fact="0"/>
          <dgm:constr type="r" for="ch" forName="txNode1" refType="w" fact="0.37"/>
          <dgm:constr type="h" for="ch" forName="txNode1" refType="h" fact="0.16"/>
          <dgm:constr type="l" for="ch" forName="txNode2" refType="w" fact="0.56"/>
          <dgm:constr type="ctrY" for="ch" forName="txNode2" refType="h" fact="0.3992"/>
          <dgm:constr type="r" for="ch" forName="txNode2" refType="w"/>
          <dgm:constr type="h" for="ch" forName="txNode2" refType="h" fact="0.16"/>
          <dgm:constr type="l" for="ch" forName="txNode3" refType="w" fact="0.5"/>
          <dgm:constr type="b" for="ch" forName="txNode3" refType="h"/>
          <dgm:constr type="r" for="ch" forName="txNode3" refType="w"/>
          <dgm:constr type="h" for="ch" forName="txNode3" refType="h" fact="0.16"/>
          <dgm:constr type="ctrX" for="ch" forName="dotNode2" refType="w" fact="0.4782"/>
          <dgm:constr type="ctrY" for="ch" forName="dotNode2" refType="h" fact="0.3992"/>
          <dgm:constr type="h" for="ch" forName="dotNode2" refType="h" fact="0.0218"/>
          <dgm:constr type="w" for="ch" forName="dotNode2" refType="h" refFor="ch" refForName="dotNode2"/>
        </dgm:constrLst>
      </dgm:if>
      <dgm:if name="Name5" axis="ch" ptType="node" func="cnt" op="equ" val="4">
        <dgm:constrLst>
          <dgm:constr type="primFontSz" for="ch" ptType="node" op="equ" val="65"/>
          <dgm:constr type="w" for="ch" forName="arrowNode" refType="w" fact="0.75"/>
          <dgm:constr type="h" for="ch" forName="arrowNode" refType="h"/>
          <dgm:constr type="l" for="ch" forName="arrowNode" refType="w" fact="0.07"/>
          <dgm:constr type="t" for="ch" forName="arrowNode"/>
          <dgm:constr type="l" for="ch" forName="txNode1" refType="w" fact="0"/>
          <dgm:constr type="t" for="ch" forName="txNode1" refType="h" fact="0"/>
          <dgm:constr type="r" for="ch" forName="txNode1" refType="w" fact="0.37"/>
          <dgm:constr type="h" for="ch" forName="txNode1" refType="h" fact="0.16"/>
          <dgm:constr type="l" for="ch" forName="txNode2" refType="w" fact="0.49"/>
          <dgm:constr type="ctrY" for="ch" forName="txNode2" refType="h" fact="0.3153"/>
          <dgm:constr type="r" for="ch" forName="txNode2" refType="w"/>
          <dgm:constr type="h" for="ch" forName="txNode2" refType="h" fact="0.16"/>
          <dgm:constr type="l" for="ch" forName="txNode3" refType="w" fact="0"/>
          <dgm:constr type="ctrY" for="ch" forName="txNode3" refType="h" fact="0.5004"/>
          <dgm:constr type="r" for="ch" forName="txNode3" refType="w" fact="0.5"/>
          <dgm:constr type="h" for="ch" forName="txNode3" refType="h" fact="0.16"/>
          <dgm:constr type="l" for="ch" forName="txNode4" refType="w" fact="0.5"/>
          <dgm:constr type="b" for="ch" forName="txNode4" refType="h"/>
          <dgm:constr type="r" for="ch" forName="txNode4" refType="w"/>
          <dgm:constr type="h" for="ch" forName="txNode4" refType="h" fact="0.16"/>
          <dgm:constr type="ctrX" for="ch" forName="dotNode2" refType="w" fact="0.39"/>
          <dgm:constr type="ctrY" for="ch" forName="dotNode2" refType="h" fact="0.3153"/>
          <dgm:constr type="h" for="ch" forName="dotNode2" refType="h" fact="0.0218"/>
          <dgm:constr type="w" for="ch" forName="dotNode2" refType="h" refFor="ch" refForName="dotNode2"/>
          <dgm:constr type="ctrX" for="ch" forName="dotNode3" refType="w" fact="0.5626"/>
          <dgm:constr type="ctrY" for="ch" forName="dotNode3" refType="h" fact="0.5004"/>
          <dgm:constr type="h" for="ch" forName="dotNode3" refType="h" fact="0.0218"/>
          <dgm:constr type="w" for="ch" forName="dotNode3" refType="h" refFor="ch" refForName="dotNode3"/>
        </dgm:constrLst>
      </dgm:if>
      <dgm:if name="Name6" axis="ch" ptType="node" func="cnt" op="equ" val="5">
        <dgm:constrLst>
          <dgm:constr type="primFontSz" for="ch" ptType="node" op="equ" val="65"/>
          <dgm:constr type="w" for="ch" forName="arrowNode" refType="w" fact="0.75"/>
          <dgm:constr type="h" for="ch" forName="arrowNode" refType="h"/>
          <dgm:constr type="l" for="ch" forName="arrowNode" refType="w" fact="0.07"/>
          <dgm:constr type="t" for="ch" forName="arrowNode"/>
          <dgm:constr type="l" for="ch" forName="txNode1" refType="w" fact="0"/>
          <dgm:constr type="t" for="ch" forName="txNode1" refType="h" fact="0"/>
          <dgm:constr type="r" for="ch" forName="txNode1" refType="w" fact="0.37"/>
          <dgm:constr type="h" for="ch" forName="txNode1" refType="h" fact="0.16"/>
          <dgm:constr type="l" for="ch" forName="txNode2" refType="w" fact="0.46"/>
          <dgm:constr type="ctrY" for="ch" forName="txNode2" refType="h" fact="0.2885"/>
          <dgm:constr type="r" for="ch" forName="txNode2" refType="w"/>
          <dgm:constr type="h" for="ch" forName="txNode2" refType="h" fact="0.16"/>
          <dgm:constr type="l" for="ch" forName="txNode3" refType="w" fact="0"/>
          <dgm:constr type="ctrY" for="ch" forName="txNode3" refType="h" fact="0.4089"/>
          <dgm:constr type="r" for="ch" forName="txNode3" refType="w" fact="0.43"/>
          <dgm:constr type="h" for="ch" forName="txNode3" refType="h" fact="0.16"/>
          <dgm:constr type="l" for="ch" forName="txNode4" refType="w" fact="0.67"/>
          <dgm:constr type="ctrY" for="ch" forName="txNode4" refType="h" fact="0.5497"/>
          <dgm:constr type="r" for="ch" forName="txNode4" refType="w"/>
          <dgm:constr type="h" for="ch" forName="txNode4" refType="h" fact="0.16"/>
          <dgm:constr type="l" for="ch" forName="txNode5" refType="w" fact="0.5"/>
          <dgm:constr type="b" for="ch" forName="txNode5" refType="h"/>
          <dgm:constr type="r" for="ch" forName="txNode5" refType="w"/>
          <dgm:constr type="h" for="ch" forName="txNode5" refType="h" fact="0.16"/>
          <dgm:constr type="ctrX" for="ch" forName="dotNode2" refType="w" fact="0.3565"/>
          <dgm:constr type="ctrY" for="ch" forName="dotNode2" refType="h" fact="0.2885"/>
          <dgm:constr type="h" for="ch" forName="dotNode2" refType="h" fact="0.0218"/>
          <dgm:constr type="w" for="ch" forName="dotNode2" refType="h" refFor="ch" refForName="dotNode2"/>
          <dgm:constr type="ctrX" for="ch" forName="dotNode3" refType="w" fact="0.4922"/>
          <dgm:constr type="ctrY" for="ch" forName="dotNode3" refType="h" fact="0.4089"/>
          <dgm:constr type="h" for="ch" forName="dotNode3" refType="h" fact="0.0218"/>
          <dgm:constr type="w" for="ch" forName="dotNode3" refType="h" refFor="ch" refForName="dotNode3"/>
          <dgm:constr type="ctrX" for="ch" forName="dotNode4" refType="w" fact="0.5939"/>
          <dgm:constr type="ctrY" for="ch" forName="dotNode4" refType="h" fact="0.5497"/>
          <dgm:constr type="h" for="ch" forName="dotNode4" refType="h" fact="0.0218"/>
          <dgm:constr type="w" for="ch" forName="dotNode4" refType="h" refFor="ch" refForName="dotNode4"/>
        </dgm:constrLst>
      </dgm:if>
      <dgm:if name="Name7" axis="ch" ptType="node" func="cnt" op="equ" val="6">
        <dgm:constrLst>
          <dgm:constr type="primFontSz" for="ch" ptType="node" op="equ" val="65"/>
          <dgm:constr type="w" for="ch" forName="arrowNode" refType="w" fact="0.75"/>
          <dgm:constr type="h" for="ch" forName="arrowNode" refType="h"/>
          <dgm:constr type="l" for="ch" forName="arrowNode" refType="w" fact="0.07"/>
          <dgm:constr type="t" for="ch" forName="arrowNode"/>
          <dgm:constr type="l" for="ch" forName="txNode1" refType="w" fact="0"/>
          <dgm:constr type="t" for="ch" forName="txNode1" refType="h" fact="0"/>
          <dgm:constr type="r" for="ch" forName="txNode1" refType="w" fact="0.37"/>
          <dgm:constr type="h" for="ch" forName="txNode1" refType="h" fact="0.16"/>
          <dgm:constr type="l" for="ch" forName="txNode2" refType="w" fact="0.45"/>
          <dgm:constr type="ctrY" for="ch" forName="txNode2" refType="h" fact="0.2693"/>
          <dgm:constr type="r" for="ch" forName="txNode2" refType="w"/>
          <dgm:constr type="h" for="ch" forName="txNode2" refType="h" fact="0.16"/>
          <dgm:constr type="l" for="ch" forName="txNode3" refType="w" fact="0"/>
          <dgm:constr type="ctrY" for="ch" forName="txNode3" refType="h" fact="0.3638"/>
          <dgm:constr type="r" for="ch" forName="txNode3" refType="w" fact="0.37"/>
          <dgm:constr type="h" for="ch" forName="txNode3" refType="h" fact="0.16"/>
          <dgm:constr type="l" for="ch" forName="txNode4" refType="w" fact="0.63"/>
          <dgm:constr type="ctrY" for="ch" forName="txNode4" refType="h" fact="0.4744"/>
          <dgm:constr type="r" for="ch" forName="txNode4" refType="w"/>
          <dgm:constr type="h" for="ch" forName="txNode4" refType="h" fact="0.16"/>
          <dgm:constr type="l" for="ch" forName="txNode5" refType="w" fact="0"/>
          <dgm:constr type="ctrY" for="ch" forName="txNode5" refType="h" fact="0.5961"/>
          <dgm:constr type="r" for="ch" forName="txNode5" refType="w" fact="0.55"/>
          <dgm:constr type="h" for="ch" forName="txNode5" refType="h" fact="0.16"/>
          <dgm:constr type="l" for="ch" forName="txNode6" refType="w" fact="0.5"/>
          <dgm:constr type="b" for="ch" forName="txNode6" refType="h"/>
          <dgm:constr type="r" for="ch" forName="txNode6" refType="w"/>
          <dgm:constr type="h" for="ch" forName="txNode6" refType="h" fact="0.16"/>
          <dgm:constr type="ctrX" for="ch" forName="dotNode2" refType="w" fact="0.33"/>
          <dgm:constr type="ctrY" for="ch" forName="dotNode2" refType="h" fact="0.2693"/>
          <dgm:constr type="h" for="ch" forName="dotNode2" refType="h" fact="0.0218"/>
          <dgm:constr type="w" for="ch" forName="dotNode2" refType="h" refFor="ch" refForName="dotNode2"/>
          <dgm:constr type="ctrX" for="ch" forName="dotNode3" refType="w" fact="0.4419"/>
          <dgm:constr type="ctrY" for="ch" forName="dotNode3" refType="h" fact="0.3638"/>
          <dgm:constr type="h" for="ch" forName="dotNode3" refType="h" fact="0.0218"/>
          <dgm:constr type="w" for="ch" forName="dotNode3" refType="h" refFor="ch" refForName="dotNode3"/>
          <dgm:constr type="ctrX" for="ch" forName="dotNode4" refType="w" fact="0.5425"/>
          <dgm:constr type="ctrY" for="ch" forName="dotNode4" refType="h" fact="0.4744"/>
          <dgm:constr type="h" for="ch" forName="dotNode4" refType="h" fact="0.0218"/>
          <dgm:constr type="w" for="ch" forName="dotNode4" refType="h" refFor="ch" refForName="dotNode4"/>
          <dgm:constr type="ctrX" for="ch" forName="dotNode5" refType="w" fact="0.6153"/>
          <dgm:constr type="ctrY" for="ch" forName="dotNode5" refType="h" fact="0.5961"/>
          <dgm:constr type="h" for="ch" forName="dotNode5" refType="h" fact="0.0218"/>
          <dgm:constr type="w" for="ch" forName="dotNode5" refType="h" refFor="ch" refForName="dotNode5"/>
        </dgm:constrLst>
      </dgm:if>
      <dgm:else name="Name8">
        <dgm:constrLst>
          <dgm:constr type="primFontSz" for="ch" ptType="node" op="equ" val="65"/>
          <dgm:constr type="w" for="ch" forName="arrowNode" refType="w" fact="0.75"/>
          <dgm:constr type="h" for="ch" forName="arrowNode" refType="h"/>
          <dgm:constr type="l" for="ch" forName="arrowNode" refType="w" fact="0.07"/>
          <dgm:constr type="t" for="ch" forName="arrowNode"/>
          <dgm:constr type="l" for="ch" forName="txNode1" refType="w" fact="0"/>
          <dgm:constr type="t" for="ch" forName="txNode1" refType="h" fact="0"/>
          <dgm:constr type="r" for="ch" forName="txNode1" refType="w" fact="0.37"/>
          <dgm:constr type="h" for="ch" forName="txNode1" refType="h" fact="0.16"/>
          <dgm:constr type="l" for="ch" forName="txNode2" refType="w" fact="0.44"/>
          <dgm:constr type="ctrY" for="ch" forName="txNode2" refType="h" fact="0.2693"/>
          <dgm:constr type="r" for="ch" forName="txNode2" refType="w"/>
          <dgm:constr type="h" for="ch" forName="txNode2" refType="h" fact="0.16"/>
          <dgm:constr type="l" for="ch" forName="txNode3" refType="w" fact="0"/>
          <dgm:constr type="ctrY" for="ch" forName="txNode3" refType="h" fact="0.3424"/>
          <dgm:constr type="r" for="ch" forName="txNode3" refType="w" fact="0.33"/>
          <dgm:constr type="h" for="ch" forName="txNode3" refType="h" fact="0.16"/>
          <dgm:constr type="l" for="ch" forName="txNode4" refType="w" fact="0.61"/>
          <dgm:constr type="ctrY" for="ch" forName="txNode4" refType="h" fact="0.4276"/>
          <dgm:constr type="r" for="ch" forName="txNode4" refType="w"/>
          <dgm:constr type="h" for="ch" forName="txNode4" refType="h" fact="0.16"/>
          <dgm:constr type="l" for="ch" forName="txNode5" refType="w" fact="0"/>
          <dgm:constr type="ctrY" for="ch" forName="txNode5" refType="h" fact="0.5218"/>
          <dgm:constr type="r" for="ch" forName="txNode5" refType="w" fact="0.5"/>
          <dgm:constr type="h" for="ch" forName="txNode5" refType="h" fact="0.16"/>
          <dgm:constr type="l" for="ch" forName="txNode6" refType="w" fact="0.71"/>
          <dgm:constr type="ctrY" for="ch" forName="txNode6" refType="h" fact="0.6179"/>
          <dgm:constr type="r" for="ch" forName="txNode6" refType="w"/>
          <dgm:constr type="h" for="ch" forName="txNode6" refType="h" fact="0.16"/>
          <dgm:constr type="l" for="ch" forName="txNode7" refType="w" fact="0.5"/>
          <dgm:constr type="b" for="ch" forName="txNode7" refType="h"/>
          <dgm:constr type="r" for="ch" forName="txNode7" refType="w"/>
          <dgm:constr type="h" for="ch" forName="txNode7" refType="h" fact="0.16"/>
          <dgm:constr type="ctrX" for="ch" forName="dotNode2" refType="w" fact="0.33"/>
          <dgm:constr type="ctrY" for="ch" forName="dotNode2" refType="h" fact="0.2693"/>
          <dgm:constr type="h" for="ch" forName="dotNode2" refType="h" fact="0.0218"/>
          <dgm:constr type="w" for="ch" forName="dotNode2" refType="h" refFor="ch" refForName="dotNode2"/>
          <dgm:constr type="ctrX" for="ch" forName="dotNode3" refType="w" fact="0.425"/>
          <dgm:constr type="ctrY" for="ch" forName="dotNode3" refType="h" fact="0.3424"/>
          <dgm:constr type="h" for="ch" forName="dotNode3" refType="h" fact="0.0218"/>
          <dgm:constr type="w" for="ch" forName="dotNode3" refType="h" refFor="ch" refForName="dotNode3"/>
          <dgm:constr type="ctrX" for="ch" forName="dotNode4" refType="w" fact="0.505"/>
          <dgm:constr type="ctrY" for="ch" forName="dotNode4" refType="h" fact="0.4276"/>
          <dgm:constr type="h" for="ch" forName="dotNode4" refType="h" fact="0.0218"/>
          <dgm:constr type="w" for="ch" forName="dotNode4" refType="h" refFor="ch" refForName="dotNode4"/>
          <dgm:constr type="ctrX" for="ch" forName="dotNode5" refType="w" fact="0.5742"/>
          <dgm:constr type="ctrY" for="ch" forName="dotNode5" refType="h" fact="0.5218"/>
          <dgm:constr type="h" for="ch" forName="dotNode5" refType="h" fact="0.0218"/>
          <dgm:constr type="w" for="ch" forName="dotNode5" refType="h" refFor="ch" refForName="dotNode5"/>
          <dgm:constr type="ctrX" for="ch" forName="dotNode6" refType="w" fact="0.63"/>
          <dgm:constr type="ctrY" for="ch" forName="dotNode6" refType="h" fact="0.6179"/>
          <dgm:constr type="h" for="ch" forName="dotNode6" refType="h" fact="0.0218"/>
          <dgm:constr type="w" for="ch" forName="dotNode6" refType="h" refFor="ch" refForName="dotNode6"/>
        </dgm:constrLst>
      </dgm:else>
    </dgm:choose>
    <dgm:forEach name="Name9" axis="self" ptType="parTrans">
      <dgm:forEach name="Name10" axis="self" ptType="sibTrans" st="2">
        <dgm:forEach name="dotRepeat" axis="self">
          <dgm:layoutNode name="dotRepeatNode" styleLbl="fgShp">
            <dgm:alg type="sp"/>
            <dgm:shape xmlns:r="http://schemas.openxmlformats.org/officeDocument/2006/relationships" type="ellipse" r:blip="">
              <dgm:adjLst/>
            </dgm:shape>
            <dgm:presOf axis="self"/>
          </dgm:layoutNode>
        </dgm:forEach>
      </dgm:forEach>
    </dgm:forEach>
    <dgm:choose name="Name11">
      <dgm:if name="Name12" axis="ch" ptType="node" func="cnt" op="gte" val="1">
        <dgm:layoutNode name="arrowNode" styleLbl="node1">
          <dgm:alg type="sp"/>
          <dgm:shape xmlns:r="http://schemas.openxmlformats.org/officeDocument/2006/relationships" rot="73.2729" type="swooshArrow" r:blip="">
            <dgm:adjLst>
              <dgm:adj idx="1" val="0.1631"/>
              <dgm:adj idx="2" val="0.3137"/>
            </dgm:adjLst>
          </dgm:shape>
          <dgm:presOf/>
        </dgm:layoutNode>
      </dgm:if>
      <dgm:else name="Name13"/>
    </dgm:choose>
    <dgm:forEach name="Name14" axis="ch" ptType="node" cnt="1">
      <dgm:layoutNode name="txNode1" styleLbl="revTx">
        <dgm:varLst>
          <dgm:bulletEnabled val="1"/>
        </dgm:varLst>
        <dgm:alg type="tx">
          <dgm:param type="txAnchorVert" val="b"/>
        </dgm:alg>
        <dgm:shape xmlns:r="http://schemas.openxmlformats.org/officeDocument/2006/relationships" type="rect" r:blip="" zOrderOff="10">
          <dgm:adjLst/>
        </dgm:shape>
        <dgm:presOf axis="desOrSelf" ptType="node"/>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forEach>
    <dgm:forEach name="Name15" axis="ch" ptType="node" st="2" cnt="1">
      <dgm:layoutNode name="txNode2" styleLbl="revTx">
        <dgm:varLst>
          <dgm:bulletEnabled val="1"/>
        </dgm:varLst>
        <dgm:choose name="Name16">
          <dgm:if name="Name17" axis="self" ptType="node" func="revPos" op="equ" val="1">
            <dgm:alg type="tx">
              <dgm:param type="txAnchorVert" val="t"/>
            </dgm:alg>
          </dgm:if>
          <dgm:if name="Name18" axis="self" ptType="node" func="posOdd" op="equ" val="1">
            <dgm:alg type="tx">
              <dgm:param type="parTxLTRAlign" val="r"/>
              <dgm:param type="parTxRTLAlign" val="r"/>
            </dgm:alg>
          </dgm:if>
          <dgm:else name="Name19">
            <dgm:alg type="tx">
              <dgm:param type="parTxLTRAlign" val="l"/>
              <dgm:param type="parTxRTLAlign" val="l"/>
            </dgm:alg>
          </dgm:else>
        </dgm:choose>
        <dgm:shape xmlns:r="http://schemas.openxmlformats.org/officeDocument/2006/relationships" type="rect" r:blip="" zOrderOff="10">
          <dgm:adjLst/>
        </dgm:shape>
        <dgm:presOf axis="desOrSelf" ptType="node"/>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choose name="Name20">
        <dgm:if name="Name21" axis="par ch" ptType="all node" func="cnt" op="neq" val="2">
          <dgm:forEach name="Name22" axis="follow" ptType="sibTrans" cnt="1">
            <dgm:layoutNode name="dotNode2">
              <dgm:alg type="sp"/>
              <dgm:shape xmlns:r="http://schemas.openxmlformats.org/officeDocument/2006/relationships" r:blip="">
                <dgm:adjLst/>
              </dgm:shape>
              <dgm:presOf/>
              <dgm:forEach name="Name23" ref="dotRepeat"/>
            </dgm:layoutNode>
          </dgm:forEach>
        </dgm:if>
        <dgm:else name="Name24"/>
      </dgm:choose>
    </dgm:forEach>
    <dgm:forEach name="Name25" axis="ch" ptType="node" st="3" cnt="1">
      <dgm:layoutNode name="txNode3" styleLbl="revTx">
        <dgm:varLst>
          <dgm:bulletEnabled val="1"/>
        </dgm:varLst>
        <dgm:choose name="Name26">
          <dgm:if name="Name27" axis="self" ptType="node" func="revPos" op="equ" val="1">
            <dgm:alg type="tx">
              <dgm:param type="txAnchorVert" val="t"/>
            </dgm:alg>
          </dgm:if>
          <dgm:if name="Name28" axis="self" ptType="node" func="posOdd" op="equ" val="1">
            <dgm:alg type="tx">
              <dgm:param type="parTxLTRAlign" val="r"/>
              <dgm:param type="parTxRTLAlign" val="r"/>
            </dgm:alg>
          </dgm:if>
          <dgm:else name="Name29">
            <dgm:alg type="tx">
              <dgm:param type="parTxLTRAlign" val="l"/>
              <dgm:param type="parTxRTLAlign" val="l"/>
            </dgm:alg>
          </dgm:else>
        </dgm:choose>
        <dgm:shape xmlns:r="http://schemas.openxmlformats.org/officeDocument/2006/relationships" type="rect" r:blip="" zOrderOff="10">
          <dgm:adjLst/>
        </dgm:shape>
        <dgm:presOf axis="desOrSelf" ptType="node"/>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choose name="Name30">
        <dgm:if name="Name31" axis="par ch" ptType="all node" func="cnt" op="neq" val="3">
          <dgm:forEach name="Name32" axis="follow" ptType="sibTrans" cnt="1">
            <dgm:layoutNode name="dotNode3">
              <dgm:alg type="sp"/>
              <dgm:shape xmlns:r="http://schemas.openxmlformats.org/officeDocument/2006/relationships" r:blip="">
                <dgm:adjLst/>
              </dgm:shape>
              <dgm:presOf/>
              <dgm:forEach name="Name33" ref="dotRepeat"/>
            </dgm:layoutNode>
          </dgm:forEach>
        </dgm:if>
        <dgm:else name="Name34"/>
      </dgm:choose>
    </dgm:forEach>
    <dgm:forEach name="Name35" axis="ch" ptType="node" st="4" cnt="1">
      <dgm:layoutNode name="txNode4" styleLbl="revTx">
        <dgm:varLst>
          <dgm:bulletEnabled val="1"/>
        </dgm:varLst>
        <dgm:choose name="Name36">
          <dgm:if name="Name37" axis="self" ptType="node" func="revPos" op="equ" val="1">
            <dgm:alg type="tx">
              <dgm:param type="txAnchorVert" val="t"/>
            </dgm:alg>
          </dgm:if>
          <dgm:if name="Name38" axis="self" ptType="node" func="posOdd" op="equ" val="1">
            <dgm:alg type="tx">
              <dgm:param type="parTxLTRAlign" val="r"/>
              <dgm:param type="parTxRTLAlign" val="r"/>
            </dgm:alg>
          </dgm:if>
          <dgm:else name="Name39">
            <dgm:alg type="tx">
              <dgm:param type="parTxLTRAlign" val="l"/>
              <dgm:param type="parTxRTLAlign" val="l"/>
            </dgm:alg>
          </dgm:else>
        </dgm:choose>
        <dgm:shape xmlns:r="http://schemas.openxmlformats.org/officeDocument/2006/relationships" type="rect" r:blip="" zOrderOff="10">
          <dgm:adjLst/>
        </dgm:shape>
        <dgm:presOf axis="desOrSelf" ptType="node"/>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choose name="Name40">
        <dgm:if name="Name41" axis="par ch" ptType="all node" func="cnt" op="neq" val="4">
          <dgm:forEach name="Name42" axis="follow" ptType="sibTrans" cnt="1">
            <dgm:layoutNode name="dotNode4">
              <dgm:alg type="sp"/>
              <dgm:shape xmlns:r="http://schemas.openxmlformats.org/officeDocument/2006/relationships" r:blip="">
                <dgm:adjLst/>
              </dgm:shape>
              <dgm:presOf/>
              <dgm:forEach name="Name43" ref="dotRepeat"/>
            </dgm:layoutNode>
          </dgm:forEach>
        </dgm:if>
        <dgm:else name="Name44"/>
      </dgm:choose>
    </dgm:forEach>
    <dgm:forEach name="Name45" axis="ch" ptType="node" st="5" cnt="1">
      <dgm:layoutNode name="txNode5" styleLbl="revTx">
        <dgm:varLst>
          <dgm:bulletEnabled val="1"/>
        </dgm:varLst>
        <dgm:choose name="Name46">
          <dgm:if name="Name47" axis="self" ptType="node" func="revPos" op="equ" val="1">
            <dgm:alg type="tx">
              <dgm:param type="txAnchorVert" val="t"/>
            </dgm:alg>
          </dgm:if>
          <dgm:if name="Name48" axis="self" ptType="node" func="posOdd" op="equ" val="1">
            <dgm:alg type="tx">
              <dgm:param type="parTxLTRAlign" val="r"/>
              <dgm:param type="parTxRTLAlign" val="r"/>
            </dgm:alg>
          </dgm:if>
          <dgm:else name="Name49">
            <dgm:alg type="tx">
              <dgm:param type="parTxLTRAlign" val="l"/>
              <dgm:param type="parTxRTLAlign" val="l"/>
            </dgm:alg>
          </dgm:else>
        </dgm:choose>
        <dgm:shape xmlns:r="http://schemas.openxmlformats.org/officeDocument/2006/relationships" type="rect" r:blip="" zOrderOff="10">
          <dgm:adjLst/>
        </dgm:shape>
        <dgm:presOf axis="desOrSelf" ptType="node"/>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choose name="Name50">
        <dgm:if name="Name51" axis="par ch" ptType="all node" func="cnt" op="neq" val="5">
          <dgm:forEach name="Name52" axis="follow" ptType="sibTrans" cnt="1">
            <dgm:layoutNode name="dotNode5">
              <dgm:alg type="sp"/>
              <dgm:shape xmlns:r="http://schemas.openxmlformats.org/officeDocument/2006/relationships" r:blip="">
                <dgm:adjLst/>
              </dgm:shape>
              <dgm:presOf/>
              <dgm:forEach name="Name53" ref="dotRepeat"/>
            </dgm:layoutNode>
          </dgm:forEach>
        </dgm:if>
        <dgm:else name="Name54"/>
      </dgm:choose>
    </dgm:forEach>
    <dgm:forEach name="Name55" axis="ch" ptType="node" st="6" cnt="1">
      <dgm:layoutNode name="txNode6" styleLbl="revTx">
        <dgm:varLst>
          <dgm:bulletEnabled val="1"/>
        </dgm:varLst>
        <dgm:choose name="Name56">
          <dgm:if name="Name57" axis="self" ptType="node" func="revPos" op="equ" val="1">
            <dgm:alg type="tx">
              <dgm:param type="txAnchorVert" val="t"/>
            </dgm:alg>
          </dgm:if>
          <dgm:if name="Name58" axis="self" ptType="node" func="posOdd" op="equ" val="1">
            <dgm:alg type="tx">
              <dgm:param type="parTxLTRAlign" val="r"/>
              <dgm:param type="parTxRTLAlign" val="r"/>
            </dgm:alg>
          </dgm:if>
          <dgm:else name="Name59">
            <dgm:alg type="tx">
              <dgm:param type="parTxLTRAlign" val="l"/>
              <dgm:param type="parTxRTLAlign" val="l"/>
            </dgm:alg>
          </dgm:else>
        </dgm:choose>
        <dgm:shape xmlns:r="http://schemas.openxmlformats.org/officeDocument/2006/relationships" type="rect" r:blip="" zOrderOff="10">
          <dgm:adjLst/>
        </dgm:shape>
        <dgm:presOf axis="desOrSelf" ptType="node"/>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choose name="Name60">
        <dgm:if name="Name61" axis="par ch" ptType="all node" func="cnt" op="neq" val="6">
          <dgm:forEach name="Name62" axis="follow" ptType="sibTrans" cnt="1">
            <dgm:layoutNode name="dotNode6">
              <dgm:alg type="sp"/>
              <dgm:shape xmlns:r="http://schemas.openxmlformats.org/officeDocument/2006/relationships" r:blip="">
                <dgm:adjLst/>
              </dgm:shape>
              <dgm:presOf/>
              <dgm:forEach name="Name63" ref="dotRepeat"/>
            </dgm:layoutNode>
          </dgm:forEach>
        </dgm:if>
        <dgm:else name="Name64"/>
      </dgm:choose>
    </dgm:forEach>
    <dgm:forEach name="Name65" axis="ch" ptType="node" st="7" cnt="1">
      <dgm:layoutNode name="txNode7" styleLbl="revTx">
        <dgm:varLst>
          <dgm:bulletEnabled val="1"/>
        </dgm:varLst>
        <dgm:alg type="tx">
          <dgm:param type="txAnchorVert" val="t"/>
        </dgm:alg>
        <dgm:shape xmlns:r="http://schemas.openxmlformats.org/officeDocument/2006/relationships" type="rect" r:blip="" zOrderOff="10">
          <dgm:adjLst/>
        </dgm:shape>
        <dgm:presOf axis="desOrSelf" ptType="node"/>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forEach>
  </dgm:layoutNode>
</dgm:layoutDef>
</file>

<file path=ppt/diagrams/layout6.xml><?xml version="1.0" encoding="utf-8"?>
<dgm:layoutDef xmlns:dgm="http://schemas.openxmlformats.org/drawingml/2006/diagram" xmlns:a="http://schemas.openxmlformats.org/drawingml/2006/main" uniqueId="urn:microsoft.com/office/officeart/2009/3/layout/DescendingProcess">
  <dgm:title val=""/>
  <dgm:desc val=""/>
  <dgm:catLst>
    <dgm:cat type="process" pri="235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tyleData>
  <dgm:clr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clrData>
  <dgm:layoutNode name="Name0">
    <dgm:varLst>
      <dgm:chMax val="7"/>
      <dgm:chPref val="5"/>
    </dgm:varLst>
    <dgm:alg type="composite">
      <dgm:param type="ar" val="1.1"/>
    </dgm:alg>
    <dgm:shape xmlns:r="http://schemas.openxmlformats.org/officeDocument/2006/relationships" r:blip="">
      <dgm:adjLst/>
    </dgm:shape>
    <dgm:choose name="Name1">
      <dgm:if name="Name2" axis="ch" ptType="node" func="cnt" op="equ" val="1">
        <dgm:constrLst>
          <dgm:constr type="primFontSz" for="ch" ptType="node" op="equ" val="65"/>
          <dgm:constr type="w" for="ch" forName="arrowNode" refType="w" fact="0.75"/>
          <dgm:constr type="h" for="ch" forName="arrowNode" refType="h"/>
          <dgm:constr type="l" for="ch" forName="arrowNode" refType="w" fact="0.07"/>
          <dgm:constr type="t" for="ch" forName="arrowNode"/>
          <dgm:constr type="l" for="ch" forName="txNode1" refType="w" fact="0"/>
          <dgm:constr type="t" for="ch" forName="txNode1" refType="h" fact="0"/>
          <dgm:constr type="r" for="ch" forName="txNode1" refType="w" fact="0.37"/>
          <dgm:constr type="h" for="ch" forName="txNode1" refType="h" fact="0.16"/>
        </dgm:constrLst>
      </dgm:if>
      <dgm:if name="Name3" axis="ch" ptType="node" func="cnt" op="equ" val="2">
        <dgm:constrLst>
          <dgm:constr type="primFontSz" for="ch" ptType="node" op="equ" val="65"/>
          <dgm:constr type="w" for="ch" forName="arrowNode" refType="w" fact="0.75"/>
          <dgm:constr type="h" for="ch" forName="arrowNode" refType="h"/>
          <dgm:constr type="l" for="ch" forName="arrowNode" refType="w" fact="0.07"/>
          <dgm:constr type="t" for="ch" forName="arrowNode"/>
          <dgm:constr type="l" for="ch" forName="txNode1" refType="w" fact="0"/>
          <dgm:constr type="t" for="ch" forName="txNode1" refType="h" fact="0"/>
          <dgm:constr type="r" for="ch" forName="txNode1" refType="w" fact="0.37"/>
          <dgm:constr type="h" for="ch" forName="txNode1" refType="h" fact="0.16"/>
          <dgm:constr type="l" for="ch" forName="txNode2" refType="w" fact="0.5"/>
          <dgm:constr type="b" for="ch" forName="txNode2" refType="h"/>
          <dgm:constr type="r" for="ch" forName="txNode2" refType="w"/>
          <dgm:constr type="h" for="ch" forName="txNode2" refType="h" fact="0.16"/>
        </dgm:constrLst>
      </dgm:if>
      <dgm:if name="Name4" axis="ch" ptType="node" func="cnt" op="equ" val="3">
        <dgm:constrLst>
          <dgm:constr type="primFontSz" for="ch" ptType="node" op="equ" val="65"/>
          <dgm:constr type="w" for="ch" forName="arrowNode" refType="w" fact="0.75"/>
          <dgm:constr type="h" for="ch" forName="arrowNode" refType="h"/>
          <dgm:constr type="l" for="ch" forName="arrowNode" refType="w" fact="0.07"/>
          <dgm:constr type="t" for="ch" forName="arrowNode"/>
          <dgm:constr type="l" for="ch" forName="txNode1" refType="w" fact="0"/>
          <dgm:constr type="t" for="ch" forName="txNode1" refType="h" fact="0"/>
          <dgm:constr type="r" for="ch" forName="txNode1" refType="w" fact="0.37"/>
          <dgm:constr type="h" for="ch" forName="txNode1" refType="h" fact="0.16"/>
          <dgm:constr type="l" for="ch" forName="txNode2" refType="w" fact="0.56"/>
          <dgm:constr type="ctrY" for="ch" forName="txNode2" refType="h" fact="0.3992"/>
          <dgm:constr type="r" for="ch" forName="txNode2" refType="w"/>
          <dgm:constr type="h" for="ch" forName="txNode2" refType="h" fact="0.16"/>
          <dgm:constr type="l" for="ch" forName="txNode3" refType="w" fact="0.5"/>
          <dgm:constr type="b" for="ch" forName="txNode3" refType="h"/>
          <dgm:constr type="r" for="ch" forName="txNode3" refType="w"/>
          <dgm:constr type="h" for="ch" forName="txNode3" refType="h" fact="0.16"/>
          <dgm:constr type="ctrX" for="ch" forName="dotNode2" refType="w" fact="0.4782"/>
          <dgm:constr type="ctrY" for="ch" forName="dotNode2" refType="h" fact="0.3992"/>
          <dgm:constr type="h" for="ch" forName="dotNode2" refType="h" fact="0.0218"/>
          <dgm:constr type="w" for="ch" forName="dotNode2" refType="h" refFor="ch" refForName="dotNode2"/>
        </dgm:constrLst>
      </dgm:if>
      <dgm:if name="Name5" axis="ch" ptType="node" func="cnt" op="equ" val="4">
        <dgm:constrLst>
          <dgm:constr type="primFontSz" for="ch" ptType="node" op="equ" val="65"/>
          <dgm:constr type="w" for="ch" forName="arrowNode" refType="w" fact="0.75"/>
          <dgm:constr type="h" for="ch" forName="arrowNode" refType="h"/>
          <dgm:constr type="l" for="ch" forName="arrowNode" refType="w" fact="0.07"/>
          <dgm:constr type="t" for="ch" forName="arrowNode"/>
          <dgm:constr type="l" for="ch" forName="txNode1" refType="w" fact="0"/>
          <dgm:constr type="t" for="ch" forName="txNode1" refType="h" fact="0"/>
          <dgm:constr type="r" for="ch" forName="txNode1" refType="w" fact="0.37"/>
          <dgm:constr type="h" for="ch" forName="txNode1" refType="h" fact="0.16"/>
          <dgm:constr type="l" for="ch" forName="txNode2" refType="w" fact="0.49"/>
          <dgm:constr type="ctrY" for="ch" forName="txNode2" refType="h" fact="0.3153"/>
          <dgm:constr type="r" for="ch" forName="txNode2" refType="w"/>
          <dgm:constr type="h" for="ch" forName="txNode2" refType="h" fact="0.16"/>
          <dgm:constr type="l" for="ch" forName="txNode3" refType="w" fact="0"/>
          <dgm:constr type="ctrY" for="ch" forName="txNode3" refType="h" fact="0.5004"/>
          <dgm:constr type="r" for="ch" forName="txNode3" refType="w" fact="0.5"/>
          <dgm:constr type="h" for="ch" forName="txNode3" refType="h" fact="0.16"/>
          <dgm:constr type="l" for="ch" forName="txNode4" refType="w" fact="0.5"/>
          <dgm:constr type="b" for="ch" forName="txNode4" refType="h"/>
          <dgm:constr type="r" for="ch" forName="txNode4" refType="w"/>
          <dgm:constr type="h" for="ch" forName="txNode4" refType="h" fact="0.16"/>
          <dgm:constr type="ctrX" for="ch" forName="dotNode2" refType="w" fact="0.39"/>
          <dgm:constr type="ctrY" for="ch" forName="dotNode2" refType="h" fact="0.3153"/>
          <dgm:constr type="h" for="ch" forName="dotNode2" refType="h" fact="0.0218"/>
          <dgm:constr type="w" for="ch" forName="dotNode2" refType="h" refFor="ch" refForName="dotNode2"/>
          <dgm:constr type="ctrX" for="ch" forName="dotNode3" refType="w" fact="0.5626"/>
          <dgm:constr type="ctrY" for="ch" forName="dotNode3" refType="h" fact="0.5004"/>
          <dgm:constr type="h" for="ch" forName="dotNode3" refType="h" fact="0.0218"/>
          <dgm:constr type="w" for="ch" forName="dotNode3" refType="h" refFor="ch" refForName="dotNode3"/>
        </dgm:constrLst>
      </dgm:if>
      <dgm:if name="Name6" axis="ch" ptType="node" func="cnt" op="equ" val="5">
        <dgm:constrLst>
          <dgm:constr type="primFontSz" for="ch" ptType="node" op="equ" val="65"/>
          <dgm:constr type="w" for="ch" forName="arrowNode" refType="w" fact="0.75"/>
          <dgm:constr type="h" for="ch" forName="arrowNode" refType="h"/>
          <dgm:constr type="l" for="ch" forName="arrowNode" refType="w" fact="0.07"/>
          <dgm:constr type="t" for="ch" forName="arrowNode"/>
          <dgm:constr type="l" for="ch" forName="txNode1" refType="w" fact="0"/>
          <dgm:constr type="t" for="ch" forName="txNode1" refType="h" fact="0"/>
          <dgm:constr type="r" for="ch" forName="txNode1" refType="w" fact="0.37"/>
          <dgm:constr type="h" for="ch" forName="txNode1" refType="h" fact="0.16"/>
          <dgm:constr type="l" for="ch" forName="txNode2" refType="w" fact="0.46"/>
          <dgm:constr type="ctrY" for="ch" forName="txNode2" refType="h" fact="0.2885"/>
          <dgm:constr type="r" for="ch" forName="txNode2" refType="w"/>
          <dgm:constr type="h" for="ch" forName="txNode2" refType="h" fact="0.16"/>
          <dgm:constr type="l" for="ch" forName="txNode3" refType="w" fact="0"/>
          <dgm:constr type="ctrY" for="ch" forName="txNode3" refType="h" fact="0.4089"/>
          <dgm:constr type="r" for="ch" forName="txNode3" refType="w" fact="0.43"/>
          <dgm:constr type="h" for="ch" forName="txNode3" refType="h" fact="0.16"/>
          <dgm:constr type="l" for="ch" forName="txNode4" refType="w" fact="0.67"/>
          <dgm:constr type="ctrY" for="ch" forName="txNode4" refType="h" fact="0.5497"/>
          <dgm:constr type="r" for="ch" forName="txNode4" refType="w"/>
          <dgm:constr type="h" for="ch" forName="txNode4" refType="h" fact="0.16"/>
          <dgm:constr type="l" for="ch" forName="txNode5" refType="w" fact="0.5"/>
          <dgm:constr type="b" for="ch" forName="txNode5" refType="h"/>
          <dgm:constr type="r" for="ch" forName="txNode5" refType="w"/>
          <dgm:constr type="h" for="ch" forName="txNode5" refType="h" fact="0.16"/>
          <dgm:constr type="ctrX" for="ch" forName="dotNode2" refType="w" fact="0.3565"/>
          <dgm:constr type="ctrY" for="ch" forName="dotNode2" refType="h" fact="0.2885"/>
          <dgm:constr type="h" for="ch" forName="dotNode2" refType="h" fact="0.0218"/>
          <dgm:constr type="w" for="ch" forName="dotNode2" refType="h" refFor="ch" refForName="dotNode2"/>
          <dgm:constr type="ctrX" for="ch" forName="dotNode3" refType="w" fact="0.4922"/>
          <dgm:constr type="ctrY" for="ch" forName="dotNode3" refType="h" fact="0.4089"/>
          <dgm:constr type="h" for="ch" forName="dotNode3" refType="h" fact="0.0218"/>
          <dgm:constr type="w" for="ch" forName="dotNode3" refType="h" refFor="ch" refForName="dotNode3"/>
          <dgm:constr type="ctrX" for="ch" forName="dotNode4" refType="w" fact="0.5939"/>
          <dgm:constr type="ctrY" for="ch" forName="dotNode4" refType="h" fact="0.5497"/>
          <dgm:constr type="h" for="ch" forName="dotNode4" refType="h" fact="0.0218"/>
          <dgm:constr type="w" for="ch" forName="dotNode4" refType="h" refFor="ch" refForName="dotNode4"/>
        </dgm:constrLst>
      </dgm:if>
      <dgm:if name="Name7" axis="ch" ptType="node" func="cnt" op="equ" val="6">
        <dgm:constrLst>
          <dgm:constr type="primFontSz" for="ch" ptType="node" op="equ" val="65"/>
          <dgm:constr type="w" for="ch" forName="arrowNode" refType="w" fact="0.75"/>
          <dgm:constr type="h" for="ch" forName="arrowNode" refType="h"/>
          <dgm:constr type="l" for="ch" forName="arrowNode" refType="w" fact="0.07"/>
          <dgm:constr type="t" for="ch" forName="arrowNode"/>
          <dgm:constr type="l" for="ch" forName="txNode1" refType="w" fact="0"/>
          <dgm:constr type="t" for="ch" forName="txNode1" refType="h" fact="0"/>
          <dgm:constr type="r" for="ch" forName="txNode1" refType="w" fact="0.37"/>
          <dgm:constr type="h" for="ch" forName="txNode1" refType="h" fact="0.16"/>
          <dgm:constr type="l" for="ch" forName="txNode2" refType="w" fact="0.45"/>
          <dgm:constr type="ctrY" for="ch" forName="txNode2" refType="h" fact="0.2693"/>
          <dgm:constr type="r" for="ch" forName="txNode2" refType="w"/>
          <dgm:constr type="h" for="ch" forName="txNode2" refType="h" fact="0.16"/>
          <dgm:constr type="l" for="ch" forName="txNode3" refType="w" fact="0"/>
          <dgm:constr type="ctrY" for="ch" forName="txNode3" refType="h" fact="0.3638"/>
          <dgm:constr type="r" for="ch" forName="txNode3" refType="w" fact="0.37"/>
          <dgm:constr type="h" for="ch" forName="txNode3" refType="h" fact="0.16"/>
          <dgm:constr type="l" for="ch" forName="txNode4" refType="w" fact="0.63"/>
          <dgm:constr type="ctrY" for="ch" forName="txNode4" refType="h" fact="0.4744"/>
          <dgm:constr type="r" for="ch" forName="txNode4" refType="w"/>
          <dgm:constr type="h" for="ch" forName="txNode4" refType="h" fact="0.16"/>
          <dgm:constr type="l" for="ch" forName="txNode5" refType="w" fact="0"/>
          <dgm:constr type="ctrY" for="ch" forName="txNode5" refType="h" fact="0.5961"/>
          <dgm:constr type="r" for="ch" forName="txNode5" refType="w" fact="0.55"/>
          <dgm:constr type="h" for="ch" forName="txNode5" refType="h" fact="0.16"/>
          <dgm:constr type="l" for="ch" forName="txNode6" refType="w" fact="0.5"/>
          <dgm:constr type="b" for="ch" forName="txNode6" refType="h"/>
          <dgm:constr type="r" for="ch" forName="txNode6" refType="w"/>
          <dgm:constr type="h" for="ch" forName="txNode6" refType="h" fact="0.16"/>
          <dgm:constr type="ctrX" for="ch" forName="dotNode2" refType="w" fact="0.33"/>
          <dgm:constr type="ctrY" for="ch" forName="dotNode2" refType="h" fact="0.2693"/>
          <dgm:constr type="h" for="ch" forName="dotNode2" refType="h" fact="0.0218"/>
          <dgm:constr type="w" for="ch" forName="dotNode2" refType="h" refFor="ch" refForName="dotNode2"/>
          <dgm:constr type="ctrX" for="ch" forName="dotNode3" refType="w" fact="0.4419"/>
          <dgm:constr type="ctrY" for="ch" forName="dotNode3" refType="h" fact="0.3638"/>
          <dgm:constr type="h" for="ch" forName="dotNode3" refType="h" fact="0.0218"/>
          <dgm:constr type="w" for="ch" forName="dotNode3" refType="h" refFor="ch" refForName="dotNode3"/>
          <dgm:constr type="ctrX" for="ch" forName="dotNode4" refType="w" fact="0.5425"/>
          <dgm:constr type="ctrY" for="ch" forName="dotNode4" refType="h" fact="0.4744"/>
          <dgm:constr type="h" for="ch" forName="dotNode4" refType="h" fact="0.0218"/>
          <dgm:constr type="w" for="ch" forName="dotNode4" refType="h" refFor="ch" refForName="dotNode4"/>
          <dgm:constr type="ctrX" for="ch" forName="dotNode5" refType="w" fact="0.6153"/>
          <dgm:constr type="ctrY" for="ch" forName="dotNode5" refType="h" fact="0.5961"/>
          <dgm:constr type="h" for="ch" forName="dotNode5" refType="h" fact="0.0218"/>
          <dgm:constr type="w" for="ch" forName="dotNode5" refType="h" refFor="ch" refForName="dotNode5"/>
        </dgm:constrLst>
      </dgm:if>
      <dgm:else name="Name8">
        <dgm:constrLst>
          <dgm:constr type="primFontSz" for="ch" ptType="node" op="equ" val="65"/>
          <dgm:constr type="w" for="ch" forName="arrowNode" refType="w" fact="0.75"/>
          <dgm:constr type="h" for="ch" forName="arrowNode" refType="h"/>
          <dgm:constr type="l" for="ch" forName="arrowNode" refType="w" fact="0.07"/>
          <dgm:constr type="t" for="ch" forName="arrowNode"/>
          <dgm:constr type="l" for="ch" forName="txNode1" refType="w" fact="0"/>
          <dgm:constr type="t" for="ch" forName="txNode1" refType="h" fact="0"/>
          <dgm:constr type="r" for="ch" forName="txNode1" refType="w" fact="0.37"/>
          <dgm:constr type="h" for="ch" forName="txNode1" refType="h" fact="0.16"/>
          <dgm:constr type="l" for="ch" forName="txNode2" refType="w" fact="0.44"/>
          <dgm:constr type="ctrY" for="ch" forName="txNode2" refType="h" fact="0.2693"/>
          <dgm:constr type="r" for="ch" forName="txNode2" refType="w"/>
          <dgm:constr type="h" for="ch" forName="txNode2" refType="h" fact="0.16"/>
          <dgm:constr type="l" for="ch" forName="txNode3" refType="w" fact="0"/>
          <dgm:constr type="ctrY" for="ch" forName="txNode3" refType="h" fact="0.3424"/>
          <dgm:constr type="r" for="ch" forName="txNode3" refType="w" fact="0.33"/>
          <dgm:constr type="h" for="ch" forName="txNode3" refType="h" fact="0.16"/>
          <dgm:constr type="l" for="ch" forName="txNode4" refType="w" fact="0.61"/>
          <dgm:constr type="ctrY" for="ch" forName="txNode4" refType="h" fact="0.4276"/>
          <dgm:constr type="r" for="ch" forName="txNode4" refType="w"/>
          <dgm:constr type="h" for="ch" forName="txNode4" refType="h" fact="0.16"/>
          <dgm:constr type="l" for="ch" forName="txNode5" refType="w" fact="0"/>
          <dgm:constr type="ctrY" for="ch" forName="txNode5" refType="h" fact="0.5218"/>
          <dgm:constr type="r" for="ch" forName="txNode5" refType="w" fact="0.5"/>
          <dgm:constr type="h" for="ch" forName="txNode5" refType="h" fact="0.16"/>
          <dgm:constr type="l" for="ch" forName="txNode6" refType="w" fact="0.71"/>
          <dgm:constr type="ctrY" for="ch" forName="txNode6" refType="h" fact="0.6179"/>
          <dgm:constr type="r" for="ch" forName="txNode6" refType="w"/>
          <dgm:constr type="h" for="ch" forName="txNode6" refType="h" fact="0.16"/>
          <dgm:constr type="l" for="ch" forName="txNode7" refType="w" fact="0.5"/>
          <dgm:constr type="b" for="ch" forName="txNode7" refType="h"/>
          <dgm:constr type="r" for="ch" forName="txNode7" refType="w"/>
          <dgm:constr type="h" for="ch" forName="txNode7" refType="h" fact="0.16"/>
          <dgm:constr type="ctrX" for="ch" forName="dotNode2" refType="w" fact="0.33"/>
          <dgm:constr type="ctrY" for="ch" forName="dotNode2" refType="h" fact="0.2693"/>
          <dgm:constr type="h" for="ch" forName="dotNode2" refType="h" fact="0.0218"/>
          <dgm:constr type="w" for="ch" forName="dotNode2" refType="h" refFor="ch" refForName="dotNode2"/>
          <dgm:constr type="ctrX" for="ch" forName="dotNode3" refType="w" fact="0.425"/>
          <dgm:constr type="ctrY" for="ch" forName="dotNode3" refType="h" fact="0.3424"/>
          <dgm:constr type="h" for="ch" forName="dotNode3" refType="h" fact="0.0218"/>
          <dgm:constr type="w" for="ch" forName="dotNode3" refType="h" refFor="ch" refForName="dotNode3"/>
          <dgm:constr type="ctrX" for="ch" forName="dotNode4" refType="w" fact="0.505"/>
          <dgm:constr type="ctrY" for="ch" forName="dotNode4" refType="h" fact="0.4276"/>
          <dgm:constr type="h" for="ch" forName="dotNode4" refType="h" fact="0.0218"/>
          <dgm:constr type="w" for="ch" forName="dotNode4" refType="h" refFor="ch" refForName="dotNode4"/>
          <dgm:constr type="ctrX" for="ch" forName="dotNode5" refType="w" fact="0.5742"/>
          <dgm:constr type="ctrY" for="ch" forName="dotNode5" refType="h" fact="0.5218"/>
          <dgm:constr type="h" for="ch" forName="dotNode5" refType="h" fact="0.0218"/>
          <dgm:constr type="w" for="ch" forName="dotNode5" refType="h" refFor="ch" refForName="dotNode5"/>
          <dgm:constr type="ctrX" for="ch" forName="dotNode6" refType="w" fact="0.63"/>
          <dgm:constr type="ctrY" for="ch" forName="dotNode6" refType="h" fact="0.6179"/>
          <dgm:constr type="h" for="ch" forName="dotNode6" refType="h" fact="0.0218"/>
          <dgm:constr type="w" for="ch" forName="dotNode6" refType="h" refFor="ch" refForName="dotNode6"/>
        </dgm:constrLst>
      </dgm:else>
    </dgm:choose>
    <dgm:forEach name="Name9" axis="self" ptType="parTrans">
      <dgm:forEach name="Name10" axis="self" ptType="sibTrans" st="2">
        <dgm:forEach name="dotRepeat" axis="self">
          <dgm:layoutNode name="dotRepeatNode" styleLbl="fgShp">
            <dgm:alg type="sp"/>
            <dgm:shape xmlns:r="http://schemas.openxmlformats.org/officeDocument/2006/relationships" type="ellipse" r:blip="">
              <dgm:adjLst/>
            </dgm:shape>
            <dgm:presOf axis="self"/>
          </dgm:layoutNode>
        </dgm:forEach>
      </dgm:forEach>
    </dgm:forEach>
    <dgm:choose name="Name11">
      <dgm:if name="Name12" axis="ch" ptType="node" func="cnt" op="gte" val="1">
        <dgm:layoutNode name="arrowNode" styleLbl="node1">
          <dgm:alg type="sp"/>
          <dgm:shape xmlns:r="http://schemas.openxmlformats.org/officeDocument/2006/relationships" rot="73.2729" type="swooshArrow" r:blip="">
            <dgm:adjLst>
              <dgm:adj idx="1" val="0.1631"/>
              <dgm:adj idx="2" val="0.3137"/>
            </dgm:adjLst>
          </dgm:shape>
          <dgm:presOf/>
        </dgm:layoutNode>
      </dgm:if>
      <dgm:else name="Name13"/>
    </dgm:choose>
    <dgm:forEach name="Name14" axis="ch" ptType="node" cnt="1">
      <dgm:layoutNode name="txNode1" styleLbl="revTx">
        <dgm:varLst>
          <dgm:bulletEnabled val="1"/>
        </dgm:varLst>
        <dgm:alg type="tx">
          <dgm:param type="txAnchorVert" val="b"/>
        </dgm:alg>
        <dgm:shape xmlns:r="http://schemas.openxmlformats.org/officeDocument/2006/relationships" type="rect" r:blip="" zOrderOff="10">
          <dgm:adjLst/>
        </dgm:shape>
        <dgm:presOf axis="desOrSelf" ptType="node"/>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forEach>
    <dgm:forEach name="Name15" axis="ch" ptType="node" st="2" cnt="1">
      <dgm:layoutNode name="txNode2" styleLbl="revTx">
        <dgm:varLst>
          <dgm:bulletEnabled val="1"/>
        </dgm:varLst>
        <dgm:choose name="Name16">
          <dgm:if name="Name17" axis="self" ptType="node" func="revPos" op="equ" val="1">
            <dgm:alg type="tx">
              <dgm:param type="txAnchorVert" val="t"/>
            </dgm:alg>
          </dgm:if>
          <dgm:if name="Name18" axis="self" ptType="node" func="posOdd" op="equ" val="1">
            <dgm:alg type="tx">
              <dgm:param type="parTxLTRAlign" val="r"/>
              <dgm:param type="parTxRTLAlign" val="r"/>
            </dgm:alg>
          </dgm:if>
          <dgm:else name="Name19">
            <dgm:alg type="tx">
              <dgm:param type="parTxLTRAlign" val="l"/>
              <dgm:param type="parTxRTLAlign" val="l"/>
            </dgm:alg>
          </dgm:else>
        </dgm:choose>
        <dgm:shape xmlns:r="http://schemas.openxmlformats.org/officeDocument/2006/relationships" type="rect" r:blip="" zOrderOff="10">
          <dgm:adjLst/>
        </dgm:shape>
        <dgm:presOf axis="desOrSelf" ptType="node"/>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choose name="Name20">
        <dgm:if name="Name21" axis="par ch" ptType="all node" func="cnt" op="neq" val="2">
          <dgm:forEach name="Name22" axis="follow" ptType="sibTrans" cnt="1">
            <dgm:layoutNode name="dotNode2">
              <dgm:alg type="sp"/>
              <dgm:shape xmlns:r="http://schemas.openxmlformats.org/officeDocument/2006/relationships" r:blip="">
                <dgm:adjLst/>
              </dgm:shape>
              <dgm:presOf/>
              <dgm:forEach name="Name23" ref="dotRepeat"/>
            </dgm:layoutNode>
          </dgm:forEach>
        </dgm:if>
        <dgm:else name="Name24"/>
      </dgm:choose>
    </dgm:forEach>
    <dgm:forEach name="Name25" axis="ch" ptType="node" st="3" cnt="1">
      <dgm:layoutNode name="txNode3" styleLbl="revTx">
        <dgm:varLst>
          <dgm:bulletEnabled val="1"/>
        </dgm:varLst>
        <dgm:choose name="Name26">
          <dgm:if name="Name27" axis="self" ptType="node" func="revPos" op="equ" val="1">
            <dgm:alg type="tx">
              <dgm:param type="txAnchorVert" val="t"/>
            </dgm:alg>
          </dgm:if>
          <dgm:if name="Name28" axis="self" ptType="node" func="posOdd" op="equ" val="1">
            <dgm:alg type="tx">
              <dgm:param type="parTxLTRAlign" val="r"/>
              <dgm:param type="parTxRTLAlign" val="r"/>
            </dgm:alg>
          </dgm:if>
          <dgm:else name="Name29">
            <dgm:alg type="tx">
              <dgm:param type="parTxLTRAlign" val="l"/>
              <dgm:param type="parTxRTLAlign" val="l"/>
            </dgm:alg>
          </dgm:else>
        </dgm:choose>
        <dgm:shape xmlns:r="http://schemas.openxmlformats.org/officeDocument/2006/relationships" type="rect" r:blip="" zOrderOff="10">
          <dgm:adjLst/>
        </dgm:shape>
        <dgm:presOf axis="desOrSelf" ptType="node"/>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choose name="Name30">
        <dgm:if name="Name31" axis="par ch" ptType="all node" func="cnt" op="neq" val="3">
          <dgm:forEach name="Name32" axis="follow" ptType="sibTrans" cnt="1">
            <dgm:layoutNode name="dotNode3">
              <dgm:alg type="sp"/>
              <dgm:shape xmlns:r="http://schemas.openxmlformats.org/officeDocument/2006/relationships" r:blip="">
                <dgm:adjLst/>
              </dgm:shape>
              <dgm:presOf/>
              <dgm:forEach name="Name33" ref="dotRepeat"/>
            </dgm:layoutNode>
          </dgm:forEach>
        </dgm:if>
        <dgm:else name="Name34"/>
      </dgm:choose>
    </dgm:forEach>
    <dgm:forEach name="Name35" axis="ch" ptType="node" st="4" cnt="1">
      <dgm:layoutNode name="txNode4" styleLbl="revTx">
        <dgm:varLst>
          <dgm:bulletEnabled val="1"/>
        </dgm:varLst>
        <dgm:choose name="Name36">
          <dgm:if name="Name37" axis="self" ptType="node" func="revPos" op="equ" val="1">
            <dgm:alg type="tx">
              <dgm:param type="txAnchorVert" val="t"/>
            </dgm:alg>
          </dgm:if>
          <dgm:if name="Name38" axis="self" ptType="node" func="posOdd" op="equ" val="1">
            <dgm:alg type="tx">
              <dgm:param type="parTxLTRAlign" val="r"/>
              <dgm:param type="parTxRTLAlign" val="r"/>
            </dgm:alg>
          </dgm:if>
          <dgm:else name="Name39">
            <dgm:alg type="tx">
              <dgm:param type="parTxLTRAlign" val="l"/>
              <dgm:param type="parTxRTLAlign" val="l"/>
            </dgm:alg>
          </dgm:else>
        </dgm:choose>
        <dgm:shape xmlns:r="http://schemas.openxmlformats.org/officeDocument/2006/relationships" type="rect" r:blip="" zOrderOff="10">
          <dgm:adjLst/>
        </dgm:shape>
        <dgm:presOf axis="desOrSelf" ptType="node"/>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choose name="Name40">
        <dgm:if name="Name41" axis="par ch" ptType="all node" func="cnt" op="neq" val="4">
          <dgm:forEach name="Name42" axis="follow" ptType="sibTrans" cnt="1">
            <dgm:layoutNode name="dotNode4">
              <dgm:alg type="sp"/>
              <dgm:shape xmlns:r="http://schemas.openxmlformats.org/officeDocument/2006/relationships" r:blip="">
                <dgm:adjLst/>
              </dgm:shape>
              <dgm:presOf/>
              <dgm:forEach name="Name43" ref="dotRepeat"/>
            </dgm:layoutNode>
          </dgm:forEach>
        </dgm:if>
        <dgm:else name="Name44"/>
      </dgm:choose>
    </dgm:forEach>
    <dgm:forEach name="Name45" axis="ch" ptType="node" st="5" cnt="1">
      <dgm:layoutNode name="txNode5" styleLbl="revTx">
        <dgm:varLst>
          <dgm:bulletEnabled val="1"/>
        </dgm:varLst>
        <dgm:choose name="Name46">
          <dgm:if name="Name47" axis="self" ptType="node" func="revPos" op="equ" val="1">
            <dgm:alg type="tx">
              <dgm:param type="txAnchorVert" val="t"/>
            </dgm:alg>
          </dgm:if>
          <dgm:if name="Name48" axis="self" ptType="node" func="posOdd" op="equ" val="1">
            <dgm:alg type="tx">
              <dgm:param type="parTxLTRAlign" val="r"/>
              <dgm:param type="parTxRTLAlign" val="r"/>
            </dgm:alg>
          </dgm:if>
          <dgm:else name="Name49">
            <dgm:alg type="tx">
              <dgm:param type="parTxLTRAlign" val="l"/>
              <dgm:param type="parTxRTLAlign" val="l"/>
            </dgm:alg>
          </dgm:else>
        </dgm:choose>
        <dgm:shape xmlns:r="http://schemas.openxmlformats.org/officeDocument/2006/relationships" type="rect" r:blip="" zOrderOff="10">
          <dgm:adjLst/>
        </dgm:shape>
        <dgm:presOf axis="desOrSelf" ptType="node"/>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choose name="Name50">
        <dgm:if name="Name51" axis="par ch" ptType="all node" func="cnt" op="neq" val="5">
          <dgm:forEach name="Name52" axis="follow" ptType="sibTrans" cnt="1">
            <dgm:layoutNode name="dotNode5">
              <dgm:alg type="sp"/>
              <dgm:shape xmlns:r="http://schemas.openxmlformats.org/officeDocument/2006/relationships" r:blip="">
                <dgm:adjLst/>
              </dgm:shape>
              <dgm:presOf/>
              <dgm:forEach name="Name53" ref="dotRepeat"/>
            </dgm:layoutNode>
          </dgm:forEach>
        </dgm:if>
        <dgm:else name="Name54"/>
      </dgm:choose>
    </dgm:forEach>
    <dgm:forEach name="Name55" axis="ch" ptType="node" st="6" cnt="1">
      <dgm:layoutNode name="txNode6" styleLbl="revTx">
        <dgm:varLst>
          <dgm:bulletEnabled val="1"/>
        </dgm:varLst>
        <dgm:choose name="Name56">
          <dgm:if name="Name57" axis="self" ptType="node" func="revPos" op="equ" val="1">
            <dgm:alg type="tx">
              <dgm:param type="txAnchorVert" val="t"/>
            </dgm:alg>
          </dgm:if>
          <dgm:if name="Name58" axis="self" ptType="node" func="posOdd" op="equ" val="1">
            <dgm:alg type="tx">
              <dgm:param type="parTxLTRAlign" val="r"/>
              <dgm:param type="parTxRTLAlign" val="r"/>
            </dgm:alg>
          </dgm:if>
          <dgm:else name="Name59">
            <dgm:alg type="tx">
              <dgm:param type="parTxLTRAlign" val="l"/>
              <dgm:param type="parTxRTLAlign" val="l"/>
            </dgm:alg>
          </dgm:else>
        </dgm:choose>
        <dgm:shape xmlns:r="http://schemas.openxmlformats.org/officeDocument/2006/relationships" type="rect" r:blip="" zOrderOff="10">
          <dgm:adjLst/>
        </dgm:shape>
        <dgm:presOf axis="desOrSelf" ptType="node"/>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choose name="Name60">
        <dgm:if name="Name61" axis="par ch" ptType="all node" func="cnt" op="neq" val="6">
          <dgm:forEach name="Name62" axis="follow" ptType="sibTrans" cnt="1">
            <dgm:layoutNode name="dotNode6">
              <dgm:alg type="sp"/>
              <dgm:shape xmlns:r="http://schemas.openxmlformats.org/officeDocument/2006/relationships" r:blip="">
                <dgm:adjLst/>
              </dgm:shape>
              <dgm:presOf/>
              <dgm:forEach name="Name63" ref="dotRepeat"/>
            </dgm:layoutNode>
          </dgm:forEach>
        </dgm:if>
        <dgm:else name="Name64"/>
      </dgm:choose>
    </dgm:forEach>
    <dgm:forEach name="Name65" axis="ch" ptType="node" st="7" cnt="1">
      <dgm:layoutNode name="txNode7" styleLbl="revTx">
        <dgm:varLst>
          <dgm:bulletEnabled val="1"/>
        </dgm:varLst>
        <dgm:alg type="tx">
          <dgm:param type="txAnchorVert" val="t"/>
        </dgm:alg>
        <dgm:shape xmlns:r="http://schemas.openxmlformats.org/officeDocument/2006/relationships" type="rect" r:blip="" zOrderOff="10">
          <dgm:adjLst/>
        </dgm:shape>
        <dgm:presOf axis="desOrSelf" ptType="node"/>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forEach>
  </dgm:layoutNode>
</dgm:layoutDef>
</file>

<file path=ppt/diagrams/layout7.xml><?xml version="1.0" encoding="utf-8"?>
<dgm:layoutDef xmlns:dgm="http://schemas.openxmlformats.org/drawingml/2006/diagram" xmlns:a="http://schemas.openxmlformats.org/drawingml/2006/main" uniqueId="urn:microsoft.com/office/officeart/2008/layout/VerticalCurvedList">
  <dgm:title val=""/>
  <dgm:desc val=""/>
  <dgm:catLst>
    <dgm:cat type="list" pri="20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rSet phldr="1"/>
        </dgm:pt>
        <dgm:pt modelId="2">
          <dgm:prSet phldr="1"/>
        </dgm:pt>
      </dgm:ptLst>
      <dgm:cxnLst>
        <dgm:cxn modelId="3" srcId="0" destId="1" srcOrd="0" destOrd="0"/>
        <dgm:cxn modelId="4" srcId="0" destId="2" srcOrd="1" destOrd="0"/>
      </dgm:cxnLst>
      <dgm:bg/>
      <dgm:whole/>
    </dgm:dataModel>
  </dgm:styleData>
  <dgm:clr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chMax val="7"/>
      <dgm:chPref val="7"/>
      <dgm:dir/>
    </dgm:varLst>
    <dgm:alg type="composite"/>
    <dgm:shape xmlns:r="http://schemas.openxmlformats.org/officeDocument/2006/relationships" r:blip="">
      <dgm:adjLst/>
    </dgm:shape>
    <dgm:constrLst>
      <dgm:constr type="w" for="ch" refType="h" refFor="ch" op="gte" fact="0.8"/>
    </dgm:constrLst>
    <dgm:layoutNode name="Name1">
      <dgm:alg type="composite"/>
      <dgm:shape xmlns:r="http://schemas.openxmlformats.org/officeDocument/2006/relationships" r:blip="">
        <dgm:adjLst/>
      </dgm:shape>
      <dgm:choose name="Name2">
        <dgm:if name="Name3" func="var" arg="dir" op="equ" val="norm">
          <dgm:choose name="Name4">
            <dgm:if name="Name5" axis="ch" ptType="node" func="cnt" op="equ" val="1">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625"/>
                <dgm:constr type="w" for="ch" forName="accent_1" refType="h" refFor="ch" refForName="accent_1" op="equ"/>
                <dgm:constr type="ctrY" for="ch" forName="accent_1" refType="h" fact="0.5"/>
                <dgm:constr type="ctrX" for="ch" forName="accent_1" refType="h" fact="0.2253"/>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primFontSz" for="ch" ptType="node" op="equ" val="65"/>
              </dgm:constrLst>
            </dgm:if>
            <dgm:if name="Name6" axis="ch" ptType="node" func="cnt" op="equ" val="2">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3571"/>
                <dgm:constr type="w" for="ch" forName="accent_1" refType="h" refFor="ch" refForName="accent_1" op="equ"/>
                <dgm:constr type="ctrY" for="ch" forName="accent_1" refType="h" fact="0.2857"/>
                <dgm:constr type="ctrX" for="ch" forName="accent_1" refType="h" fact="0.1891"/>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3571"/>
                <dgm:constr type="w" for="ch" forName="accent_2" refType="h" refFor="ch" refForName="accent_2" op="equ"/>
                <dgm:constr type="ctrY" for="ch" forName="accent_2" refType="h" fact="0.7143"/>
                <dgm:constr type="ctrX" for="ch" forName="accent_2" refType="h" fact="0.1891"/>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primFontSz" for="ch" ptType="node" op="equ" val="65"/>
              </dgm:constrLst>
            </dgm:if>
            <dgm:if name="Name7" axis="ch" ptType="node" func="cnt" op="equ" val="3">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25"/>
                <dgm:constr type="w" for="ch" forName="accent_1" refType="h" refFor="ch" refForName="accent_1" op="equ"/>
                <dgm:constr type="ctrY" for="ch" forName="accent_1" refType="h" fact="0.2"/>
                <dgm:constr type="ctrX" for="ch" forName="accent_1" refType="h" fact="0.1526"/>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25"/>
                <dgm:constr type="w" for="ch" forName="accent_2" refType="h" refFor="ch" refForName="accent_2" op="equ"/>
                <dgm:constr type="ctrY" for="ch" forName="accent_2" refType="h" fact="0.5"/>
                <dgm:constr type="ctrX" for="ch" forName="accent_2" refType="h" fact="0.2253"/>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25"/>
                <dgm:constr type="w" for="ch" forName="accent_3" refType="h" refFor="ch" refForName="accent_3" op="equ"/>
                <dgm:constr type="ctrY" for="ch" forName="accent_3" refType="h" fact="0.8"/>
                <dgm:constr type="ctrX" for="ch" forName="accent_3" refType="h" fact="0.1526"/>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primFontSz" for="ch" ptType="node" op="equ" val="65"/>
              </dgm:constrLst>
            </dgm:if>
            <dgm:if name="Name8" axis="ch" ptType="node" func="cnt" op="equ" val="4">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923"/>
                <dgm:constr type="w" for="ch" forName="accent_1" refType="h" refFor="ch" refForName="accent_1" op="equ"/>
                <dgm:constr type="ctrY" for="ch" forName="accent_1" refType="h" fact="0.1538"/>
                <dgm:constr type="ctrX" for="ch" forName="accent_1" refType="h" fact="0.1268"/>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923"/>
                <dgm:constr type="w" for="ch" forName="accent_2" refType="h" refFor="ch" refForName="accent_2" op="equ"/>
                <dgm:constr type="ctrY" for="ch" forName="accent_2" refType="h" fact="0.3846"/>
                <dgm:constr type="ctrX" for="ch" forName="accent_2" refType="h" fact="0.215"/>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923"/>
                <dgm:constr type="w" for="ch" forName="accent_3" refType="h" refFor="ch" refForName="accent_3" op="equ"/>
                <dgm:constr type="ctrY" for="ch" forName="accent_3" refType="h" fact="0.6154"/>
                <dgm:constr type="ctrX" for="ch" forName="accent_3" refType="h" fact="0.215"/>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923"/>
                <dgm:constr type="w" for="ch" forName="accent_4" refType="h" refFor="ch" refForName="accent_4" op="equ"/>
                <dgm:constr type="ctrY" for="ch" forName="accent_4" refType="h" fact="0.8462"/>
                <dgm:constr type="ctrX" for="ch" forName="accent_4" refType="h" fact="0.1268"/>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primFontSz" for="ch" ptType="node" op="equ" val="65"/>
              </dgm:constrLst>
            </dgm:if>
            <dgm:if name="Name9" axis="ch" ptType="node" func="cnt" op="equ" val="5">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563"/>
                <dgm:constr type="w" for="ch" forName="accent_1" refType="h" refFor="ch" refForName="accent_1" op="equ"/>
                <dgm:constr type="ctrY" for="ch" forName="accent_1" refType="h" fact="0.125"/>
                <dgm:constr type="ctrX" for="ch" forName="accent_1" refType="h" fact="0.1082"/>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563"/>
                <dgm:constr type="w" for="ch" forName="accent_2" refType="h" refFor="ch" refForName="accent_2" op="equ"/>
                <dgm:constr type="ctrY" for="ch" forName="accent_2" refType="h" fact="0.3125"/>
                <dgm:constr type="ctrX" for="ch" forName="accent_2" refType="h" fact="0.1978"/>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563"/>
                <dgm:constr type="w" for="ch" forName="accent_3" refType="h" refFor="ch" refForName="accent_3" op="equ"/>
                <dgm:constr type="ctrY" for="ch" forName="accent_3" refType="h" fact="0.5"/>
                <dgm:constr type="ctrX" for="ch" forName="accent_3" refType="h" fact="0.2253"/>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563"/>
                <dgm:constr type="w" for="ch" forName="accent_4" refType="h" refFor="ch" refForName="accent_4" op="equ"/>
                <dgm:constr type="ctrY" for="ch" forName="accent_4" refType="h" fact="0.6875"/>
                <dgm:constr type="ctrX" for="ch" forName="accent_4" refType="h" fact="0.1978"/>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h" for="ch" forName="accent_5" refType="h" fact="0.1563"/>
                <dgm:constr type="w" for="ch" forName="accent_5" refType="h" refFor="ch" refForName="accent_5" op="equ"/>
                <dgm:constr type="ctrY" for="ch" forName="accent_5" refType="h" fact="0.875"/>
                <dgm:constr type="ctrX" for="ch" forName="accent_5" refType="h" fact="0.1082"/>
                <dgm:constr type="l" for="ch" forName="text_5" refType="ctrX" refFor="ch" refForName="accent_5"/>
                <dgm:constr type="r" for="ch" forName="text_5" refType="w"/>
                <dgm:constr type="w" for="ch" forName="text_5" refType="h" refFor="ch" refForName="text_5" op="gte"/>
                <dgm:constr type="h" for="ch" forName="text_5" refType="h" refFor="ch" refForName="accent_5" fact="0.8"/>
                <dgm:constr type="ctrY" for="ch" forName="text_5" refType="ctrY" refFor="ch" refForName="accent_5"/>
                <dgm:constr type="lMarg" for="ch" forName="text_5" refType="w" refFor="ch" refForName="accent_5" fact="1.8"/>
                <dgm:constr type="primFontSz" for="ch" ptType="node" op="equ" val="65"/>
              </dgm:constrLst>
            </dgm:if>
            <dgm:if name="Name10" axis="ch" ptType="node" func="cnt" op="equ" val="6">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316"/>
                <dgm:constr type="w" for="ch" forName="accent_1" refType="h" refFor="ch" refForName="accent_1" op="equ"/>
                <dgm:constr type="ctrY" for="ch" forName="accent_1" refType="h" fact="0.1053"/>
                <dgm:constr type="ctrX" for="ch" forName="accent_1" refType="h" fact="0.0943"/>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316"/>
                <dgm:constr type="w" for="ch" forName="accent_2" refType="h" refFor="ch" refForName="accent_2" op="equ"/>
                <dgm:constr type="ctrY" for="ch" forName="accent_2" refType="h" fact="0.2632"/>
                <dgm:constr type="ctrX" for="ch" forName="accent_2" refType="h" fact="0.1809"/>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316"/>
                <dgm:constr type="w" for="ch" forName="accent_3" refType="h" refFor="ch" refForName="accent_3" op="equ"/>
                <dgm:constr type="ctrY" for="ch" forName="accent_3" refType="h" fact="0.4211"/>
                <dgm:constr type="ctrX" for="ch" forName="accent_3" refType="h" fact="0.2205"/>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316"/>
                <dgm:constr type="w" for="ch" forName="accent_4" refType="h" refFor="ch" refForName="accent_4" op="equ"/>
                <dgm:constr type="ctrY" for="ch" forName="accent_4" refType="h" fact="0.5789"/>
                <dgm:constr type="ctrX" for="ch" forName="accent_4" refType="h" fact="0.2205"/>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h" for="ch" forName="accent_5" refType="h" fact="0.1316"/>
                <dgm:constr type="w" for="ch" forName="accent_5" refType="h" refFor="ch" refForName="accent_5" op="equ"/>
                <dgm:constr type="ctrY" for="ch" forName="accent_5" refType="h" fact="0.7368"/>
                <dgm:constr type="ctrX" for="ch" forName="accent_5" refType="h" fact="0.1809"/>
                <dgm:constr type="l" for="ch" forName="text_5" refType="ctrX" refFor="ch" refForName="accent_5"/>
                <dgm:constr type="r" for="ch" forName="text_5" refType="w"/>
                <dgm:constr type="w" for="ch" forName="text_5" refType="h" refFor="ch" refForName="text_5" op="gte"/>
                <dgm:constr type="h" for="ch" forName="text_5" refType="h" refFor="ch" refForName="accent_5" fact="0.8"/>
                <dgm:constr type="ctrY" for="ch" forName="text_5" refType="ctrY" refFor="ch" refForName="accent_5"/>
                <dgm:constr type="lMarg" for="ch" forName="text_5" refType="w" refFor="ch" refForName="accent_5" fact="1.8"/>
                <dgm:constr type="h" for="ch" forName="accent_6" refType="h" fact="0.1316"/>
                <dgm:constr type="w" for="ch" forName="accent_6" refType="h" refFor="ch" refForName="accent_6" op="equ"/>
                <dgm:constr type="ctrY" for="ch" forName="accent_6" refType="h" fact="0.8947"/>
                <dgm:constr type="ctrX" for="ch" forName="accent_6" refType="h" fact="0.0943"/>
                <dgm:constr type="l" for="ch" forName="text_6" refType="ctrX" refFor="ch" refForName="accent_6"/>
                <dgm:constr type="r" for="ch" forName="text_6" refType="w"/>
                <dgm:constr type="w" for="ch" forName="text_6" refType="h" refFor="ch" refForName="text_6" op="gte"/>
                <dgm:constr type="h" for="ch" forName="text_6" refType="h" refFor="ch" refForName="accent_6" fact="0.8"/>
                <dgm:constr type="ctrY" for="ch" forName="text_6" refType="ctrY" refFor="ch" refForName="accent_6"/>
                <dgm:constr type="lMarg" for="ch" forName="text_6" refType="w" refFor="ch" refForName="accent_6" fact="1.8"/>
                <dgm:constr type="primFontSz" for="ch" ptType="node" op="equ" val="65"/>
              </dgm:constrLst>
            </dgm:if>
            <dgm:else name="Name11">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136"/>
                <dgm:constr type="w" for="ch" forName="accent_1" refType="h" refFor="ch" refForName="accent_1" op="equ"/>
                <dgm:constr type="ctrY" for="ch" forName="accent_1" refType="h" fact="0.0909"/>
                <dgm:constr type="ctrX" for="ch" forName="accent_1" refType="h" fact="0.0835"/>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136"/>
                <dgm:constr type="w" for="ch" forName="accent_2" refType="h" refFor="ch" refForName="accent_2" op="equ"/>
                <dgm:constr type="ctrY" for="ch" forName="accent_2" refType="h" fact="0.2273"/>
                <dgm:constr type="ctrX" for="ch" forName="accent_2" refType="h" fact="0.1658"/>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136"/>
                <dgm:constr type="w" for="ch" forName="accent_3" refType="h" refFor="ch" refForName="accent_3" op="equ"/>
                <dgm:constr type="ctrY" for="ch" forName="accent_3" refType="h" fact="0.3636"/>
                <dgm:constr type="ctrX" for="ch" forName="accent_3" refType="h" fact="0.2109"/>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136"/>
                <dgm:constr type="w" for="ch" forName="accent_4" refType="h" refFor="ch" refForName="accent_4" op="equ"/>
                <dgm:constr type="ctrY" for="ch" forName="accent_4" refType="h" fact="0.5"/>
                <dgm:constr type="ctrX" for="ch" forName="accent_4" refType="h" fact="0.2253"/>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h" for="ch" forName="accent_5" refType="h" fact="0.1136"/>
                <dgm:constr type="w" for="ch" forName="accent_5" refType="h" refFor="ch" refForName="accent_5" op="equ"/>
                <dgm:constr type="ctrY" for="ch" forName="accent_5" refType="h" fact="0.6364"/>
                <dgm:constr type="ctrX" for="ch" forName="accent_5" refType="h" fact="0.2109"/>
                <dgm:constr type="l" for="ch" forName="text_5" refType="ctrX" refFor="ch" refForName="accent_5"/>
                <dgm:constr type="r" for="ch" forName="text_5" refType="w"/>
                <dgm:constr type="w" for="ch" forName="text_5" refType="h" refFor="ch" refForName="text_5" op="gte"/>
                <dgm:constr type="h" for="ch" forName="text_5" refType="h" refFor="ch" refForName="accent_5" fact="0.8"/>
                <dgm:constr type="ctrY" for="ch" forName="text_5" refType="ctrY" refFor="ch" refForName="accent_5"/>
                <dgm:constr type="lMarg" for="ch" forName="text_5" refType="w" refFor="ch" refForName="accent_5" fact="1.8"/>
                <dgm:constr type="h" for="ch" forName="accent_6" refType="h" fact="0.1136"/>
                <dgm:constr type="w" for="ch" forName="accent_6" refType="h" refFor="ch" refForName="accent_6" op="equ"/>
                <dgm:constr type="ctrY" for="ch" forName="accent_6" refType="h" fact="0.7727"/>
                <dgm:constr type="ctrX" for="ch" forName="accent_6" refType="h" fact="0.1658"/>
                <dgm:constr type="l" for="ch" forName="text_6" refType="ctrX" refFor="ch" refForName="accent_6"/>
                <dgm:constr type="r" for="ch" forName="text_6" refType="w"/>
                <dgm:constr type="w" for="ch" forName="text_6" refType="h" refFor="ch" refForName="text_6" op="gte"/>
                <dgm:constr type="h" for="ch" forName="text_6" refType="h" refFor="ch" refForName="accent_6" fact="0.8"/>
                <dgm:constr type="ctrY" for="ch" forName="text_6" refType="ctrY" refFor="ch" refForName="accent_6"/>
                <dgm:constr type="lMarg" for="ch" forName="text_6" refType="w" refFor="ch" refForName="accent_6" fact="1.8"/>
                <dgm:constr type="h" for="ch" forName="accent_7" refType="h" fact="0.1136"/>
                <dgm:constr type="w" for="ch" forName="accent_7" refType="h" refFor="ch" refForName="accent_7" op="equ"/>
                <dgm:constr type="ctrY" for="ch" forName="accent_7" refType="h" fact="0.9091"/>
                <dgm:constr type="ctrX" for="ch" forName="accent_7" refType="h" fact="0.0835"/>
                <dgm:constr type="l" for="ch" forName="text_7" refType="ctrX" refFor="ch" refForName="accent_7"/>
                <dgm:constr type="r" for="ch" forName="text_7" refType="w"/>
                <dgm:constr type="w" for="ch" forName="text_7" refType="h" refFor="ch" refForName="text_7" op="gte"/>
                <dgm:constr type="h" for="ch" forName="text_7" refType="h" refFor="ch" refForName="accent_7" fact="0.8"/>
                <dgm:constr type="ctrY" for="ch" forName="text_7" refType="ctrY" refFor="ch" refForName="accent_7"/>
                <dgm:constr type="lMarg" for="ch" forName="text_7" refType="w" refFor="ch" refForName="accent_7" fact="1.8"/>
                <dgm:constr type="primFontSz" for="ch" ptType="node" op="equ" val="65"/>
              </dgm:constrLst>
            </dgm:else>
          </dgm:choose>
        </dgm:if>
        <dgm:else name="Name12">
          <dgm:choose name="Name13">
            <dgm:if name="Name14" axis="ch" ptType="node" func="cnt" op="equ" val="1">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625"/>
                <dgm:constr type="w" for="ch" forName="accent_1" refType="h" refFor="ch" refForName="accent_1" op="equ"/>
                <dgm:constr type="ctrY" for="ch" forName="accent_1" refType="h" fact="0.5"/>
                <dgm:constr type="ctrX" for="ch" forName="accent_1" refType="w"/>
                <dgm:constr type="ctrXOff" for="ch" forName="accent_1" refType="h" fact="-0.2253"/>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primFontSz" for="ch" ptType="node" op="equ" val="65"/>
              </dgm:constrLst>
            </dgm:if>
            <dgm:if name="Name15" axis="ch" ptType="node" func="cnt" op="equ" val="2">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3571"/>
                <dgm:constr type="w" for="ch" forName="accent_1" refType="h" refFor="ch" refForName="accent_1" op="equ"/>
                <dgm:constr type="ctrY" for="ch" forName="accent_1" refType="h" fact="0.2857"/>
                <dgm:constr type="ctrX" for="ch" forName="accent_1" refType="w"/>
                <dgm:constr type="ctrXOff" for="ch" forName="accent_1" refType="h" fact="-0.1891"/>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3571"/>
                <dgm:constr type="w" for="ch" forName="accent_2" refType="h" refFor="ch" refForName="accent_2" op="equ"/>
                <dgm:constr type="ctrY" for="ch" forName="accent_2" refType="h" fact="0.7143"/>
                <dgm:constr type="ctrX" for="ch" forName="accent_2" refType="w"/>
                <dgm:constr type="ctrXOff" for="ch" forName="accent_2" refType="h" fact="-0.1891"/>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primFontSz" for="ch" ptType="node" op="equ" val="65"/>
              </dgm:constrLst>
            </dgm:if>
            <dgm:if name="Name16" axis="ch" ptType="node" func="cnt" op="equ" val="3">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25"/>
                <dgm:constr type="w" for="ch" forName="accent_1" refType="h" refFor="ch" refForName="accent_1" op="equ"/>
                <dgm:constr type="ctrY" for="ch" forName="accent_1" refType="h" fact="0.2"/>
                <dgm:constr type="ctrX" for="ch" forName="accent_1" refType="w"/>
                <dgm:constr type="ctrXOff" for="ch" forName="accent_1" refType="h" fact="-0.1526"/>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25"/>
                <dgm:constr type="w" for="ch" forName="accent_2" refType="h" refFor="ch" refForName="accent_2" op="equ"/>
                <dgm:constr type="ctrY" for="ch" forName="accent_2" refType="h" fact="0.5"/>
                <dgm:constr type="ctrX" for="ch" forName="accent_2" refType="w"/>
                <dgm:constr type="ctrXOff" for="ch" forName="accent_2" refType="h" fact="-0.2253"/>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25"/>
                <dgm:constr type="w" for="ch" forName="accent_3" refType="h" refFor="ch" refForName="accent_3" op="equ"/>
                <dgm:constr type="ctrY" for="ch" forName="accent_3" refType="h" fact="0.8"/>
                <dgm:constr type="ctrX" for="ch" forName="accent_3" refType="w"/>
                <dgm:constr type="ctrXOff" for="ch" forName="accent_3" refType="h" fact="-0.1526"/>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primFontSz" for="ch" ptType="node" op="equ" val="65"/>
              </dgm:constrLst>
            </dgm:if>
            <dgm:if name="Name17" axis="ch" ptType="node" func="cnt" op="equ" val="4">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923"/>
                <dgm:constr type="w" for="ch" forName="accent_1" refType="h" refFor="ch" refForName="accent_1" op="equ"/>
                <dgm:constr type="ctrY" for="ch" forName="accent_1" refType="h" fact="0.1538"/>
                <dgm:constr type="ctrX" for="ch" forName="accent_1" refType="w"/>
                <dgm:constr type="ctrXOff" for="ch" forName="accent_1" refType="h" fact="-0.1268"/>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923"/>
                <dgm:constr type="w" for="ch" forName="accent_2" refType="h" refFor="ch" refForName="accent_2" op="equ"/>
                <dgm:constr type="ctrY" for="ch" forName="accent_2" refType="h" fact="0.3846"/>
                <dgm:constr type="ctrX" for="ch" forName="accent_2" refType="w"/>
                <dgm:constr type="ctrXOff" for="ch" forName="accent_2" refType="h" fact="-0.215"/>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923"/>
                <dgm:constr type="w" for="ch" forName="accent_3" refType="h" refFor="ch" refForName="accent_3" op="equ"/>
                <dgm:constr type="ctrY" for="ch" forName="accent_3" refType="h" fact="0.6154"/>
                <dgm:constr type="ctrX" for="ch" forName="accent_3" refType="w"/>
                <dgm:constr type="ctrXOff" for="ch" forName="accent_3" refType="h" fact="-0.215"/>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923"/>
                <dgm:constr type="w" for="ch" forName="accent_4" refType="h" refFor="ch" refForName="accent_4" op="equ"/>
                <dgm:constr type="ctrY" for="ch" forName="accent_4" refType="h" fact="0.8462"/>
                <dgm:constr type="ctrX" for="ch" forName="accent_4" refType="w"/>
                <dgm:constr type="ctrXOff" for="ch" forName="accent_4" refType="h" fact="-0.1268"/>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primFontSz" for="ch" ptType="node" op="equ" val="65"/>
              </dgm:constrLst>
            </dgm:if>
            <dgm:if name="Name18" axis="ch" ptType="node" func="cnt" op="equ" val="5">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563"/>
                <dgm:constr type="w" for="ch" forName="accent_1" refType="h" refFor="ch" refForName="accent_1" op="equ"/>
                <dgm:constr type="ctrY" for="ch" forName="accent_1" refType="h" fact="0.125"/>
                <dgm:constr type="ctrX" for="ch" forName="accent_1" refType="w"/>
                <dgm:constr type="ctrXOff" for="ch" forName="accent_1" refType="h" fact="-0.1082"/>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563"/>
                <dgm:constr type="w" for="ch" forName="accent_2" refType="h" refFor="ch" refForName="accent_2" op="equ"/>
                <dgm:constr type="ctrY" for="ch" forName="accent_2" refType="h" fact="0.3125"/>
                <dgm:constr type="ctrX" for="ch" forName="accent_2" refType="w"/>
                <dgm:constr type="ctrXOff" for="ch" forName="accent_2" refType="h" fact="-0.1978"/>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563"/>
                <dgm:constr type="w" for="ch" forName="accent_3" refType="h" refFor="ch" refForName="accent_3" op="equ"/>
                <dgm:constr type="ctrY" for="ch" forName="accent_3" refType="h" fact="0.5"/>
                <dgm:constr type="ctrX" for="ch" forName="accent_3" refType="w"/>
                <dgm:constr type="ctrXOff" for="ch" forName="accent_3" refType="h" fact="-0.2253"/>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563"/>
                <dgm:constr type="w" for="ch" forName="accent_4" refType="h" refFor="ch" refForName="accent_4" op="equ"/>
                <dgm:constr type="ctrY" for="ch" forName="accent_4" refType="h" fact="0.6875"/>
                <dgm:constr type="ctrX" for="ch" forName="accent_4" refType="w"/>
                <dgm:constr type="ctrXOff" for="ch" forName="accent_4" refType="h" fact="-0.1978"/>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h" for="ch" forName="accent_5" refType="h" fact="0.1563"/>
                <dgm:constr type="w" for="ch" forName="accent_5" refType="h" refFor="ch" refForName="accent_5" op="equ"/>
                <dgm:constr type="ctrY" for="ch" forName="accent_5" refType="h" fact="0.875"/>
                <dgm:constr type="ctrX" for="ch" forName="accent_5" refType="w"/>
                <dgm:constr type="ctrXOff" for="ch" forName="accent_5" refType="h" fact="-0.1082"/>
                <dgm:constr type="r" for="ch" forName="text_5" refType="ctrX" refFor="ch" refForName="accent_5"/>
                <dgm:constr type="rOff" for="ch" forName="text_5" refType="ctrXOff" refFor="ch" refForName="accent_5"/>
                <dgm:constr type="l" for="ch" forName="text_5"/>
                <dgm:constr type="w" for="ch" forName="text_5" refType="h" refFor="ch" refForName="text_5" op="gte"/>
                <dgm:constr type="h" for="ch" forName="text_5" refType="h" refFor="ch" refForName="accent_5" fact="0.8"/>
                <dgm:constr type="ctrY" for="ch" forName="text_5" refType="ctrY" refFor="ch" refForName="accent_5"/>
                <dgm:constr type="rMarg" for="ch" forName="text_5" refType="w" refFor="ch" refForName="accent_5" fact="1.8"/>
                <dgm:constr type="primFontSz" for="ch" ptType="node" op="equ" val="65"/>
              </dgm:constrLst>
            </dgm:if>
            <dgm:if name="Name19" axis="ch" ptType="node" func="cnt" op="equ" val="6">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316"/>
                <dgm:constr type="w" for="ch" forName="accent_1" refType="h" refFor="ch" refForName="accent_1" op="equ"/>
                <dgm:constr type="ctrY" for="ch" forName="accent_1" refType="h" fact="0.1053"/>
                <dgm:constr type="ctrX" for="ch" forName="accent_1" refType="w"/>
                <dgm:constr type="ctrXOff" for="ch" forName="accent_1" refType="h" fact="-0.0943"/>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316"/>
                <dgm:constr type="w" for="ch" forName="accent_2" refType="h" refFor="ch" refForName="accent_2" op="equ"/>
                <dgm:constr type="ctrY" for="ch" forName="accent_2" refType="h" fact="0.2632"/>
                <dgm:constr type="ctrX" for="ch" forName="accent_2" refType="w"/>
                <dgm:constr type="ctrXOff" for="ch" forName="accent_2" refType="h" fact="-0.1809"/>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316"/>
                <dgm:constr type="w" for="ch" forName="accent_3" refType="h" refFor="ch" refForName="accent_3" op="equ"/>
                <dgm:constr type="ctrY" for="ch" forName="accent_3" refType="h" fact="0.4211"/>
                <dgm:constr type="ctrX" for="ch" forName="accent_3" refType="w"/>
                <dgm:constr type="ctrXOff" for="ch" forName="accent_3" refType="h" fact="-0.2205"/>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316"/>
                <dgm:constr type="w" for="ch" forName="accent_4" refType="h" refFor="ch" refForName="accent_4" op="equ"/>
                <dgm:constr type="ctrY" for="ch" forName="accent_4" refType="h" fact="0.5789"/>
                <dgm:constr type="ctrX" for="ch" forName="accent_4" refType="w"/>
                <dgm:constr type="ctrXOff" for="ch" forName="accent_4" refType="h" fact="-0.2205"/>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h" for="ch" forName="accent_5" refType="h" fact="0.1316"/>
                <dgm:constr type="w" for="ch" forName="accent_5" refType="h" refFor="ch" refForName="accent_5" op="equ"/>
                <dgm:constr type="ctrY" for="ch" forName="accent_5" refType="h" fact="0.7368"/>
                <dgm:constr type="ctrX" for="ch" forName="accent_5" refType="w"/>
                <dgm:constr type="ctrXOff" for="ch" forName="accent_5" refType="h" fact="-0.1809"/>
                <dgm:constr type="r" for="ch" forName="text_5" refType="ctrX" refFor="ch" refForName="accent_5"/>
                <dgm:constr type="rOff" for="ch" forName="text_5" refType="ctrXOff" refFor="ch" refForName="accent_5"/>
                <dgm:constr type="l" for="ch" forName="text_5"/>
                <dgm:constr type="w" for="ch" forName="text_5" refType="h" refFor="ch" refForName="text_5" op="gte"/>
                <dgm:constr type="h" for="ch" forName="text_5" refType="h" refFor="ch" refForName="accent_5" fact="0.8"/>
                <dgm:constr type="ctrY" for="ch" forName="text_5" refType="ctrY" refFor="ch" refForName="accent_5"/>
                <dgm:constr type="rMarg" for="ch" forName="text_5" refType="w" refFor="ch" refForName="accent_5" fact="1.8"/>
                <dgm:constr type="h" for="ch" forName="accent_6" refType="h" fact="0.1316"/>
                <dgm:constr type="w" for="ch" forName="accent_6" refType="h" refFor="ch" refForName="accent_6" op="equ"/>
                <dgm:constr type="ctrY" for="ch" forName="accent_6" refType="h" fact="0.8947"/>
                <dgm:constr type="ctrX" for="ch" forName="accent_6" refType="w"/>
                <dgm:constr type="ctrXOff" for="ch" forName="accent_6" refType="h" fact="-0.0943"/>
                <dgm:constr type="r" for="ch" forName="text_6" refType="ctrX" refFor="ch" refForName="accent_6"/>
                <dgm:constr type="rOff" for="ch" forName="text_6" refType="ctrXOff" refFor="ch" refForName="accent_6"/>
                <dgm:constr type="l" for="ch" forName="text_6"/>
                <dgm:constr type="w" for="ch" forName="text_6" refType="h" refFor="ch" refForName="text_6" op="gte"/>
                <dgm:constr type="h" for="ch" forName="text_6" refType="h" refFor="ch" refForName="accent_6" fact="0.8"/>
                <dgm:constr type="ctrY" for="ch" forName="text_6" refType="ctrY" refFor="ch" refForName="accent_6"/>
                <dgm:constr type="rMarg" for="ch" forName="text_6" refType="w" refFor="ch" refForName="accent_6" fact="1.8"/>
                <dgm:constr type="primFontSz" for="ch" ptType="node" op="equ" val="65"/>
              </dgm:constrLst>
            </dgm:if>
            <dgm:else name="Name20">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136"/>
                <dgm:constr type="w" for="ch" forName="accent_1" refType="h" refFor="ch" refForName="accent_1" op="equ"/>
                <dgm:constr type="ctrY" for="ch" forName="accent_1" refType="h" fact="0.0909"/>
                <dgm:constr type="ctrX" for="ch" forName="accent_1" refType="w"/>
                <dgm:constr type="ctrXOff" for="ch" forName="accent_1" refType="h" fact="-0.0835"/>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136"/>
                <dgm:constr type="w" for="ch" forName="accent_2" refType="h" refFor="ch" refForName="accent_2" op="equ"/>
                <dgm:constr type="ctrY" for="ch" forName="accent_2" refType="h" fact="0.2273"/>
                <dgm:constr type="ctrX" for="ch" forName="accent_2" refType="w"/>
                <dgm:constr type="ctrXOff" for="ch" forName="accent_2" refType="h" fact="-0.1658"/>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136"/>
                <dgm:constr type="w" for="ch" forName="accent_3" refType="h" refFor="ch" refForName="accent_3" op="equ"/>
                <dgm:constr type="ctrY" for="ch" forName="accent_3" refType="h" fact="0.3636"/>
                <dgm:constr type="ctrX" for="ch" forName="accent_3" refType="w"/>
                <dgm:constr type="ctrXOff" for="ch" forName="accent_3" refType="h" fact="-0.2109"/>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136"/>
                <dgm:constr type="w" for="ch" forName="accent_4" refType="h" refFor="ch" refForName="accent_4" op="equ"/>
                <dgm:constr type="ctrY" for="ch" forName="accent_4" refType="h" fact="0.5"/>
                <dgm:constr type="ctrX" for="ch" forName="accent_4" refType="w"/>
                <dgm:constr type="ctrXOff" for="ch" forName="accent_4" refType="h" fact="-0.2253"/>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h" for="ch" forName="accent_5" refType="h" fact="0.1136"/>
                <dgm:constr type="w" for="ch" forName="accent_5" refType="h" refFor="ch" refForName="accent_5" op="equ"/>
                <dgm:constr type="ctrY" for="ch" forName="accent_5" refType="h" fact="0.6364"/>
                <dgm:constr type="ctrX" for="ch" forName="accent_5" refType="w"/>
                <dgm:constr type="ctrXOff" for="ch" forName="accent_5" refType="h" fact="-0.2109"/>
                <dgm:constr type="r" for="ch" forName="text_5" refType="ctrX" refFor="ch" refForName="accent_5"/>
                <dgm:constr type="rOff" for="ch" forName="text_5" refType="ctrXOff" refFor="ch" refForName="accent_5"/>
                <dgm:constr type="l" for="ch" forName="text_5"/>
                <dgm:constr type="w" for="ch" forName="text_5" refType="h" refFor="ch" refForName="text_5" op="gte"/>
                <dgm:constr type="h" for="ch" forName="text_5" refType="h" refFor="ch" refForName="accent_5" fact="0.8"/>
                <dgm:constr type="ctrY" for="ch" forName="text_5" refType="ctrY" refFor="ch" refForName="accent_5"/>
                <dgm:constr type="rMarg" for="ch" forName="text_5" refType="w" refFor="ch" refForName="accent_5" fact="1.8"/>
                <dgm:constr type="h" for="ch" forName="accent_6" refType="h" fact="0.1136"/>
                <dgm:constr type="w" for="ch" forName="accent_6" refType="h" refFor="ch" refForName="accent_6" op="equ"/>
                <dgm:constr type="ctrY" for="ch" forName="accent_6" refType="h" fact="0.7727"/>
                <dgm:constr type="ctrX" for="ch" forName="accent_6" refType="w"/>
                <dgm:constr type="ctrXOff" for="ch" forName="accent_6" refType="h" fact="-0.1658"/>
                <dgm:constr type="r" for="ch" forName="text_6" refType="ctrX" refFor="ch" refForName="accent_6"/>
                <dgm:constr type="rOff" for="ch" forName="text_6" refType="ctrXOff" refFor="ch" refForName="accent_6"/>
                <dgm:constr type="l" for="ch" forName="text_6"/>
                <dgm:constr type="w" for="ch" forName="text_6" refType="h" refFor="ch" refForName="text_6" op="gte"/>
                <dgm:constr type="h" for="ch" forName="text_6" refType="h" refFor="ch" refForName="accent_6" fact="0.8"/>
                <dgm:constr type="ctrY" for="ch" forName="text_6" refType="ctrY" refFor="ch" refForName="accent_6"/>
                <dgm:constr type="rMarg" for="ch" forName="text_6" refType="w" refFor="ch" refForName="accent_6" fact="1.8"/>
                <dgm:constr type="h" for="ch" forName="accent_7" refType="h" fact="0.1136"/>
                <dgm:constr type="w" for="ch" forName="accent_7" refType="h" refFor="ch" refForName="accent_7" op="equ"/>
                <dgm:constr type="ctrY" for="ch" forName="accent_7" refType="h" fact="0.9091"/>
                <dgm:constr type="ctrX" for="ch" forName="accent_7" refType="w"/>
                <dgm:constr type="ctrXOff" for="ch" forName="accent_7" refType="h" fact="-0.0835"/>
                <dgm:constr type="r" for="ch" forName="text_7" refType="ctrX" refFor="ch" refForName="accent_7"/>
                <dgm:constr type="rOff" for="ch" forName="text_7" refType="ctrXOff" refFor="ch" refForName="accent_7"/>
                <dgm:constr type="l" for="ch" forName="text_7"/>
                <dgm:constr type="w" for="ch" forName="text_7" refType="h" refFor="ch" refForName="text_7" op="gte"/>
                <dgm:constr type="h" for="ch" forName="text_7" refType="h" refFor="ch" refForName="accent_7" fact="0.8"/>
                <dgm:constr type="ctrY" for="ch" forName="text_7" refType="ctrY" refFor="ch" refForName="accent_7"/>
                <dgm:constr type="rMarg" for="ch" forName="text_7" refType="w" refFor="ch" refForName="accent_7" fact="1.8"/>
                <dgm:constr type="primFontSz" for="ch" ptType="node" op="equ" val="65"/>
              </dgm:constrLst>
            </dgm:else>
          </dgm:choose>
        </dgm:else>
      </dgm:choose>
      <dgm:layoutNode name="cycle">
        <dgm:choose name="Name21">
          <dgm:if name="Name22" func="var" arg="dir" op="equ" val="norm">
            <dgm:alg type="cycle">
              <dgm:param type="stAng" val="45"/>
              <dgm:param type="spanAng" val="90"/>
            </dgm:alg>
          </dgm:if>
          <dgm:else name="Name23">
            <dgm:alg type="cycle">
              <dgm:param type="stAng" val="225"/>
              <dgm:param type="spanAng" val="90"/>
            </dgm:alg>
          </dgm:else>
        </dgm:choose>
        <dgm:shape xmlns:r="http://schemas.openxmlformats.org/officeDocument/2006/relationships" r:blip="">
          <dgm:adjLst/>
        </dgm:shape>
        <dgm:presOf/>
        <dgm:constrLst>
          <dgm:constr type="w" for="ch" val="1"/>
          <dgm:constr type="h" for="ch" val="1"/>
          <dgm:constr type="diam" for="ch" forName="conn" refType="diam"/>
        </dgm:constrLst>
        <dgm:layoutNode name="srcNode">
          <dgm:alg type="sp"/>
          <dgm:shape xmlns:r="http://schemas.openxmlformats.org/officeDocument/2006/relationships" type="rect" r:blip="" hideGeom="1">
            <dgm:adjLst/>
          </dgm:shape>
          <dgm:presOf/>
        </dgm:layoutNode>
        <dgm:layoutNode name="conn" styleLbl="parChTrans1D2">
          <dgm:alg type="conn">
            <dgm:param type="connRout" val="curve"/>
            <dgm:param type="srcNode" val="srcNode"/>
            <dgm:param type="dstNode" val="dstNode"/>
            <dgm:param type="begPts" val="ctr"/>
            <dgm:param type="endPts" val="ctr"/>
            <dgm:param type="endSty" val="noArr"/>
          </dgm:alg>
          <dgm:shape xmlns:r="http://schemas.openxmlformats.org/officeDocument/2006/relationships" type="conn" r:blip="">
            <dgm:adjLst/>
          </dgm:shape>
          <dgm:presOf axis="desOrSelf" ptType="sibTrans" hideLastTrans="0" st="0" cnt="1"/>
          <dgm:constrLst>
            <dgm:constr type="begPad"/>
            <dgm:constr type="endPad"/>
          </dgm:constrLst>
        </dgm:layoutNode>
        <dgm:layoutNode name="extraNode">
          <dgm:alg type="sp"/>
          <dgm:shape xmlns:r="http://schemas.openxmlformats.org/officeDocument/2006/relationships" type="rect" r:blip="" hideGeom="1">
            <dgm:adjLst/>
          </dgm:shape>
          <dgm:presOf/>
        </dgm:layoutNode>
        <dgm:layoutNode name="dstNode">
          <dgm:alg type="sp"/>
          <dgm:shape xmlns:r="http://schemas.openxmlformats.org/officeDocument/2006/relationships" type="rect" r:blip="" hideGeom="1">
            <dgm:adjLst/>
          </dgm:shape>
          <dgm:presOf/>
        </dgm:layoutNode>
      </dgm:layoutNode>
      <dgm:forEach name="wrapper" axis="self" ptType="parTrans">
        <dgm:forEach name="wrapper2" axis="self" ptType="sibTrans" st="2">
          <dgm:forEach name="accentRepeat" axis="self">
            <dgm:layoutNode name="accentRepeatNode" styleLbl="solidFgAcc1">
              <dgm:alg type="sp"/>
              <dgm:shape xmlns:r="http://schemas.openxmlformats.org/officeDocument/2006/relationships" type="ellipse" r:blip="">
                <dgm:adjLst/>
              </dgm:shape>
              <dgm:presOf/>
            </dgm:layoutNode>
          </dgm:forEach>
        </dgm:forEach>
      </dgm:forEach>
      <dgm:forEach name="Name24" axis="ch" ptType="node" cnt="1">
        <dgm:layoutNode name="text_1" styleLbl="node1">
          <dgm:varLst>
            <dgm:bulletEnabled val="1"/>
          </dgm:varLst>
          <dgm:choose name="Name25">
            <dgm:if name="Name26" func="var" arg="dir" op="equ" val="norm">
              <dgm:alg type="tx">
                <dgm:param type="parTxLTRAlign" val="l"/>
                <dgm:param type="shpTxLTRAlignCh" val="l"/>
                <dgm:param type="parTxRTLAlign" val="l"/>
                <dgm:param type="shpTxRTLAlignCh" val="l"/>
              </dgm:alg>
            </dgm:if>
            <dgm:else name="Name27">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1">
          <dgm:alg type="sp"/>
          <dgm:shape xmlns:r="http://schemas.openxmlformats.org/officeDocument/2006/relationships" r:blip="">
            <dgm:adjLst/>
          </dgm:shape>
          <dgm:presOf/>
          <dgm:constrLst/>
          <dgm:forEach name="Name28" ref="accentRepeat"/>
        </dgm:layoutNode>
      </dgm:forEach>
      <dgm:forEach name="Name29" axis="ch" ptType="node" st="2" cnt="1">
        <dgm:layoutNode name="text_2" styleLbl="node1">
          <dgm:varLst>
            <dgm:bulletEnabled val="1"/>
          </dgm:varLst>
          <dgm:choose name="Name30">
            <dgm:if name="Name31" func="var" arg="dir" op="equ" val="norm">
              <dgm:alg type="tx">
                <dgm:param type="parTxLTRAlign" val="l"/>
                <dgm:param type="shpTxLTRAlignCh" val="l"/>
                <dgm:param type="parTxRTLAlign" val="l"/>
                <dgm:param type="shpTxRTLAlignCh" val="l"/>
              </dgm:alg>
            </dgm:if>
            <dgm:else name="Name32">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2">
          <dgm:alg type="sp"/>
          <dgm:shape xmlns:r="http://schemas.openxmlformats.org/officeDocument/2006/relationships" r:blip="">
            <dgm:adjLst/>
          </dgm:shape>
          <dgm:presOf/>
          <dgm:constrLst/>
          <dgm:forEach name="Name33" ref="accentRepeat"/>
        </dgm:layoutNode>
      </dgm:forEach>
      <dgm:forEach name="Name34" axis="ch" ptType="node" st="3" cnt="1">
        <dgm:layoutNode name="text_3" styleLbl="node1">
          <dgm:varLst>
            <dgm:bulletEnabled val="1"/>
          </dgm:varLst>
          <dgm:choose name="Name35">
            <dgm:if name="Name36" func="var" arg="dir" op="equ" val="norm">
              <dgm:alg type="tx">
                <dgm:param type="parTxLTRAlign" val="l"/>
                <dgm:param type="shpTxLTRAlignCh" val="l"/>
                <dgm:param type="parTxRTLAlign" val="l"/>
                <dgm:param type="shpTxRTLAlignCh" val="l"/>
              </dgm:alg>
            </dgm:if>
            <dgm:else name="Name37">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3">
          <dgm:alg type="sp"/>
          <dgm:shape xmlns:r="http://schemas.openxmlformats.org/officeDocument/2006/relationships" r:blip="">
            <dgm:adjLst/>
          </dgm:shape>
          <dgm:presOf/>
          <dgm:constrLst/>
          <dgm:forEach name="Name38" ref="accentRepeat"/>
        </dgm:layoutNode>
      </dgm:forEach>
      <dgm:forEach name="Name39" axis="ch" ptType="node" st="4" cnt="1">
        <dgm:layoutNode name="text_4" styleLbl="node1">
          <dgm:varLst>
            <dgm:bulletEnabled val="1"/>
          </dgm:varLst>
          <dgm:choose name="Name40">
            <dgm:if name="Name41" func="var" arg="dir" op="equ" val="norm">
              <dgm:alg type="tx">
                <dgm:param type="parTxLTRAlign" val="l"/>
                <dgm:param type="shpTxLTRAlignCh" val="l"/>
                <dgm:param type="parTxRTLAlign" val="l"/>
                <dgm:param type="shpTxRTLAlignCh" val="l"/>
              </dgm:alg>
            </dgm:if>
            <dgm:else name="Name42">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4">
          <dgm:alg type="sp"/>
          <dgm:shape xmlns:r="http://schemas.openxmlformats.org/officeDocument/2006/relationships" r:blip="">
            <dgm:adjLst/>
          </dgm:shape>
          <dgm:presOf/>
          <dgm:constrLst/>
          <dgm:forEach name="Name43" ref="accentRepeat"/>
        </dgm:layoutNode>
      </dgm:forEach>
      <dgm:forEach name="Name44" axis="ch" ptType="node" st="5" cnt="1">
        <dgm:layoutNode name="text_5" styleLbl="node1">
          <dgm:varLst>
            <dgm:bulletEnabled val="1"/>
          </dgm:varLst>
          <dgm:choose name="Name45">
            <dgm:if name="Name46" func="var" arg="dir" op="equ" val="norm">
              <dgm:alg type="tx">
                <dgm:param type="parTxLTRAlign" val="l"/>
                <dgm:param type="shpTxLTRAlignCh" val="l"/>
                <dgm:param type="parTxRTLAlign" val="l"/>
                <dgm:param type="shpTxRTLAlignCh" val="l"/>
              </dgm:alg>
            </dgm:if>
            <dgm:else name="Name47">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5">
          <dgm:alg type="sp"/>
          <dgm:shape xmlns:r="http://schemas.openxmlformats.org/officeDocument/2006/relationships" r:blip="">
            <dgm:adjLst/>
          </dgm:shape>
          <dgm:presOf/>
          <dgm:constrLst/>
          <dgm:forEach name="Name48" ref="accentRepeat"/>
        </dgm:layoutNode>
      </dgm:forEach>
      <dgm:forEach name="Name49" axis="ch" ptType="node" st="6" cnt="1">
        <dgm:layoutNode name="text_6" styleLbl="node1">
          <dgm:varLst>
            <dgm:bulletEnabled val="1"/>
          </dgm:varLst>
          <dgm:choose name="Name50">
            <dgm:if name="Name51" func="var" arg="dir" op="equ" val="norm">
              <dgm:alg type="tx">
                <dgm:param type="parTxLTRAlign" val="l"/>
                <dgm:param type="shpTxLTRAlignCh" val="l"/>
                <dgm:param type="parTxRTLAlign" val="l"/>
                <dgm:param type="shpTxRTLAlignCh" val="l"/>
              </dgm:alg>
            </dgm:if>
            <dgm:else name="Name52">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6">
          <dgm:alg type="sp"/>
          <dgm:shape xmlns:r="http://schemas.openxmlformats.org/officeDocument/2006/relationships" r:blip="">
            <dgm:adjLst/>
          </dgm:shape>
          <dgm:presOf/>
          <dgm:constrLst/>
          <dgm:forEach name="Name53" ref="accentRepeat"/>
        </dgm:layoutNode>
      </dgm:forEach>
      <dgm:forEach name="Name54" axis="ch" ptType="node" st="7" cnt="1">
        <dgm:layoutNode name="text_7" styleLbl="node1">
          <dgm:varLst>
            <dgm:bulletEnabled val="1"/>
          </dgm:varLst>
          <dgm:choose name="Name55">
            <dgm:if name="Name56" func="var" arg="dir" op="equ" val="norm">
              <dgm:alg type="tx">
                <dgm:param type="parTxLTRAlign" val="l"/>
                <dgm:param type="shpTxLTRAlignCh" val="l"/>
                <dgm:param type="parTxRTLAlign" val="l"/>
                <dgm:param type="shpTxRTLAlignCh" val="l"/>
              </dgm:alg>
            </dgm:if>
            <dgm:else name="Name57">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7">
          <dgm:alg type="sp"/>
          <dgm:shape xmlns:r="http://schemas.openxmlformats.org/officeDocument/2006/relationships" r:blip="">
            <dgm:adjLst/>
          </dgm:shape>
          <dgm:presOf/>
          <dgm:constrLst/>
          <dgm:forEach name="Name58" ref="accentRepeat"/>
        </dgm:layoutNode>
      </dgm:forEach>
    </dgm:layoutNode>
  </dgm:layoutNode>
</dgm:layoutDef>
</file>

<file path=ppt/diagrams/layout8.xml><?xml version="1.0" encoding="utf-8"?>
<dgm:layoutDef xmlns:dgm="http://schemas.openxmlformats.org/drawingml/2006/diagram" xmlns:a="http://schemas.openxmlformats.org/drawingml/2006/main" uniqueId="urn:microsoft.com/office/officeart/2008/layout/VerticalCurvedList">
  <dgm:title val=""/>
  <dgm:desc val=""/>
  <dgm:catLst>
    <dgm:cat type="list" pri="20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rSet phldr="1"/>
        </dgm:pt>
        <dgm:pt modelId="2">
          <dgm:prSet phldr="1"/>
        </dgm:pt>
      </dgm:ptLst>
      <dgm:cxnLst>
        <dgm:cxn modelId="3" srcId="0" destId="1" srcOrd="0" destOrd="0"/>
        <dgm:cxn modelId="4" srcId="0" destId="2" srcOrd="1" destOrd="0"/>
      </dgm:cxnLst>
      <dgm:bg/>
      <dgm:whole/>
    </dgm:dataModel>
  </dgm:styleData>
  <dgm:clr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chMax val="7"/>
      <dgm:chPref val="7"/>
      <dgm:dir/>
    </dgm:varLst>
    <dgm:alg type="composite"/>
    <dgm:shape xmlns:r="http://schemas.openxmlformats.org/officeDocument/2006/relationships" r:blip="">
      <dgm:adjLst/>
    </dgm:shape>
    <dgm:constrLst>
      <dgm:constr type="w" for="ch" refType="h" refFor="ch" op="gte" fact="0.8"/>
    </dgm:constrLst>
    <dgm:layoutNode name="Name1">
      <dgm:alg type="composite"/>
      <dgm:shape xmlns:r="http://schemas.openxmlformats.org/officeDocument/2006/relationships" r:blip="">
        <dgm:adjLst/>
      </dgm:shape>
      <dgm:choose name="Name2">
        <dgm:if name="Name3" func="var" arg="dir" op="equ" val="norm">
          <dgm:choose name="Name4">
            <dgm:if name="Name5" axis="ch" ptType="node" func="cnt" op="equ" val="1">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625"/>
                <dgm:constr type="w" for="ch" forName="accent_1" refType="h" refFor="ch" refForName="accent_1" op="equ"/>
                <dgm:constr type="ctrY" for="ch" forName="accent_1" refType="h" fact="0.5"/>
                <dgm:constr type="ctrX" for="ch" forName="accent_1" refType="h" fact="0.2253"/>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primFontSz" for="ch" ptType="node" op="equ" val="65"/>
              </dgm:constrLst>
            </dgm:if>
            <dgm:if name="Name6" axis="ch" ptType="node" func="cnt" op="equ" val="2">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3571"/>
                <dgm:constr type="w" for="ch" forName="accent_1" refType="h" refFor="ch" refForName="accent_1" op="equ"/>
                <dgm:constr type="ctrY" for="ch" forName="accent_1" refType="h" fact="0.2857"/>
                <dgm:constr type="ctrX" for="ch" forName="accent_1" refType="h" fact="0.1891"/>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3571"/>
                <dgm:constr type="w" for="ch" forName="accent_2" refType="h" refFor="ch" refForName="accent_2" op="equ"/>
                <dgm:constr type="ctrY" for="ch" forName="accent_2" refType="h" fact="0.7143"/>
                <dgm:constr type="ctrX" for="ch" forName="accent_2" refType="h" fact="0.1891"/>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primFontSz" for="ch" ptType="node" op="equ" val="65"/>
              </dgm:constrLst>
            </dgm:if>
            <dgm:if name="Name7" axis="ch" ptType="node" func="cnt" op="equ" val="3">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25"/>
                <dgm:constr type="w" for="ch" forName="accent_1" refType="h" refFor="ch" refForName="accent_1" op="equ"/>
                <dgm:constr type="ctrY" for="ch" forName="accent_1" refType="h" fact="0.2"/>
                <dgm:constr type="ctrX" for="ch" forName="accent_1" refType="h" fact="0.1526"/>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25"/>
                <dgm:constr type="w" for="ch" forName="accent_2" refType="h" refFor="ch" refForName="accent_2" op="equ"/>
                <dgm:constr type="ctrY" for="ch" forName="accent_2" refType="h" fact="0.5"/>
                <dgm:constr type="ctrX" for="ch" forName="accent_2" refType="h" fact="0.2253"/>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25"/>
                <dgm:constr type="w" for="ch" forName="accent_3" refType="h" refFor="ch" refForName="accent_3" op="equ"/>
                <dgm:constr type="ctrY" for="ch" forName="accent_3" refType="h" fact="0.8"/>
                <dgm:constr type="ctrX" for="ch" forName="accent_3" refType="h" fact="0.1526"/>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primFontSz" for="ch" ptType="node" op="equ" val="65"/>
              </dgm:constrLst>
            </dgm:if>
            <dgm:if name="Name8" axis="ch" ptType="node" func="cnt" op="equ" val="4">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923"/>
                <dgm:constr type="w" for="ch" forName="accent_1" refType="h" refFor="ch" refForName="accent_1" op="equ"/>
                <dgm:constr type="ctrY" for="ch" forName="accent_1" refType="h" fact="0.1538"/>
                <dgm:constr type="ctrX" for="ch" forName="accent_1" refType="h" fact="0.1268"/>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923"/>
                <dgm:constr type="w" for="ch" forName="accent_2" refType="h" refFor="ch" refForName="accent_2" op="equ"/>
                <dgm:constr type="ctrY" for="ch" forName="accent_2" refType="h" fact="0.3846"/>
                <dgm:constr type="ctrX" for="ch" forName="accent_2" refType="h" fact="0.215"/>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923"/>
                <dgm:constr type="w" for="ch" forName="accent_3" refType="h" refFor="ch" refForName="accent_3" op="equ"/>
                <dgm:constr type="ctrY" for="ch" forName="accent_3" refType="h" fact="0.6154"/>
                <dgm:constr type="ctrX" for="ch" forName="accent_3" refType="h" fact="0.215"/>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923"/>
                <dgm:constr type="w" for="ch" forName="accent_4" refType="h" refFor="ch" refForName="accent_4" op="equ"/>
                <dgm:constr type="ctrY" for="ch" forName="accent_4" refType="h" fact="0.8462"/>
                <dgm:constr type="ctrX" for="ch" forName="accent_4" refType="h" fact="0.1268"/>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primFontSz" for="ch" ptType="node" op="equ" val="65"/>
              </dgm:constrLst>
            </dgm:if>
            <dgm:if name="Name9" axis="ch" ptType="node" func="cnt" op="equ" val="5">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563"/>
                <dgm:constr type="w" for="ch" forName="accent_1" refType="h" refFor="ch" refForName="accent_1" op="equ"/>
                <dgm:constr type="ctrY" for="ch" forName="accent_1" refType="h" fact="0.125"/>
                <dgm:constr type="ctrX" for="ch" forName="accent_1" refType="h" fact="0.1082"/>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563"/>
                <dgm:constr type="w" for="ch" forName="accent_2" refType="h" refFor="ch" refForName="accent_2" op="equ"/>
                <dgm:constr type="ctrY" for="ch" forName="accent_2" refType="h" fact="0.3125"/>
                <dgm:constr type="ctrX" for="ch" forName="accent_2" refType="h" fact="0.1978"/>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563"/>
                <dgm:constr type="w" for="ch" forName="accent_3" refType="h" refFor="ch" refForName="accent_3" op="equ"/>
                <dgm:constr type="ctrY" for="ch" forName="accent_3" refType="h" fact="0.5"/>
                <dgm:constr type="ctrX" for="ch" forName="accent_3" refType="h" fact="0.2253"/>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563"/>
                <dgm:constr type="w" for="ch" forName="accent_4" refType="h" refFor="ch" refForName="accent_4" op="equ"/>
                <dgm:constr type="ctrY" for="ch" forName="accent_4" refType="h" fact="0.6875"/>
                <dgm:constr type="ctrX" for="ch" forName="accent_4" refType="h" fact="0.1978"/>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h" for="ch" forName="accent_5" refType="h" fact="0.1563"/>
                <dgm:constr type="w" for="ch" forName="accent_5" refType="h" refFor="ch" refForName="accent_5" op="equ"/>
                <dgm:constr type="ctrY" for="ch" forName="accent_5" refType="h" fact="0.875"/>
                <dgm:constr type="ctrX" for="ch" forName="accent_5" refType="h" fact="0.1082"/>
                <dgm:constr type="l" for="ch" forName="text_5" refType="ctrX" refFor="ch" refForName="accent_5"/>
                <dgm:constr type="r" for="ch" forName="text_5" refType="w"/>
                <dgm:constr type="w" for="ch" forName="text_5" refType="h" refFor="ch" refForName="text_5" op="gte"/>
                <dgm:constr type="h" for="ch" forName="text_5" refType="h" refFor="ch" refForName="accent_5" fact="0.8"/>
                <dgm:constr type="ctrY" for="ch" forName="text_5" refType="ctrY" refFor="ch" refForName="accent_5"/>
                <dgm:constr type="lMarg" for="ch" forName="text_5" refType="w" refFor="ch" refForName="accent_5" fact="1.8"/>
                <dgm:constr type="primFontSz" for="ch" ptType="node" op="equ" val="65"/>
              </dgm:constrLst>
            </dgm:if>
            <dgm:if name="Name10" axis="ch" ptType="node" func="cnt" op="equ" val="6">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316"/>
                <dgm:constr type="w" for="ch" forName="accent_1" refType="h" refFor="ch" refForName="accent_1" op="equ"/>
                <dgm:constr type="ctrY" for="ch" forName="accent_1" refType="h" fact="0.1053"/>
                <dgm:constr type="ctrX" for="ch" forName="accent_1" refType="h" fact="0.0943"/>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316"/>
                <dgm:constr type="w" for="ch" forName="accent_2" refType="h" refFor="ch" refForName="accent_2" op="equ"/>
                <dgm:constr type="ctrY" for="ch" forName="accent_2" refType="h" fact="0.2632"/>
                <dgm:constr type="ctrX" for="ch" forName="accent_2" refType="h" fact="0.1809"/>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316"/>
                <dgm:constr type="w" for="ch" forName="accent_3" refType="h" refFor="ch" refForName="accent_3" op="equ"/>
                <dgm:constr type="ctrY" for="ch" forName="accent_3" refType="h" fact="0.4211"/>
                <dgm:constr type="ctrX" for="ch" forName="accent_3" refType="h" fact="0.2205"/>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316"/>
                <dgm:constr type="w" for="ch" forName="accent_4" refType="h" refFor="ch" refForName="accent_4" op="equ"/>
                <dgm:constr type="ctrY" for="ch" forName="accent_4" refType="h" fact="0.5789"/>
                <dgm:constr type="ctrX" for="ch" forName="accent_4" refType="h" fact="0.2205"/>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h" for="ch" forName="accent_5" refType="h" fact="0.1316"/>
                <dgm:constr type="w" for="ch" forName="accent_5" refType="h" refFor="ch" refForName="accent_5" op="equ"/>
                <dgm:constr type="ctrY" for="ch" forName="accent_5" refType="h" fact="0.7368"/>
                <dgm:constr type="ctrX" for="ch" forName="accent_5" refType="h" fact="0.1809"/>
                <dgm:constr type="l" for="ch" forName="text_5" refType="ctrX" refFor="ch" refForName="accent_5"/>
                <dgm:constr type="r" for="ch" forName="text_5" refType="w"/>
                <dgm:constr type="w" for="ch" forName="text_5" refType="h" refFor="ch" refForName="text_5" op="gte"/>
                <dgm:constr type="h" for="ch" forName="text_5" refType="h" refFor="ch" refForName="accent_5" fact="0.8"/>
                <dgm:constr type="ctrY" for="ch" forName="text_5" refType="ctrY" refFor="ch" refForName="accent_5"/>
                <dgm:constr type="lMarg" for="ch" forName="text_5" refType="w" refFor="ch" refForName="accent_5" fact="1.8"/>
                <dgm:constr type="h" for="ch" forName="accent_6" refType="h" fact="0.1316"/>
                <dgm:constr type="w" for="ch" forName="accent_6" refType="h" refFor="ch" refForName="accent_6" op="equ"/>
                <dgm:constr type="ctrY" for="ch" forName="accent_6" refType="h" fact="0.8947"/>
                <dgm:constr type="ctrX" for="ch" forName="accent_6" refType="h" fact="0.0943"/>
                <dgm:constr type="l" for="ch" forName="text_6" refType="ctrX" refFor="ch" refForName="accent_6"/>
                <dgm:constr type="r" for="ch" forName="text_6" refType="w"/>
                <dgm:constr type="w" for="ch" forName="text_6" refType="h" refFor="ch" refForName="text_6" op="gte"/>
                <dgm:constr type="h" for="ch" forName="text_6" refType="h" refFor="ch" refForName="accent_6" fact="0.8"/>
                <dgm:constr type="ctrY" for="ch" forName="text_6" refType="ctrY" refFor="ch" refForName="accent_6"/>
                <dgm:constr type="lMarg" for="ch" forName="text_6" refType="w" refFor="ch" refForName="accent_6" fact="1.8"/>
                <dgm:constr type="primFontSz" for="ch" ptType="node" op="equ" val="65"/>
              </dgm:constrLst>
            </dgm:if>
            <dgm:else name="Name11">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136"/>
                <dgm:constr type="w" for="ch" forName="accent_1" refType="h" refFor="ch" refForName="accent_1" op="equ"/>
                <dgm:constr type="ctrY" for="ch" forName="accent_1" refType="h" fact="0.0909"/>
                <dgm:constr type="ctrX" for="ch" forName="accent_1" refType="h" fact="0.0835"/>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136"/>
                <dgm:constr type="w" for="ch" forName="accent_2" refType="h" refFor="ch" refForName="accent_2" op="equ"/>
                <dgm:constr type="ctrY" for="ch" forName="accent_2" refType="h" fact="0.2273"/>
                <dgm:constr type="ctrX" for="ch" forName="accent_2" refType="h" fact="0.1658"/>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136"/>
                <dgm:constr type="w" for="ch" forName="accent_3" refType="h" refFor="ch" refForName="accent_3" op="equ"/>
                <dgm:constr type="ctrY" for="ch" forName="accent_3" refType="h" fact="0.3636"/>
                <dgm:constr type="ctrX" for="ch" forName="accent_3" refType="h" fact="0.2109"/>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136"/>
                <dgm:constr type="w" for="ch" forName="accent_4" refType="h" refFor="ch" refForName="accent_4" op="equ"/>
                <dgm:constr type="ctrY" for="ch" forName="accent_4" refType="h" fact="0.5"/>
                <dgm:constr type="ctrX" for="ch" forName="accent_4" refType="h" fact="0.2253"/>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h" for="ch" forName="accent_5" refType="h" fact="0.1136"/>
                <dgm:constr type="w" for="ch" forName="accent_5" refType="h" refFor="ch" refForName="accent_5" op="equ"/>
                <dgm:constr type="ctrY" for="ch" forName="accent_5" refType="h" fact="0.6364"/>
                <dgm:constr type="ctrX" for="ch" forName="accent_5" refType="h" fact="0.2109"/>
                <dgm:constr type="l" for="ch" forName="text_5" refType="ctrX" refFor="ch" refForName="accent_5"/>
                <dgm:constr type="r" for="ch" forName="text_5" refType="w"/>
                <dgm:constr type="w" for="ch" forName="text_5" refType="h" refFor="ch" refForName="text_5" op="gte"/>
                <dgm:constr type="h" for="ch" forName="text_5" refType="h" refFor="ch" refForName="accent_5" fact="0.8"/>
                <dgm:constr type="ctrY" for="ch" forName="text_5" refType="ctrY" refFor="ch" refForName="accent_5"/>
                <dgm:constr type="lMarg" for="ch" forName="text_5" refType="w" refFor="ch" refForName="accent_5" fact="1.8"/>
                <dgm:constr type="h" for="ch" forName="accent_6" refType="h" fact="0.1136"/>
                <dgm:constr type="w" for="ch" forName="accent_6" refType="h" refFor="ch" refForName="accent_6" op="equ"/>
                <dgm:constr type="ctrY" for="ch" forName="accent_6" refType="h" fact="0.7727"/>
                <dgm:constr type="ctrX" for="ch" forName="accent_6" refType="h" fact="0.1658"/>
                <dgm:constr type="l" for="ch" forName="text_6" refType="ctrX" refFor="ch" refForName="accent_6"/>
                <dgm:constr type="r" for="ch" forName="text_6" refType="w"/>
                <dgm:constr type="w" for="ch" forName="text_6" refType="h" refFor="ch" refForName="text_6" op="gte"/>
                <dgm:constr type="h" for="ch" forName="text_6" refType="h" refFor="ch" refForName="accent_6" fact="0.8"/>
                <dgm:constr type="ctrY" for="ch" forName="text_6" refType="ctrY" refFor="ch" refForName="accent_6"/>
                <dgm:constr type="lMarg" for="ch" forName="text_6" refType="w" refFor="ch" refForName="accent_6" fact="1.8"/>
                <dgm:constr type="h" for="ch" forName="accent_7" refType="h" fact="0.1136"/>
                <dgm:constr type="w" for="ch" forName="accent_7" refType="h" refFor="ch" refForName="accent_7" op="equ"/>
                <dgm:constr type="ctrY" for="ch" forName="accent_7" refType="h" fact="0.9091"/>
                <dgm:constr type="ctrX" for="ch" forName="accent_7" refType="h" fact="0.0835"/>
                <dgm:constr type="l" for="ch" forName="text_7" refType="ctrX" refFor="ch" refForName="accent_7"/>
                <dgm:constr type="r" for="ch" forName="text_7" refType="w"/>
                <dgm:constr type="w" for="ch" forName="text_7" refType="h" refFor="ch" refForName="text_7" op="gte"/>
                <dgm:constr type="h" for="ch" forName="text_7" refType="h" refFor="ch" refForName="accent_7" fact="0.8"/>
                <dgm:constr type="ctrY" for="ch" forName="text_7" refType="ctrY" refFor="ch" refForName="accent_7"/>
                <dgm:constr type="lMarg" for="ch" forName="text_7" refType="w" refFor="ch" refForName="accent_7" fact="1.8"/>
                <dgm:constr type="primFontSz" for="ch" ptType="node" op="equ" val="65"/>
              </dgm:constrLst>
            </dgm:else>
          </dgm:choose>
        </dgm:if>
        <dgm:else name="Name12">
          <dgm:choose name="Name13">
            <dgm:if name="Name14" axis="ch" ptType="node" func="cnt" op="equ" val="1">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625"/>
                <dgm:constr type="w" for="ch" forName="accent_1" refType="h" refFor="ch" refForName="accent_1" op="equ"/>
                <dgm:constr type="ctrY" for="ch" forName="accent_1" refType="h" fact="0.5"/>
                <dgm:constr type="ctrX" for="ch" forName="accent_1" refType="w"/>
                <dgm:constr type="ctrXOff" for="ch" forName="accent_1" refType="h" fact="-0.2253"/>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primFontSz" for="ch" ptType="node" op="equ" val="65"/>
              </dgm:constrLst>
            </dgm:if>
            <dgm:if name="Name15" axis="ch" ptType="node" func="cnt" op="equ" val="2">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3571"/>
                <dgm:constr type="w" for="ch" forName="accent_1" refType="h" refFor="ch" refForName="accent_1" op="equ"/>
                <dgm:constr type="ctrY" for="ch" forName="accent_1" refType="h" fact="0.2857"/>
                <dgm:constr type="ctrX" for="ch" forName="accent_1" refType="w"/>
                <dgm:constr type="ctrXOff" for="ch" forName="accent_1" refType="h" fact="-0.1891"/>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3571"/>
                <dgm:constr type="w" for="ch" forName="accent_2" refType="h" refFor="ch" refForName="accent_2" op="equ"/>
                <dgm:constr type="ctrY" for="ch" forName="accent_2" refType="h" fact="0.7143"/>
                <dgm:constr type="ctrX" for="ch" forName="accent_2" refType="w"/>
                <dgm:constr type="ctrXOff" for="ch" forName="accent_2" refType="h" fact="-0.1891"/>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primFontSz" for="ch" ptType="node" op="equ" val="65"/>
              </dgm:constrLst>
            </dgm:if>
            <dgm:if name="Name16" axis="ch" ptType="node" func="cnt" op="equ" val="3">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25"/>
                <dgm:constr type="w" for="ch" forName="accent_1" refType="h" refFor="ch" refForName="accent_1" op="equ"/>
                <dgm:constr type="ctrY" for="ch" forName="accent_1" refType="h" fact="0.2"/>
                <dgm:constr type="ctrX" for="ch" forName="accent_1" refType="w"/>
                <dgm:constr type="ctrXOff" for="ch" forName="accent_1" refType="h" fact="-0.1526"/>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25"/>
                <dgm:constr type="w" for="ch" forName="accent_2" refType="h" refFor="ch" refForName="accent_2" op="equ"/>
                <dgm:constr type="ctrY" for="ch" forName="accent_2" refType="h" fact="0.5"/>
                <dgm:constr type="ctrX" for="ch" forName="accent_2" refType="w"/>
                <dgm:constr type="ctrXOff" for="ch" forName="accent_2" refType="h" fact="-0.2253"/>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25"/>
                <dgm:constr type="w" for="ch" forName="accent_3" refType="h" refFor="ch" refForName="accent_3" op="equ"/>
                <dgm:constr type="ctrY" for="ch" forName="accent_3" refType="h" fact="0.8"/>
                <dgm:constr type="ctrX" for="ch" forName="accent_3" refType="w"/>
                <dgm:constr type="ctrXOff" for="ch" forName="accent_3" refType="h" fact="-0.1526"/>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primFontSz" for="ch" ptType="node" op="equ" val="65"/>
              </dgm:constrLst>
            </dgm:if>
            <dgm:if name="Name17" axis="ch" ptType="node" func="cnt" op="equ" val="4">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923"/>
                <dgm:constr type="w" for="ch" forName="accent_1" refType="h" refFor="ch" refForName="accent_1" op="equ"/>
                <dgm:constr type="ctrY" for="ch" forName="accent_1" refType="h" fact="0.1538"/>
                <dgm:constr type="ctrX" for="ch" forName="accent_1" refType="w"/>
                <dgm:constr type="ctrXOff" for="ch" forName="accent_1" refType="h" fact="-0.1268"/>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923"/>
                <dgm:constr type="w" for="ch" forName="accent_2" refType="h" refFor="ch" refForName="accent_2" op="equ"/>
                <dgm:constr type="ctrY" for="ch" forName="accent_2" refType="h" fact="0.3846"/>
                <dgm:constr type="ctrX" for="ch" forName="accent_2" refType="w"/>
                <dgm:constr type="ctrXOff" for="ch" forName="accent_2" refType="h" fact="-0.215"/>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923"/>
                <dgm:constr type="w" for="ch" forName="accent_3" refType="h" refFor="ch" refForName="accent_3" op="equ"/>
                <dgm:constr type="ctrY" for="ch" forName="accent_3" refType="h" fact="0.6154"/>
                <dgm:constr type="ctrX" for="ch" forName="accent_3" refType="w"/>
                <dgm:constr type="ctrXOff" for="ch" forName="accent_3" refType="h" fact="-0.215"/>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923"/>
                <dgm:constr type="w" for="ch" forName="accent_4" refType="h" refFor="ch" refForName="accent_4" op="equ"/>
                <dgm:constr type="ctrY" for="ch" forName="accent_4" refType="h" fact="0.8462"/>
                <dgm:constr type="ctrX" for="ch" forName="accent_4" refType="w"/>
                <dgm:constr type="ctrXOff" for="ch" forName="accent_4" refType="h" fact="-0.1268"/>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primFontSz" for="ch" ptType="node" op="equ" val="65"/>
              </dgm:constrLst>
            </dgm:if>
            <dgm:if name="Name18" axis="ch" ptType="node" func="cnt" op="equ" val="5">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563"/>
                <dgm:constr type="w" for="ch" forName="accent_1" refType="h" refFor="ch" refForName="accent_1" op="equ"/>
                <dgm:constr type="ctrY" for="ch" forName="accent_1" refType="h" fact="0.125"/>
                <dgm:constr type="ctrX" for="ch" forName="accent_1" refType="w"/>
                <dgm:constr type="ctrXOff" for="ch" forName="accent_1" refType="h" fact="-0.1082"/>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563"/>
                <dgm:constr type="w" for="ch" forName="accent_2" refType="h" refFor="ch" refForName="accent_2" op="equ"/>
                <dgm:constr type="ctrY" for="ch" forName="accent_2" refType="h" fact="0.3125"/>
                <dgm:constr type="ctrX" for="ch" forName="accent_2" refType="w"/>
                <dgm:constr type="ctrXOff" for="ch" forName="accent_2" refType="h" fact="-0.1978"/>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563"/>
                <dgm:constr type="w" for="ch" forName="accent_3" refType="h" refFor="ch" refForName="accent_3" op="equ"/>
                <dgm:constr type="ctrY" for="ch" forName="accent_3" refType="h" fact="0.5"/>
                <dgm:constr type="ctrX" for="ch" forName="accent_3" refType="w"/>
                <dgm:constr type="ctrXOff" for="ch" forName="accent_3" refType="h" fact="-0.2253"/>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563"/>
                <dgm:constr type="w" for="ch" forName="accent_4" refType="h" refFor="ch" refForName="accent_4" op="equ"/>
                <dgm:constr type="ctrY" for="ch" forName="accent_4" refType="h" fact="0.6875"/>
                <dgm:constr type="ctrX" for="ch" forName="accent_4" refType="w"/>
                <dgm:constr type="ctrXOff" for="ch" forName="accent_4" refType="h" fact="-0.1978"/>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h" for="ch" forName="accent_5" refType="h" fact="0.1563"/>
                <dgm:constr type="w" for="ch" forName="accent_5" refType="h" refFor="ch" refForName="accent_5" op="equ"/>
                <dgm:constr type="ctrY" for="ch" forName="accent_5" refType="h" fact="0.875"/>
                <dgm:constr type="ctrX" for="ch" forName="accent_5" refType="w"/>
                <dgm:constr type="ctrXOff" for="ch" forName="accent_5" refType="h" fact="-0.1082"/>
                <dgm:constr type="r" for="ch" forName="text_5" refType="ctrX" refFor="ch" refForName="accent_5"/>
                <dgm:constr type="rOff" for="ch" forName="text_5" refType="ctrXOff" refFor="ch" refForName="accent_5"/>
                <dgm:constr type="l" for="ch" forName="text_5"/>
                <dgm:constr type="w" for="ch" forName="text_5" refType="h" refFor="ch" refForName="text_5" op="gte"/>
                <dgm:constr type="h" for="ch" forName="text_5" refType="h" refFor="ch" refForName="accent_5" fact="0.8"/>
                <dgm:constr type="ctrY" for="ch" forName="text_5" refType="ctrY" refFor="ch" refForName="accent_5"/>
                <dgm:constr type="rMarg" for="ch" forName="text_5" refType="w" refFor="ch" refForName="accent_5" fact="1.8"/>
                <dgm:constr type="primFontSz" for="ch" ptType="node" op="equ" val="65"/>
              </dgm:constrLst>
            </dgm:if>
            <dgm:if name="Name19" axis="ch" ptType="node" func="cnt" op="equ" val="6">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316"/>
                <dgm:constr type="w" for="ch" forName="accent_1" refType="h" refFor="ch" refForName="accent_1" op="equ"/>
                <dgm:constr type="ctrY" for="ch" forName="accent_1" refType="h" fact="0.1053"/>
                <dgm:constr type="ctrX" for="ch" forName="accent_1" refType="w"/>
                <dgm:constr type="ctrXOff" for="ch" forName="accent_1" refType="h" fact="-0.0943"/>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316"/>
                <dgm:constr type="w" for="ch" forName="accent_2" refType="h" refFor="ch" refForName="accent_2" op="equ"/>
                <dgm:constr type="ctrY" for="ch" forName="accent_2" refType="h" fact="0.2632"/>
                <dgm:constr type="ctrX" for="ch" forName="accent_2" refType="w"/>
                <dgm:constr type="ctrXOff" for="ch" forName="accent_2" refType="h" fact="-0.1809"/>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316"/>
                <dgm:constr type="w" for="ch" forName="accent_3" refType="h" refFor="ch" refForName="accent_3" op="equ"/>
                <dgm:constr type="ctrY" for="ch" forName="accent_3" refType="h" fact="0.4211"/>
                <dgm:constr type="ctrX" for="ch" forName="accent_3" refType="w"/>
                <dgm:constr type="ctrXOff" for="ch" forName="accent_3" refType="h" fact="-0.2205"/>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316"/>
                <dgm:constr type="w" for="ch" forName="accent_4" refType="h" refFor="ch" refForName="accent_4" op="equ"/>
                <dgm:constr type="ctrY" for="ch" forName="accent_4" refType="h" fact="0.5789"/>
                <dgm:constr type="ctrX" for="ch" forName="accent_4" refType="w"/>
                <dgm:constr type="ctrXOff" for="ch" forName="accent_4" refType="h" fact="-0.2205"/>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h" for="ch" forName="accent_5" refType="h" fact="0.1316"/>
                <dgm:constr type="w" for="ch" forName="accent_5" refType="h" refFor="ch" refForName="accent_5" op="equ"/>
                <dgm:constr type="ctrY" for="ch" forName="accent_5" refType="h" fact="0.7368"/>
                <dgm:constr type="ctrX" for="ch" forName="accent_5" refType="w"/>
                <dgm:constr type="ctrXOff" for="ch" forName="accent_5" refType="h" fact="-0.1809"/>
                <dgm:constr type="r" for="ch" forName="text_5" refType="ctrX" refFor="ch" refForName="accent_5"/>
                <dgm:constr type="rOff" for="ch" forName="text_5" refType="ctrXOff" refFor="ch" refForName="accent_5"/>
                <dgm:constr type="l" for="ch" forName="text_5"/>
                <dgm:constr type="w" for="ch" forName="text_5" refType="h" refFor="ch" refForName="text_5" op="gte"/>
                <dgm:constr type="h" for="ch" forName="text_5" refType="h" refFor="ch" refForName="accent_5" fact="0.8"/>
                <dgm:constr type="ctrY" for="ch" forName="text_5" refType="ctrY" refFor="ch" refForName="accent_5"/>
                <dgm:constr type="rMarg" for="ch" forName="text_5" refType="w" refFor="ch" refForName="accent_5" fact="1.8"/>
                <dgm:constr type="h" for="ch" forName="accent_6" refType="h" fact="0.1316"/>
                <dgm:constr type="w" for="ch" forName="accent_6" refType="h" refFor="ch" refForName="accent_6" op="equ"/>
                <dgm:constr type="ctrY" for="ch" forName="accent_6" refType="h" fact="0.8947"/>
                <dgm:constr type="ctrX" for="ch" forName="accent_6" refType="w"/>
                <dgm:constr type="ctrXOff" for="ch" forName="accent_6" refType="h" fact="-0.0943"/>
                <dgm:constr type="r" for="ch" forName="text_6" refType="ctrX" refFor="ch" refForName="accent_6"/>
                <dgm:constr type="rOff" for="ch" forName="text_6" refType="ctrXOff" refFor="ch" refForName="accent_6"/>
                <dgm:constr type="l" for="ch" forName="text_6"/>
                <dgm:constr type="w" for="ch" forName="text_6" refType="h" refFor="ch" refForName="text_6" op="gte"/>
                <dgm:constr type="h" for="ch" forName="text_6" refType="h" refFor="ch" refForName="accent_6" fact="0.8"/>
                <dgm:constr type="ctrY" for="ch" forName="text_6" refType="ctrY" refFor="ch" refForName="accent_6"/>
                <dgm:constr type="rMarg" for="ch" forName="text_6" refType="w" refFor="ch" refForName="accent_6" fact="1.8"/>
                <dgm:constr type="primFontSz" for="ch" ptType="node" op="equ" val="65"/>
              </dgm:constrLst>
            </dgm:if>
            <dgm:else name="Name20">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136"/>
                <dgm:constr type="w" for="ch" forName="accent_1" refType="h" refFor="ch" refForName="accent_1" op="equ"/>
                <dgm:constr type="ctrY" for="ch" forName="accent_1" refType="h" fact="0.0909"/>
                <dgm:constr type="ctrX" for="ch" forName="accent_1" refType="w"/>
                <dgm:constr type="ctrXOff" for="ch" forName="accent_1" refType="h" fact="-0.0835"/>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136"/>
                <dgm:constr type="w" for="ch" forName="accent_2" refType="h" refFor="ch" refForName="accent_2" op="equ"/>
                <dgm:constr type="ctrY" for="ch" forName="accent_2" refType="h" fact="0.2273"/>
                <dgm:constr type="ctrX" for="ch" forName="accent_2" refType="w"/>
                <dgm:constr type="ctrXOff" for="ch" forName="accent_2" refType="h" fact="-0.1658"/>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136"/>
                <dgm:constr type="w" for="ch" forName="accent_3" refType="h" refFor="ch" refForName="accent_3" op="equ"/>
                <dgm:constr type="ctrY" for="ch" forName="accent_3" refType="h" fact="0.3636"/>
                <dgm:constr type="ctrX" for="ch" forName="accent_3" refType="w"/>
                <dgm:constr type="ctrXOff" for="ch" forName="accent_3" refType="h" fact="-0.2109"/>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136"/>
                <dgm:constr type="w" for="ch" forName="accent_4" refType="h" refFor="ch" refForName="accent_4" op="equ"/>
                <dgm:constr type="ctrY" for="ch" forName="accent_4" refType="h" fact="0.5"/>
                <dgm:constr type="ctrX" for="ch" forName="accent_4" refType="w"/>
                <dgm:constr type="ctrXOff" for="ch" forName="accent_4" refType="h" fact="-0.2253"/>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h" for="ch" forName="accent_5" refType="h" fact="0.1136"/>
                <dgm:constr type="w" for="ch" forName="accent_5" refType="h" refFor="ch" refForName="accent_5" op="equ"/>
                <dgm:constr type="ctrY" for="ch" forName="accent_5" refType="h" fact="0.6364"/>
                <dgm:constr type="ctrX" for="ch" forName="accent_5" refType="w"/>
                <dgm:constr type="ctrXOff" for="ch" forName="accent_5" refType="h" fact="-0.2109"/>
                <dgm:constr type="r" for="ch" forName="text_5" refType="ctrX" refFor="ch" refForName="accent_5"/>
                <dgm:constr type="rOff" for="ch" forName="text_5" refType="ctrXOff" refFor="ch" refForName="accent_5"/>
                <dgm:constr type="l" for="ch" forName="text_5"/>
                <dgm:constr type="w" for="ch" forName="text_5" refType="h" refFor="ch" refForName="text_5" op="gte"/>
                <dgm:constr type="h" for="ch" forName="text_5" refType="h" refFor="ch" refForName="accent_5" fact="0.8"/>
                <dgm:constr type="ctrY" for="ch" forName="text_5" refType="ctrY" refFor="ch" refForName="accent_5"/>
                <dgm:constr type="rMarg" for="ch" forName="text_5" refType="w" refFor="ch" refForName="accent_5" fact="1.8"/>
                <dgm:constr type="h" for="ch" forName="accent_6" refType="h" fact="0.1136"/>
                <dgm:constr type="w" for="ch" forName="accent_6" refType="h" refFor="ch" refForName="accent_6" op="equ"/>
                <dgm:constr type="ctrY" for="ch" forName="accent_6" refType="h" fact="0.7727"/>
                <dgm:constr type="ctrX" for="ch" forName="accent_6" refType="w"/>
                <dgm:constr type="ctrXOff" for="ch" forName="accent_6" refType="h" fact="-0.1658"/>
                <dgm:constr type="r" for="ch" forName="text_6" refType="ctrX" refFor="ch" refForName="accent_6"/>
                <dgm:constr type="rOff" for="ch" forName="text_6" refType="ctrXOff" refFor="ch" refForName="accent_6"/>
                <dgm:constr type="l" for="ch" forName="text_6"/>
                <dgm:constr type="w" for="ch" forName="text_6" refType="h" refFor="ch" refForName="text_6" op="gte"/>
                <dgm:constr type="h" for="ch" forName="text_6" refType="h" refFor="ch" refForName="accent_6" fact="0.8"/>
                <dgm:constr type="ctrY" for="ch" forName="text_6" refType="ctrY" refFor="ch" refForName="accent_6"/>
                <dgm:constr type="rMarg" for="ch" forName="text_6" refType="w" refFor="ch" refForName="accent_6" fact="1.8"/>
                <dgm:constr type="h" for="ch" forName="accent_7" refType="h" fact="0.1136"/>
                <dgm:constr type="w" for="ch" forName="accent_7" refType="h" refFor="ch" refForName="accent_7" op="equ"/>
                <dgm:constr type="ctrY" for="ch" forName="accent_7" refType="h" fact="0.9091"/>
                <dgm:constr type="ctrX" for="ch" forName="accent_7" refType="w"/>
                <dgm:constr type="ctrXOff" for="ch" forName="accent_7" refType="h" fact="-0.0835"/>
                <dgm:constr type="r" for="ch" forName="text_7" refType="ctrX" refFor="ch" refForName="accent_7"/>
                <dgm:constr type="rOff" for="ch" forName="text_7" refType="ctrXOff" refFor="ch" refForName="accent_7"/>
                <dgm:constr type="l" for="ch" forName="text_7"/>
                <dgm:constr type="w" for="ch" forName="text_7" refType="h" refFor="ch" refForName="text_7" op="gte"/>
                <dgm:constr type="h" for="ch" forName="text_7" refType="h" refFor="ch" refForName="accent_7" fact="0.8"/>
                <dgm:constr type="ctrY" for="ch" forName="text_7" refType="ctrY" refFor="ch" refForName="accent_7"/>
                <dgm:constr type="rMarg" for="ch" forName="text_7" refType="w" refFor="ch" refForName="accent_7" fact="1.8"/>
                <dgm:constr type="primFontSz" for="ch" ptType="node" op="equ" val="65"/>
              </dgm:constrLst>
            </dgm:else>
          </dgm:choose>
        </dgm:else>
      </dgm:choose>
      <dgm:layoutNode name="cycle">
        <dgm:choose name="Name21">
          <dgm:if name="Name22" func="var" arg="dir" op="equ" val="norm">
            <dgm:alg type="cycle">
              <dgm:param type="stAng" val="45"/>
              <dgm:param type="spanAng" val="90"/>
            </dgm:alg>
          </dgm:if>
          <dgm:else name="Name23">
            <dgm:alg type="cycle">
              <dgm:param type="stAng" val="225"/>
              <dgm:param type="spanAng" val="90"/>
            </dgm:alg>
          </dgm:else>
        </dgm:choose>
        <dgm:shape xmlns:r="http://schemas.openxmlformats.org/officeDocument/2006/relationships" r:blip="">
          <dgm:adjLst/>
        </dgm:shape>
        <dgm:presOf/>
        <dgm:constrLst>
          <dgm:constr type="w" for="ch" val="1"/>
          <dgm:constr type="h" for="ch" val="1"/>
          <dgm:constr type="diam" for="ch" forName="conn" refType="diam"/>
        </dgm:constrLst>
        <dgm:layoutNode name="srcNode">
          <dgm:alg type="sp"/>
          <dgm:shape xmlns:r="http://schemas.openxmlformats.org/officeDocument/2006/relationships" type="rect" r:blip="" hideGeom="1">
            <dgm:adjLst/>
          </dgm:shape>
          <dgm:presOf/>
        </dgm:layoutNode>
        <dgm:layoutNode name="conn" styleLbl="parChTrans1D2">
          <dgm:alg type="conn">
            <dgm:param type="connRout" val="curve"/>
            <dgm:param type="srcNode" val="srcNode"/>
            <dgm:param type="dstNode" val="dstNode"/>
            <dgm:param type="begPts" val="ctr"/>
            <dgm:param type="endPts" val="ctr"/>
            <dgm:param type="endSty" val="noArr"/>
          </dgm:alg>
          <dgm:shape xmlns:r="http://schemas.openxmlformats.org/officeDocument/2006/relationships" type="conn" r:blip="">
            <dgm:adjLst/>
          </dgm:shape>
          <dgm:presOf axis="desOrSelf" ptType="sibTrans" hideLastTrans="0" st="0" cnt="1"/>
          <dgm:constrLst>
            <dgm:constr type="begPad"/>
            <dgm:constr type="endPad"/>
          </dgm:constrLst>
        </dgm:layoutNode>
        <dgm:layoutNode name="extraNode">
          <dgm:alg type="sp"/>
          <dgm:shape xmlns:r="http://schemas.openxmlformats.org/officeDocument/2006/relationships" type="rect" r:blip="" hideGeom="1">
            <dgm:adjLst/>
          </dgm:shape>
          <dgm:presOf/>
        </dgm:layoutNode>
        <dgm:layoutNode name="dstNode">
          <dgm:alg type="sp"/>
          <dgm:shape xmlns:r="http://schemas.openxmlformats.org/officeDocument/2006/relationships" type="rect" r:blip="" hideGeom="1">
            <dgm:adjLst/>
          </dgm:shape>
          <dgm:presOf/>
        </dgm:layoutNode>
      </dgm:layoutNode>
      <dgm:forEach name="wrapper" axis="self" ptType="parTrans">
        <dgm:forEach name="wrapper2" axis="self" ptType="sibTrans" st="2">
          <dgm:forEach name="accentRepeat" axis="self">
            <dgm:layoutNode name="accentRepeatNode" styleLbl="solidFgAcc1">
              <dgm:alg type="sp"/>
              <dgm:shape xmlns:r="http://schemas.openxmlformats.org/officeDocument/2006/relationships" type="ellipse" r:blip="">
                <dgm:adjLst/>
              </dgm:shape>
              <dgm:presOf/>
            </dgm:layoutNode>
          </dgm:forEach>
        </dgm:forEach>
      </dgm:forEach>
      <dgm:forEach name="Name24" axis="ch" ptType="node" cnt="1">
        <dgm:layoutNode name="text_1" styleLbl="node1">
          <dgm:varLst>
            <dgm:bulletEnabled val="1"/>
          </dgm:varLst>
          <dgm:choose name="Name25">
            <dgm:if name="Name26" func="var" arg="dir" op="equ" val="norm">
              <dgm:alg type="tx">
                <dgm:param type="parTxLTRAlign" val="l"/>
                <dgm:param type="shpTxLTRAlignCh" val="l"/>
                <dgm:param type="parTxRTLAlign" val="l"/>
                <dgm:param type="shpTxRTLAlignCh" val="l"/>
              </dgm:alg>
            </dgm:if>
            <dgm:else name="Name27">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1">
          <dgm:alg type="sp"/>
          <dgm:shape xmlns:r="http://schemas.openxmlformats.org/officeDocument/2006/relationships" r:blip="">
            <dgm:adjLst/>
          </dgm:shape>
          <dgm:presOf/>
          <dgm:constrLst/>
          <dgm:forEach name="Name28" ref="accentRepeat"/>
        </dgm:layoutNode>
      </dgm:forEach>
      <dgm:forEach name="Name29" axis="ch" ptType="node" st="2" cnt="1">
        <dgm:layoutNode name="text_2" styleLbl="node1">
          <dgm:varLst>
            <dgm:bulletEnabled val="1"/>
          </dgm:varLst>
          <dgm:choose name="Name30">
            <dgm:if name="Name31" func="var" arg="dir" op="equ" val="norm">
              <dgm:alg type="tx">
                <dgm:param type="parTxLTRAlign" val="l"/>
                <dgm:param type="shpTxLTRAlignCh" val="l"/>
                <dgm:param type="parTxRTLAlign" val="l"/>
                <dgm:param type="shpTxRTLAlignCh" val="l"/>
              </dgm:alg>
            </dgm:if>
            <dgm:else name="Name32">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2">
          <dgm:alg type="sp"/>
          <dgm:shape xmlns:r="http://schemas.openxmlformats.org/officeDocument/2006/relationships" r:blip="">
            <dgm:adjLst/>
          </dgm:shape>
          <dgm:presOf/>
          <dgm:constrLst/>
          <dgm:forEach name="Name33" ref="accentRepeat"/>
        </dgm:layoutNode>
      </dgm:forEach>
      <dgm:forEach name="Name34" axis="ch" ptType="node" st="3" cnt="1">
        <dgm:layoutNode name="text_3" styleLbl="node1">
          <dgm:varLst>
            <dgm:bulletEnabled val="1"/>
          </dgm:varLst>
          <dgm:choose name="Name35">
            <dgm:if name="Name36" func="var" arg="dir" op="equ" val="norm">
              <dgm:alg type="tx">
                <dgm:param type="parTxLTRAlign" val="l"/>
                <dgm:param type="shpTxLTRAlignCh" val="l"/>
                <dgm:param type="parTxRTLAlign" val="l"/>
                <dgm:param type="shpTxRTLAlignCh" val="l"/>
              </dgm:alg>
            </dgm:if>
            <dgm:else name="Name37">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3">
          <dgm:alg type="sp"/>
          <dgm:shape xmlns:r="http://schemas.openxmlformats.org/officeDocument/2006/relationships" r:blip="">
            <dgm:adjLst/>
          </dgm:shape>
          <dgm:presOf/>
          <dgm:constrLst/>
          <dgm:forEach name="Name38" ref="accentRepeat"/>
        </dgm:layoutNode>
      </dgm:forEach>
      <dgm:forEach name="Name39" axis="ch" ptType="node" st="4" cnt="1">
        <dgm:layoutNode name="text_4" styleLbl="node1">
          <dgm:varLst>
            <dgm:bulletEnabled val="1"/>
          </dgm:varLst>
          <dgm:choose name="Name40">
            <dgm:if name="Name41" func="var" arg="dir" op="equ" val="norm">
              <dgm:alg type="tx">
                <dgm:param type="parTxLTRAlign" val="l"/>
                <dgm:param type="shpTxLTRAlignCh" val="l"/>
                <dgm:param type="parTxRTLAlign" val="l"/>
                <dgm:param type="shpTxRTLAlignCh" val="l"/>
              </dgm:alg>
            </dgm:if>
            <dgm:else name="Name42">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4">
          <dgm:alg type="sp"/>
          <dgm:shape xmlns:r="http://schemas.openxmlformats.org/officeDocument/2006/relationships" r:blip="">
            <dgm:adjLst/>
          </dgm:shape>
          <dgm:presOf/>
          <dgm:constrLst/>
          <dgm:forEach name="Name43" ref="accentRepeat"/>
        </dgm:layoutNode>
      </dgm:forEach>
      <dgm:forEach name="Name44" axis="ch" ptType="node" st="5" cnt="1">
        <dgm:layoutNode name="text_5" styleLbl="node1">
          <dgm:varLst>
            <dgm:bulletEnabled val="1"/>
          </dgm:varLst>
          <dgm:choose name="Name45">
            <dgm:if name="Name46" func="var" arg="dir" op="equ" val="norm">
              <dgm:alg type="tx">
                <dgm:param type="parTxLTRAlign" val="l"/>
                <dgm:param type="shpTxLTRAlignCh" val="l"/>
                <dgm:param type="parTxRTLAlign" val="l"/>
                <dgm:param type="shpTxRTLAlignCh" val="l"/>
              </dgm:alg>
            </dgm:if>
            <dgm:else name="Name47">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5">
          <dgm:alg type="sp"/>
          <dgm:shape xmlns:r="http://schemas.openxmlformats.org/officeDocument/2006/relationships" r:blip="">
            <dgm:adjLst/>
          </dgm:shape>
          <dgm:presOf/>
          <dgm:constrLst/>
          <dgm:forEach name="Name48" ref="accentRepeat"/>
        </dgm:layoutNode>
      </dgm:forEach>
      <dgm:forEach name="Name49" axis="ch" ptType="node" st="6" cnt="1">
        <dgm:layoutNode name="text_6" styleLbl="node1">
          <dgm:varLst>
            <dgm:bulletEnabled val="1"/>
          </dgm:varLst>
          <dgm:choose name="Name50">
            <dgm:if name="Name51" func="var" arg="dir" op="equ" val="norm">
              <dgm:alg type="tx">
                <dgm:param type="parTxLTRAlign" val="l"/>
                <dgm:param type="shpTxLTRAlignCh" val="l"/>
                <dgm:param type="parTxRTLAlign" val="l"/>
                <dgm:param type="shpTxRTLAlignCh" val="l"/>
              </dgm:alg>
            </dgm:if>
            <dgm:else name="Name52">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6">
          <dgm:alg type="sp"/>
          <dgm:shape xmlns:r="http://schemas.openxmlformats.org/officeDocument/2006/relationships" r:blip="">
            <dgm:adjLst/>
          </dgm:shape>
          <dgm:presOf/>
          <dgm:constrLst/>
          <dgm:forEach name="Name53" ref="accentRepeat"/>
        </dgm:layoutNode>
      </dgm:forEach>
      <dgm:forEach name="Name54" axis="ch" ptType="node" st="7" cnt="1">
        <dgm:layoutNode name="text_7" styleLbl="node1">
          <dgm:varLst>
            <dgm:bulletEnabled val="1"/>
          </dgm:varLst>
          <dgm:choose name="Name55">
            <dgm:if name="Name56" func="var" arg="dir" op="equ" val="norm">
              <dgm:alg type="tx">
                <dgm:param type="parTxLTRAlign" val="l"/>
                <dgm:param type="shpTxLTRAlignCh" val="l"/>
                <dgm:param type="parTxRTLAlign" val="l"/>
                <dgm:param type="shpTxRTLAlignCh" val="l"/>
              </dgm:alg>
            </dgm:if>
            <dgm:else name="Name57">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7">
          <dgm:alg type="sp"/>
          <dgm:shape xmlns:r="http://schemas.openxmlformats.org/officeDocument/2006/relationships" r:blip="">
            <dgm:adjLst/>
          </dgm:shape>
          <dgm:presOf/>
          <dgm:constrLst/>
          <dgm:forEach name="Name58" ref="accentRepeat"/>
        </dgm:layoutNode>
      </dgm:forEach>
    </dgm:layoutNode>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6.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7.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8.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4938C204-A5AF-4B7B-BB58-277ECA880FE8}" type="datetimeFigureOut">
              <a:rPr lang="en-US" smtClean="0"/>
              <a:t>1/22/2014</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414F79EF-6B88-4C1F-9C4E-1B2E1D840B9C}" type="slidenum">
              <a:rPr lang="en-US" smtClean="0"/>
              <a:t>‹#›</a:t>
            </a:fld>
            <a:endParaRPr lang="en-US"/>
          </a:p>
        </p:txBody>
      </p:sp>
    </p:spTree>
    <p:extLst>
      <p:ext uri="{BB962C8B-B14F-4D97-AF65-F5344CB8AC3E}">
        <p14:creationId xmlns:p14="http://schemas.microsoft.com/office/powerpoint/2010/main" val="187795694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3" Type="http://schemas.openxmlformats.org/officeDocument/2006/relationships/hyperlink" Target="http://www.atlassian.com/software/jira/" TargetMode="External"/><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414F79EF-6B88-4C1F-9C4E-1B2E1D840B9C}" type="slidenum">
              <a:rPr lang="en-US" smtClean="0"/>
              <a:t>3</a:t>
            </a:fld>
            <a:endParaRPr lang="en-US"/>
          </a:p>
        </p:txBody>
      </p:sp>
    </p:spTree>
    <p:extLst>
      <p:ext uri="{BB962C8B-B14F-4D97-AF65-F5344CB8AC3E}">
        <p14:creationId xmlns:p14="http://schemas.microsoft.com/office/powerpoint/2010/main" val="287565042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414F79EF-6B88-4C1F-9C4E-1B2E1D840B9C}" type="slidenum">
              <a:rPr lang="en-US" smtClean="0"/>
              <a:t>4</a:t>
            </a:fld>
            <a:endParaRPr lang="en-US"/>
          </a:p>
        </p:txBody>
      </p:sp>
    </p:spTree>
    <p:extLst>
      <p:ext uri="{BB962C8B-B14F-4D97-AF65-F5344CB8AC3E}">
        <p14:creationId xmlns:p14="http://schemas.microsoft.com/office/powerpoint/2010/main" val="217656541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0" dirty="0" smtClean="0">
                <a:hlinkClick r:id="rId3"/>
              </a:rPr>
              <a:t>JIRA</a:t>
            </a:r>
            <a:r>
              <a:rPr lang="en-US" b="0" dirty="0" smtClean="0"/>
              <a:t> is a </a:t>
            </a:r>
            <a:r>
              <a:rPr lang="en-US" dirty="0" smtClean="0"/>
              <a:t>bug tracking, issue tracking, and project management web application</a:t>
            </a:r>
            <a:r>
              <a:rPr lang="en-US" b="0" dirty="0" smtClean="0"/>
              <a:t> developed to make this process easier for both Customers and Contractor</a:t>
            </a:r>
            <a:r>
              <a:rPr lang="it-IT" b="0" dirty="0" smtClean="0"/>
              <a:t>(s).</a:t>
            </a:r>
            <a:r>
              <a:rPr lang="en-US" b="0" dirty="0" smtClean="0"/>
              <a:t> </a:t>
            </a:r>
          </a:p>
          <a:p>
            <a:r>
              <a:rPr lang="en-US" b="0" dirty="0" smtClean="0"/>
              <a:t>JIRA</a:t>
            </a:r>
            <a:r>
              <a:rPr lang="en-US" b="0" u="sng" dirty="0" smtClean="0"/>
              <a:t> </a:t>
            </a:r>
            <a:r>
              <a:rPr lang="en-US" b="0" dirty="0" smtClean="0"/>
              <a:t>is based on the concept of generic “</a:t>
            </a:r>
            <a:r>
              <a:rPr lang="en-US" b="0" u="sng" dirty="0" smtClean="0"/>
              <a:t>issues</a:t>
            </a:r>
            <a:r>
              <a:rPr lang="en-US" b="0" dirty="0" smtClean="0"/>
              <a:t>”, having each a given </a:t>
            </a:r>
            <a:r>
              <a:rPr lang="en-US" b="0" u="sng" dirty="0" smtClean="0"/>
              <a:t>workflow</a:t>
            </a:r>
            <a:r>
              <a:rPr lang="en-US" b="0" dirty="0" smtClean="0"/>
              <a:t> with </a:t>
            </a:r>
            <a:r>
              <a:rPr lang="en-US" b="0" u="sng" dirty="0" smtClean="0"/>
              <a:t>configurable states and actions</a:t>
            </a:r>
            <a:r>
              <a:rPr lang="en-US" b="0" dirty="0" smtClean="0"/>
              <a:t>.</a:t>
            </a:r>
            <a:endParaRPr lang="it-IT" b="0" dirty="0" smtClean="0"/>
          </a:p>
          <a:p>
            <a:endParaRPr lang="en-US" dirty="0"/>
          </a:p>
        </p:txBody>
      </p:sp>
      <p:sp>
        <p:nvSpPr>
          <p:cNvPr id="4" name="Slide Number Placeholder 3"/>
          <p:cNvSpPr>
            <a:spLocks noGrp="1"/>
          </p:cNvSpPr>
          <p:nvPr>
            <p:ph type="sldNum" sz="quarter" idx="10"/>
          </p:nvPr>
        </p:nvSpPr>
        <p:spPr/>
        <p:txBody>
          <a:bodyPr/>
          <a:lstStyle/>
          <a:p>
            <a:fld id="{414F79EF-6B88-4C1F-9C4E-1B2E1D840B9C}" type="slidenum">
              <a:rPr lang="en-US" smtClean="0"/>
              <a:t>5</a:t>
            </a:fld>
            <a:endParaRPr lang="en-US"/>
          </a:p>
        </p:txBody>
      </p:sp>
    </p:spTree>
    <p:extLst>
      <p:ext uri="{BB962C8B-B14F-4D97-AF65-F5344CB8AC3E}">
        <p14:creationId xmlns:p14="http://schemas.microsoft.com/office/powerpoint/2010/main" val="313619123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E48009E-7117-4C7C-AFAA-D7958364CB1E}" type="slidenum">
              <a:rPr lang="en-US" smtClean="0"/>
              <a:pPr/>
              <a:t>6</a:t>
            </a:fld>
            <a:endParaRPr lang="en-US"/>
          </a:p>
        </p:txBody>
      </p:sp>
    </p:spTree>
    <p:extLst>
      <p:ext uri="{BB962C8B-B14F-4D97-AF65-F5344CB8AC3E}">
        <p14:creationId xmlns:p14="http://schemas.microsoft.com/office/powerpoint/2010/main" val="302196058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vi-VN" dirty="0" smtClean="0"/>
              <a:t>JIRA có những tính năng mà bạn không thể tìm thấy ở bất kỳ hệ thống quản lý và tìm kiếm các vấn đề (issues) nào khác Dễ dàng tạo ra và lưu lại những bộ lọc có thể cấu hình cao ((dynamic queries) xuyên suốt mọi vấn đề trong hệ thống Chia sẻ bộ lọc với người sử dụng khác, hoặc đăng ký và nhận được các kết quả qua hệ thống thư điện tử định kỳ</a:t>
            </a:r>
            <a:endParaRPr lang="en-US" dirty="0"/>
          </a:p>
        </p:txBody>
      </p:sp>
      <p:sp>
        <p:nvSpPr>
          <p:cNvPr id="4" name="Slide Number Placeholder 3"/>
          <p:cNvSpPr>
            <a:spLocks noGrp="1"/>
          </p:cNvSpPr>
          <p:nvPr>
            <p:ph type="sldNum" sz="quarter" idx="10"/>
          </p:nvPr>
        </p:nvSpPr>
        <p:spPr/>
        <p:txBody>
          <a:bodyPr/>
          <a:lstStyle/>
          <a:p>
            <a:fld id="{414F79EF-6B88-4C1F-9C4E-1B2E1D840B9C}" type="slidenum">
              <a:rPr lang="en-US" smtClean="0"/>
              <a:t>7</a:t>
            </a:fld>
            <a:endParaRPr lang="en-US"/>
          </a:p>
        </p:txBody>
      </p:sp>
    </p:spTree>
    <p:extLst>
      <p:ext uri="{BB962C8B-B14F-4D97-AF65-F5344CB8AC3E}">
        <p14:creationId xmlns:p14="http://schemas.microsoft.com/office/powerpoint/2010/main" val="371276208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vi-VN" dirty="0" smtClean="0"/>
              <a:t>Tương thích những quy trình nghiệp vụ theo các luồng công việc (workflow) thông thường</a:t>
            </a:r>
            <a:endParaRPr lang="en-US" dirty="0"/>
          </a:p>
        </p:txBody>
      </p:sp>
      <p:sp>
        <p:nvSpPr>
          <p:cNvPr id="4" name="Slide Number Placeholder 3"/>
          <p:cNvSpPr>
            <a:spLocks noGrp="1"/>
          </p:cNvSpPr>
          <p:nvPr>
            <p:ph type="sldNum" sz="quarter" idx="10"/>
          </p:nvPr>
        </p:nvSpPr>
        <p:spPr/>
        <p:txBody>
          <a:bodyPr/>
          <a:lstStyle/>
          <a:p>
            <a:fld id="{414F79EF-6B88-4C1F-9C4E-1B2E1D840B9C}" type="slidenum">
              <a:rPr lang="en-US" smtClean="0"/>
              <a:t>8</a:t>
            </a:fld>
            <a:endParaRPr lang="en-US"/>
          </a:p>
        </p:txBody>
      </p:sp>
    </p:spTree>
    <p:extLst>
      <p:ext uri="{BB962C8B-B14F-4D97-AF65-F5344CB8AC3E}">
        <p14:creationId xmlns:p14="http://schemas.microsoft.com/office/powerpoint/2010/main" val="42830251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err="1" smtClean="0"/>
              <a:t>Bảng</a:t>
            </a:r>
            <a:r>
              <a:rPr lang="en-US" dirty="0" smtClean="0"/>
              <a:t> </a:t>
            </a:r>
            <a:r>
              <a:rPr lang="en-US" dirty="0" err="1" smtClean="0"/>
              <a:t>phân</a:t>
            </a:r>
            <a:r>
              <a:rPr lang="en-US" dirty="0" smtClean="0"/>
              <a:t> </a:t>
            </a:r>
            <a:r>
              <a:rPr lang="en-US" dirty="0" err="1" smtClean="0"/>
              <a:t>tích</a:t>
            </a:r>
            <a:r>
              <a:rPr lang="en-US" dirty="0" smtClean="0"/>
              <a:t> </a:t>
            </a:r>
            <a:r>
              <a:rPr lang="en-US" dirty="0" err="1" smtClean="0"/>
              <a:t>đồ</a:t>
            </a:r>
            <a:r>
              <a:rPr lang="en-US" dirty="0" smtClean="0"/>
              <a:t> </a:t>
            </a:r>
            <a:r>
              <a:rPr lang="en-US" dirty="0" err="1" smtClean="0"/>
              <a:t>họa</a:t>
            </a:r>
            <a:r>
              <a:rPr lang="en-US" dirty="0" smtClean="0"/>
              <a:t> </a:t>
            </a:r>
            <a:r>
              <a:rPr lang="en-US" dirty="0" err="1" smtClean="0"/>
              <a:t>có</a:t>
            </a:r>
            <a:r>
              <a:rPr lang="en-US" dirty="0" smtClean="0"/>
              <a:t> </a:t>
            </a:r>
            <a:r>
              <a:rPr lang="en-US" dirty="0" err="1" smtClean="0"/>
              <a:t>thể</a:t>
            </a:r>
            <a:r>
              <a:rPr lang="en-US" dirty="0" smtClean="0"/>
              <a:t> </a:t>
            </a:r>
            <a:r>
              <a:rPr lang="en-US" dirty="0" err="1" smtClean="0"/>
              <a:t>tùy</a:t>
            </a:r>
            <a:r>
              <a:rPr lang="en-US" dirty="0" smtClean="0"/>
              <a:t> </a:t>
            </a:r>
            <a:r>
              <a:rPr lang="en-US" dirty="0" err="1" smtClean="0"/>
              <a:t>biến</a:t>
            </a:r>
            <a:r>
              <a:rPr lang="en-US" dirty="0" smtClean="0"/>
              <a:t> </a:t>
            </a:r>
            <a:r>
              <a:rPr lang="en-US" dirty="0" err="1" smtClean="0"/>
              <a:t>và</a:t>
            </a:r>
            <a:r>
              <a:rPr lang="en-US" dirty="0" smtClean="0"/>
              <a:t> </a:t>
            </a:r>
            <a:r>
              <a:rPr lang="en-US" dirty="0" err="1" smtClean="0"/>
              <a:t>các</a:t>
            </a:r>
            <a:r>
              <a:rPr lang="en-US" dirty="0" smtClean="0"/>
              <a:t> </a:t>
            </a:r>
            <a:r>
              <a:rPr lang="en-US" dirty="0" err="1" smtClean="0"/>
              <a:t>số</a:t>
            </a:r>
            <a:r>
              <a:rPr lang="en-US" dirty="0" smtClean="0"/>
              <a:t> </a:t>
            </a:r>
            <a:r>
              <a:rPr lang="en-US" dirty="0" err="1" smtClean="0"/>
              <a:t>liệu</a:t>
            </a:r>
            <a:r>
              <a:rPr lang="en-US" dirty="0" smtClean="0"/>
              <a:t> </a:t>
            </a:r>
            <a:r>
              <a:rPr lang="en-US" dirty="0" err="1" smtClean="0"/>
              <a:t>thống</a:t>
            </a:r>
            <a:r>
              <a:rPr lang="en-US" dirty="0" smtClean="0"/>
              <a:t> </a:t>
            </a:r>
            <a:r>
              <a:rPr lang="en-US" dirty="0" err="1" smtClean="0"/>
              <a:t>kê</a:t>
            </a:r>
            <a:r>
              <a:rPr lang="en-US" dirty="0" smtClean="0"/>
              <a:t> </a:t>
            </a:r>
            <a:r>
              <a:rPr lang="en-US" dirty="0" err="1" smtClean="0"/>
              <a:t>thời</a:t>
            </a:r>
            <a:r>
              <a:rPr lang="en-US" dirty="0" smtClean="0"/>
              <a:t> </a:t>
            </a:r>
            <a:r>
              <a:rPr lang="en-US" dirty="0" err="1" smtClean="0"/>
              <a:t>gian</a:t>
            </a:r>
            <a:r>
              <a:rPr lang="en-US" dirty="0" smtClean="0"/>
              <a:t> </a:t>
            </a:r>
            <a:r>
              <a:rPr lang="en-US" dirty="0" err="1" smtClean="0"/>
              <a:t>thực</a:t>
            </a:r>
            <a:endParaRPr lang="en-US" dirty="0" smtClean="0"/>
          </a:p>
          <a:p>
            <a:r>
              <a:rPr lang="vi-VN" dirty="0" smtClean="0"/>
              <a:t>Bảng phân tích đồ họa (Dashboard) cung cấp cho mỗi người dùng một khoảng không riêng để xem mọi thông tin liên quan đến họ ngay tức thì</a:t>
            </a:r>
            <a:endParaRPr lang="en-US" dirty="0" smtClean="0"/>
          </a:p>
          <a:p>
            <a:r>
              <a:rPr lang="vi-VN" dirty="0" smtClean="0"/>
              <a:t>Giám đốc cần cập nhật tình trạng dự án</a:t>
            </a:r>
          </a:p>
          <a:p>
            <a:r>
              <a:rPr lang="vi-VN" dirty="0" smtClean="0"/>
              <a:t> Lập trình viên cần tác nghiệp, cập nhật và sử lý lỗi</a:t>
            </a:r>
          </a:p>
          <a:p>
            <a:r>
              <a:rPr lang="vi-VN" dirty="0" smtClean="0"/>
              <a:t> Phân tích nghiệp vụ cần theo dõi nghiệp vụ của mình</a:t>
            </a:r>
          </a:p>
          <a:p>
            <a:r>
              <a:rPr lang="vi-VN" dirty="0" smtClean="0"/>
              <a:t>Help desk cần theo dõi xuốt quá trình hoàn thành</a:t>
            </a:r>
          </a:p>
          <a:p>
            <a:r>
              <a:rPr lang="vi-VN" dirty="0" smtClean="0"/>
              <a:t>Kiểm thử cần khả năng để nêu lên vấn đề một cách nhanh nhất, trong khi giảm thiểu được lỗi lặp lại</a:t>
            </a:r>
          </a:p>
          <a:p>
            <a:r>
              <a:rPr lang="vi-VN" dirty="0" smtClean="0"/>
              <a:t>Quản trị dự án cần có thể đánh giá được mức độ quan trọng của vấn đề và phân bổ thực hiện</a:t>
            </a:r>
          </a:p>
          <a:p>
            <a:r>
              <a:rPr lang="vi-VN" dirty="0" smtClean="0"/>
              <a:t>JIRA không chỉ đưa ra một hệ thống cấp phép mở rộng và luồng công việc có thể tùy biến, mà còn đưa ra khả năng cho mỗi người dùng tự cấu hình Bảng phân tích đồ họa (dashboard) theo nhu cầu- đặt mọi thông tin họ cần hoàn toàn ngay tức thời</a:t>
            </a:r>
          </a:p>
          <a:p>
            <a:endParaRPr lang="en-US" dirty="0" smtClean="0"/>
          </a:p>
          <a:p>
            <a:endParaRPr lang="en-US" dirty="0"/>
          </a:p>
        </p:txBody>
      </p:sp>
      <p:sp>
        <p:nvSpPr>
          <p:cNvPr id="4" name="Slide Number Placeholder 3"/>
          <p:cNvSpPr>
            <a:spLocks noGrp="1"/>
          </p:cNvSpPr>
          <p:nvPr>
            <p:ph type="sldNum" sz="quarter" idx="10"/>
          </p:nvPr>
        </p:nvSpPr>
        <p:spPr/>
        <p:txBody>
          <a:bodyPr/>
          <a:lstStyle/>
          <a:p>
            <a:fld id="{414F79EF-6B88-4C1F-9C4E-1B2E1D840B9C}" type="slidenum">
              <a:rPr lang="en-US" smtClean="0"/>
              <a:t>9</a:t>
            </a:fld>
            <a:endParaRPr lang="en-US"/>
          </a:p>
        </p:txBody>
      </p:sp>
    </p:spTree>
    <p:extLst>
      <p:ext uri="{BB962C8B-B14F-4D97-AF65-F5344CB8AC3E}">
        <p14:creationId xmlns:p14="http://schemas.microsoft.com/office/powerpoint/2010/main" val="171965434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b="1" dirty="0" err="1" smtClean="0">
                <a:solidFill>
                  <a:schemeClr val="tx2"/>
                </a:solidFill>
              </a:rPr>
              <a:t>Greenhopper</a:t>
            </a:r>
            <a:r>
              <a:rPr lang="en-US" sz="1600" b="1" dirty="0" smtClean="0">
                <a:solidFill>
                  <a:schemeClr val="tx2"/>
                </a:solidFill>
              </a:rPr>
              <a:t> </a:t>
            </a:r>
            <a:r>
              <a:rPr lang="en-US" sz="1200" dirty="0" smtClean="0">
                <a:solidFill>
                  <a:schemeClr val="tx2"/>
                </a:solidFill>
              </a:rPr>
              <a:t>is the perfect tool for managing your backlog, planning sprints and tracking your team through the entire release process…</a:t>
            </a:r>
            <a:endParaRPr lang="ru-RU" sz="1200" dirty="0" smtClean="0">
              <a:solidFill>
                <a:schemeClr val="tx2"/>
              </a:solidFill>
            </a:endParaRPr>
          </a:p>
          <a:p>
            <a:endParaRPr lang="en-US" dirty="0"/>
          </a:p>
        </p:txBody>
      </p:sp>
      <p:sp>
        <p:nvSpPr>
          <p:cNvPr id="4" name="Slide Number Placeholder 3"/>
          <p:cNvSpPr>
            <a:spLocks noGrp="1"/>
          </p:cNvSpPr>
          <p:nvPr>
            <p:ph type="sldNum" sz="quarter" idx="10"/>
          </p:nvPr>
        </p:nvSpPr>
        <p:spPr/>
        <p:txBody>
          <a:bodyPr/>
          <a:lstStyle/>
          <a:p>
            <a:fld id="{414F79EF-6B88-4C1F-9C4E-1B2E1D840B9C}" type="slidenum">
              <a:rPr lang="en-US" smtClean="0"/>
              <a:t>10</a:t>
            </a:fld>
            <a:endParaRPr lang="en-US"/>
          </a:p>
        </p:txBody>
      </p:sp>
    </p:spTree>
    <p:extLst>
      <p:ext uri="{BB962C8B-B14F-4D97-AF65-F5344CB8AC3E}">
        <p14:creationId xmlns:p14="http://schemas.microsoft.com/office/powerpoint/2010/main" val="173588092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414F79EF-6B88-4C1F-9C4E-1B2E1D840B9C}" type="slidenum">
              <a:rPr lang="en-US" smtClean="0"/>
              <a:t>11</a:t>
            </a:fld>
            <a:endParaRPr lang="en-US"/>
          </a:p>
        </p:txBody>
      </p:sp>
    </p:spTree>
    <p:extLst>
      <p:ext uri="{BB962C8B-B14F-4D97-AF65-F5344CB8AC3E}">
        <p14:creationId xmlns:p14="http://schemas.microsoft.com/office/powerpoint/2010/main" val="316808517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5" name="Rectangle 3"/>
          <p:cNvSpPr>
            <a:spLocks noGrp="1" noChangeArrowheads="1"/>
          </p:cNvSpPr>
          <p:nvPr>
            <p:ph type="dt"/>
          </p:nvPr>
        </p:nvSpPr>
        <p:spPr>
          <a:ln/>
        </p:spPr>
        <p:txBody>
          <a:bodyPr/>
          <a:lstStyle/>
          <a:p>
            <a:r>
              <a:rPr lang="en-US"/>
              <a:t>11/07/08</a:t>
            </a:r>
          </a:p>
        </p:txBody>
      </p:sp>
      <p:sp>
        <p:nvSpPr>
          <p:cNvPr id="6" name="Rectangle 7"/>
          <p:cNvSpPr>
            <a:spLocks noGrp="1" noChangeArrowheads="1"/>
          </p:cNvSpPr>
          <p:nvPr>
            <p:ph type="sldNum"/>
          </p:nvPr>
        </p:nvSpPr>
        <p:spPr>
          <a:ln/>
        </p:spPr>
        <p:txBody>
          <a:bodyPr/>
          <a:lstStyle/>
          <a:p>
            <a:fld id="{404F4C17-4901-4994-917F-8E9BD62782AE}" type="slidenum">
              <a:rPr lang="en-US"/>
              <a:pPr/>
              <a:t>12</a:t>
            </a:fld>
            <a:endParaRPr lang="en-US"/>
          </a:p>
        </p:txBody>
      </p:sp>
      <p:sp>
        <p:nvSpPr>
          <p:cNvPr id="39937" name="Text Box 1"/>
          <p:cNvSpPr txBox="1">
            <a:spLocks noChangeArrowheads="1"/>
          </p:cNvSpPr>
          <p:nvPr/>
        </p:nvSpPr>
        <p:spPr bwMode="auto">
          <a:xfrm>
            <a:off x="1104900" y="696913"/>
            <a:ext cx="4648200" cy="3486150"/>
          </a:xfrm>
          <a:prstGeom prst="rect">
            <a:avLst/>
          </a:prstGeom>
          <a:solidFill>
            <a:srgbClr val="FFFFFF"/>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p>
        </p:txBody>
      </p:sp>
      <p:sp>
        <p:nvSpPr>
          <p:cNvPr id="39938" name="Text Box 2"/>
          <p:cNvSpPr txBox="1">
            <a:spLocks noGrp="1" noChangeArrowheads="1"/>
          </p:cNvSpPr>
          <p:nvPr>
            <p:ph type="body"/>
          </p:nvPr>
        </p:nvSpPr>
        <p:spPr bwMode="auto">
          <a:xfrm>
            <a:off x="685800" y="4403725"/>
            <a:ext cx="5486400" cy="4708525"/>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lvl1pP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200">
                <a:solidFill>
                  <a:srgbClr val="000000"/>
                </a:solidFill>
                <a:latin typeface="Times New Roman" pitchFamily="16" charset="0"/>
              </a:defRPr>
            </a:lvl1pPr>
            <a:lvl2pPr marL="741363" indent="-284163">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200">
                <a:solidFill>
                  <a:srgbClr val="000000"/>
                </a:solidFill>
                <a:latin typeface="Times New Roman" pitchFamily="16" charset="0"/>
              </a:defRPr>
            </a:lvl2pPr>
            <a:lvl3pP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200">
                <a:solidFill>
                  <a:srgbClr val="000000"/>
                </a:solidFill>
                <a:latin typeface="Times New Roman" pitchFamily="16" charset="0"/>
              </a:defRPr>
            </a:lvl3pPr>
            <a:lvl4pP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200">
                <a:solidFill>
                  <a:srgbClr val="000000"/>
                </a:solidFill>
                <a:latin typeface="Times New Roman" pitchFamily="16" charset="0"/>
              </a:defRPr>
            </a:lvl4pPr>
            <a:lvl5pP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200">
                <a:solidFill>
                  <a:srgbClr val="000000"/>
                </a:solidFill>
                <a:latin typeface="Times New Roman" pitchFamily="16" charset="0"/>
              </a:defRPr>
            </a:lvl5pPr>
            <a:lvl6pPr marL="2514600" indent="-228600" defTabSz="457200" eaLnBrk="0" fontAlgn="base" hangingPunct="0">
              <a:spcBef>
                <a:spcPct val="30000"/>
              </a:spcBef>
              <a:spcAft>
                <a:spcPct val="0"/>
              </a:spcAft>
              <a:buClr>
                <a:srgbClr val="000000"/>
              </a:buClr>
              <a:buSzPct val="100000"/>
              <a:buFont typeface="Times New Roman" pitchFamily="16"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200">
                <a:solidFill>
                  <a:srgbClr val="000000"/>
                </a:solidFill>
                <a:latin typeface="Times New Roman" pitchFamily="16" charset="0"/>
              </a:defRPr>
            </a:lvl6pPr>
            <a:lvl7pPr marL="2971800" indent="-228600" defTabSz="457200" eaLnBrk="0" fontAlgn="base" hangingPunct="0">
              <a:spcBef>
                <a:spcPct val="30000"/>
              </a:spcBef>
              <a:spcAft>
                <a:spcPct val="0"/>
              </a:spcAft>
              <a:buClr>
                <a:srgbClr val="000000"/>
              </a:buClr>
              <a:buSzPct val="100000"/>
              <a:buFont typeface="Times New Roman" pitchFamily="16"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200">
                <a:solidFill>
                  <a:srgbClr val="000000"/>
                </a:solidFill>
                <a:latin typeface="Times New Roman" pitchFamily="16" charset="0"/>
              </a:defRPr>
            </a:lvl7pPr>
            <a:lvl8pPr marL="3429000" indent="-228600" defTabSz="457200" eaLnBrk="0" fontAlgn="base" hangingPunct="0">
              <a:spcBef>
                <a:spcPct val="30000"/>
              </a:spcBef>
              <a:spcAft>
                <a:spcPct val="0"/>
              </a:spcAft>
              <a:buClr>
                <a:srgbClr val="000000"/>
              </a:buClr>
              <a:buSzPct val="100000"/>
              <a:buFont typeface="Times New Roman" pitchFamily="16"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200">
                <a:solidFill>
                  <a:srgbClr val="000000"/>
                </a:solidFill>
                <a:latin typeface="Times New Roman" pitchFamily="16" charset="0"/>
              </a:defRPr>
            </a:lvl8pPr>
            <a:lvl9pPr marL="3886200" indent="-228600" defTabSz="457200" eaLnBrk="0" fontAlgn="base" hangingPunct="0">
              <a:spcBef>
                <a:spcPct val="30000"/>
              </a:spcBef>
              <a:spcAft>
                <a:spcPct val="0"/>
              </a:spcAft>
              <a:buClr>
                <a:srgbClr val="000000"/>
              </a:buClr>
              <a:buSzPct val="100000"/>
              <a:buFont typeface="Times New Roman" pitchFamily="16"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200">
                <a:solidFill>
                  <a:srgbClr val="000000"/>
                </a:solidFill>
                <a:latin typeface="Times New Roman" pitchFamily="16" charset="0"/>
              </a:defRPr>
            </a:lvl9pPr>
          </a:lstStyle>
          <a:p>
            <a:pPr eaLnBrk="1" hangingPunct="1">
              <a:spcBef>
                <a:spcPts val="450"/>
              </a:spcBef>
            </a:pPr>
            <a:r>
              <a:rPr lang="en-US" dirty="0">
                <a:ea typeface="DejaVu Sans" charset="0"/>
                <a:cs typeface="DejaVu Sans" charset="0"/>
              </a:rPr>
              <a:t>JIRA is broken down into 4 levels.</a:t>
            </a:r>
          </a:p>
          <a:p>
            <a:pPr eaLnBrk="1" hangingPunct="1">
              <a:spcBef>
                <a:spcPts val="450"/>
              </a:spcBef>
            </a:pPr>
            <a:endParaRPr lang="en-US" dirty="0">
              <a:ea typeface="DejaVu Sans" charset="0"/>
              <a:cs typeface="DejaVu Sans" charset="0"/>
            </a:endParaRPr>
          </a:p>
          <a:p>
            <a:pPr eaLnBrk="1" hangingPunct="1">
              <a:spcBef>
                <a:spcPts val="450"/>
              </a:spcBef>
            </a:pPr>
            <a:r>
              <a:rPr lang="en-US" dirty="0">
                <a:ea typeface="DejaVu Sans" charset="0"/>
                <a:cs typeface="DejaVu Sans" charset="0"/>
              </a:rPr>
              <a:t>The first level is were can group your projects into logical categories.</a:t>
            </a:r>
          </a:p>
          <a:p>
            <a:pPr eaLnBrk="1" hangingPunct="1">
              <a:spcBef>
                <a:spcPts val="450"/>
              </a:spcBef>
            </a:pPr>
            <a:endParaRPr lang="en-US" dirty="0">
              <a:ea typeface="DejaVu Sans" charset="0"/>
              <a:cs typeface="DejaVu Sans" charset="0"/>
            </a:endParaRPr>
          </a:p>
          <a:p>
            <a:pPr eaLnBrk="1" hangingPunct="1">
              <a:spcBef>
                <a:spcPts val="450"/>
              </a:spcBef>
            </a:pPr>
            <a:r>
              <a:rPr lang="en-US" dirty="0">
                <a:ea typeface="DejaVu Sans" charset="0"/>
                <a:cs typeface="DejaVu Sans" charset="0"/>
              </a:rPr>
              <a:t>Project -first grouping of content. </a:t>
            </a:r>
          </a:p>
          <a:p>
            <a:pPr lvl="1" eaLnBrk="1" hangingPunct="1">
              <a:spcBef>
                <a:spcPts val="450"/>
              </a:spcBef>
            </a:pPr>
            <a:r>
              <a:rPr lang="en-US" dirty="0">
                <a:ea typeface="DejaVu Sans" charset="0"/>
                <a:cs typeface="DejaVu Sans" charset="0"/>
              </a:rPr>
              <a:t>a product</a:t>
            </a:r>
          </a:p>
          <a:p>
            <a:pPr lvl="1" eaLnBrk="1" hangingPunct="1">
              <a:spcBef>
                <a:spcPts val="450"/>
              </a:spcBef>
            </a:pPr>
            <a:r>
              <a:rPr lang="en-US" dirty="0">
                <a:ea typeface="DejaVu Sans" charset="0"/>
                <a:cs typeface="DejaVu Sans" charset="0"/>
              </a:rPr>
              <a:t>a department or team</a:t>
            </a:r>
          </a:p>
          <a:p>
            <a:pPr lvl="1" eaLnBrk="1" hangingPunct="1">
              <a:spcBef>
                <a:spcPts val="450"/>
              </a:spcBef>
            </a:pPr>
            <a:r>
              <a:rPr lang="en-US" dirty="0">
                <a:ea typeface="DejaVu Sans" charset="0"/>
                <a:cs typeface="DejaVu Sans" charset="0"/>
              </a:rPr>
              <a:t>a client engagement</a:t>
            </a:r>
          </a:p>
          <a:p>
            <a:pPr eaLnBrk="1" hangingPunct="1">
              <a:spcBef>
                <a:spcPts val="450"/>
              </a:spcBef>
            </a:pPr>
            <a:r>
              <a:rPr lang="en-US" dirty="0">
                <a:ea typeface="DejaVu Sans" charset="0"/>
                <a:cs typeface="DejaVu Sans" charset="0"/>
              </a:rPr>
              <a:t>Components - logical sub-sections of a project </a:t>
            </a:r>
          </a:p>
          <a:p>
            <a:pPr lvl="1" eaLnBrk="1" hangingPunct="1">
              <a:spcBef>
                <a:spcPts val="450"/>
              </a:spcBef>
            </a:pPr>
            <a:r>
              <a:rPr lang="en-US" dirty="0">
                <a:ea typeface="DejaVu Sans" charset="0"/>
                <a:cs typeface="DejaVu Sans" charset="0"/>
              </a:rPr>
              <a:t>Type of software</a:t>
            </a:r>
          </a:p>
          <a:p>
            <a:pPr lvl="1" eaLnBrk="1" hangingPunct="1">
              <a:spcBef>
                <a:spcPts val="450"/>
              </a:spcBef>
            </a:pPr>
            <a:r>
              <a:rPr lang="en-US" dirty="0">
                <a:ea typeface="DejaVu Sans" charset="0"/>
                <a:cs typeface="DejaVu Sans" charset="0"/>
              </a:rPr>
              <a:t>A section of a department</a:t>
            </a:r>
          </a:p>
          <a:p>
            <a:pPr eaLnBrk="1" hangingPunct="1">
              <a:spcBef>
                <a:spcPts val="450"/>
              </a:spcBef>
            </a:pPr>
            <a:r>
              <a:rPr lang="en-US" dirty="0">
                <a:ea typeface="DejaVu Sans" charset="0"/>
                <a:cs typeface="DejaVu Sans" charset="0"/>
              </a:rPr>
              <a:t>Versions – time based element or project milestones. Version is an umbrella term.  Versions is an umbrella term.  It can be a:</a:t>
            </a:r>
          </a:p>
          <a:p>
            <a:pPr lvl="1" eaLnBrk="1" hangingPunct="1">
              <a:spcBef>
                <a:spcPts val="450"/>
              </a:spcBef>
            </a:pPr>
            <a:r>
              <a:rPr lang="en-US" dirty="0">
                <a:ea typeface="DejaVu Sans" charset="0"/>
                <a:cs typeface="DejaVu Sans" charset="0"/>
              </a:rPr>
              <a:t>Version 1.0, 1.1, 1.1.1</a:t>
            </a:r>
          </a:p>
          <a:p>
            <a:pPr lvl="1" eaLnBrk="1" hangingPunct="1">
              <a:spcBef>
                <a:spcPts val="450"/>
              </a:spcBef>
            </a:pPr>
            <a:r>
              <a:rPr lang="en-US" dirty="0">
                <a:ea typeface="DejaVu Sans" charset="0"/>
                <a:cs typeface="DejaVu Sans" charset="0"/>
              </a:rPr>
              <a:t>Week 1, Week 2</a:t>
            </a:r>
          </a:p>
          <a:p>
            <a:pPr lvl="1" eaLnBrk="1" hangingPunct="1">
              <a:spcBef>
                <a:spcPts val="450"/>
              </a:spcBef>
            </a:pPr>
            <a:r>
              <a:rPr lang="en-US" dirty="0">
                <a:ea typeface="DejaVu Sans" charset="0"/>
                <a:cs typeface="DejaVu Sans" charset="0"/>
              </a:rPr>
              <a:t>Month 1, Month 2</a:t>
            </a:r>
          </a:p>
          <a:p>
            <a:pPr lvl="1" eaLnBrk="1" hangingPunct="1">
              <a:spcBef>
                <a:spcPts val="450"/>
              </a:spcBef>
            </a:pPr>
            <a:r>
              <a:rPr lang="en-US" dirty="0">
                <a:ea typeface="DejaVu Sans" charset="0"/>
                <a:cs typeface="DejaVu Sans" charset="0"/>
              </a:rPr>
              <a:t>Quarter 1, Quarter 2</a:t>
            </a:r>
          </a:p>
          <a:p>
            <a:pPr lvl="1" eaLnBrk="1" hangingPunct="1">
              <a:spcBef>
                <a:spcPts val="450"/>
              </a:spcBef>
            </a:pPr>
            <a:r>
              <a:rPr lang="en-US" dirty="0">
                <a:ea typeface="DejaVu Sans" charset="0"/>
                <a:cs typeface="DejaVu Sans" charset="0"/>
              </a:rPr>
              <a:t>Anything you define for your time tracking needs for the </a:t>
            </a:r>
            <a:r>
              <a:rPr lang="en-US" dirty="0" smtClean="0">
                <a:ea typeface="DejaVu Sans" charset="0"/>
                <a:cs typeface="DejaVu Sans" charset="0"/>
              </a:rPr>
              <a:t>project</a:t>
            </a:r>
          </a:p>
          <a:p>
            <a:r>
              <a:rPr lang="en-US" dirty="0" smtClean="0"/>
              <a:t>Component: a sub section of a project, which is group issues within a project into smaller part</a:t>
            </a:r>
          </a:p>
          <a:p>
            <a:r>
              <a:rPr lang="en-US" dirty="0" smtClean="0"/>
              <a:t>Version: is points-in-time for project. They help you schedule  and organize your release</a:t>
            </a:r>
          </a:p>
          <a:p>
            <a:pPr lvl="1" eaLnBrk="1" hangingPunct="1">
              <a:spcBef>
                <a:spcPts val="450"/>
              </a:spcBef>
            </a:pPr>
            <a:endParaRPr lang="en-US" dirty="0">
              <a:ea typeface="DejaVu Sans" charset="0"/>
              <a:cs typeface="DejaVu Sans" charset="0"/>
            </a:endParaRPr>
          </a:p>
          <a:p>
            <a:pPr eaLnBrk="1" hangingPunct="1">
              <a:spcBef>
                <a:spcPts val="450"/>
              </a:spcBef>
            </a:pPr>
            <a:endParaRPr lang="en-US" dirty="0">
              <a:ea typeface="DejaVu Sans" charset="0"/>
              <a:cs typeface="DejaVu Sans" charset="0"/>
            </a:endParaRPr>
          </a:p>
          <a:p>
            <a:pPr eaLnBrk="1" hangingPunct="1">
              <a:spcBef>
                <a:spcPct val="0"/>
              </a:spcBef>
            </a:pPr>
            <a:endParaRPr lang="en-US" dirty="0">
              <a:ea typeface="DejaVu Sans" charset="0"/>
              <a:cs typeface="DejaVu Sans" charset="0"/>
            </a:endParaRPr>
          </a:p>
        </p:txBody>
      </p:sp>
      <p:sp>
        <p:nvSpPr>
          <p:cNvPr id="39939" name="Text Box 3"/>
          <p:cNvSpPr txBox="1">
            <a:spLocks noChangeArrowheads="1"/>
          </p:cNvSpPr>
          <p:nvPr/>
        </p:nvSpPr>
        <p:spPr bwMode="auto">
          <a:xfrm>
            <a:off x="3884613" y="8829675"/>
            <a:ext cx="2971800" cy="46513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6800" rIns="90000" bIns="46800" anchor="b"/>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4200">
                <a:solidFill>
                  <a:srgbClr val="000000"/>
                </a:solidFill>
                <a:latin typeface="Gill Sans" charset="0"/>
                <a:ea typeface="ヒラギノ角ゴ ProN W3" charset="0"/>
                <a:cs typeface="ヒラギノ角ゴ ProN W3" charset="0"/>
              </a:defRPr>
            </a:lvl1pPr>
            <a:lvl2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4200">
                <a:solidFill>
                  <a:srgbClr val="000000"/>
                </a:solidFill>
                <a:latin typeface="Gill Sans" charset="0"/>
                <a:ea typeface="ヒラギノ角ゴ ProN W3" charset="0"/>
                <a:cs typeface="ヒラギノ角ゴ ProN W3" charset="0"/>
              </a:defRPr>
            </a:lvl2pPr>
            <a:lvl3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4200">
                <a:solidFill>
                  <a:srgbClr val="000000"/>
                </a:solidFill>
                <a:latin typeface="Gill Sans" charset="0"/>
                <a:ea typeface="ヒラギノ角ゴ ProN W3" charset="0"/>
                <a:cs typeface="ヒラギノ角ゴ ProN W3" charset="0"/>
              </a:defRPr>
            </a:lvl3pPr>
            <a:lvl4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4200">
                <a:solidFill>
                  <a:srgbClr val="000000"/>
                </a:solidFill>
                <a:latin typeface="Gill Sans" charset="0"/>
                <a:ea typeface="ヒラギノ角ゴ ProN W3" charset="0"/>
                <a:cs typeface="ヒラギノ角ゴ ProN W3" charset="0"/>
              </a:defRPr>
            </a:lvl4pPr>
            <a:lvl5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4200">
                <a:solidFill>
                  <a:srgbClr val="000000"/>
                </a:solidFill>
                <a:latin typeface="Gill Sans" charset="0"/>
                <a:ea typeface="ヒラギノ角ゴ ProN W3" charset="0"/>
                <a:cs typeface="ヒラギノ角ゴ ProN W3" charset="0"/>
              </a:defRPr>
            </a:lvl5pPr>
            <a:lvl6pPr algn="ctr" defTabSz="457200" fontAlgn="base">
              <a:spcBef>
                <a:spcPct val="0"/>
              </a:spcBef>
              <a:spcAft>
                <a:spcPct val="0"/>
              </a:spcAft>
              <a:buClr>
                <a:srgbClr val="000000"/>
              </a:buClr>
              <a:buSzPct val="100000"/>
              <a:buFont typeface="Gill Sans"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4200">
                <a:solidFill>
                  <a:srgbClr val="000000"/>
                </a:solidFill>
                <a:latin typeface="Gill Sans" charset="0"/>
                <a:ea typeface="ヒラギノ角ゴ ProN W3" charset="0"/>
                <a:cs typeface="ヒラギノ角ゴ ProN W3" charset="0"/>
              </a:defRPr>
            </a:lvl6pPr>
            <a:lvl7pPr algn="ctr" defTabSz="457200" fontAlgn="base">
              <a:spcBef>
                <a:spcPct val="0"/>
              </a:spcBef>
              <a:spcAft>
                <a:spcPct val="0"/>
              </a:spcAft>
              <a:buClr>
                <a:srgbClr val="000000"/>
              </a:buClr>
              <a:buSzPct val="100000"/>
              <a:buFont typeface="Gill Sans"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4200">
                <a:solidFill>
                  <a:srgbClr val="000000"/>
                </a:solidFill>
                <a:latin typeface="Gill Sans" charset="0"/>
                <a:ea typeface="ヒラギノ角ゴ ProN W3" charset="0"/>
                <a:cs typeface="ヒラギノ角ゴ ProN W3" charset="0"/>
              </a:defRPr>
            </a:lvl7pPr>
            <a:lvl8pPr algn="ctr" defTabSz="457200" fontAlgn="base">
              <a:spcBef>
                <a:spcPct val="0"/>
              </a:spcBef>
              <a:spcAft>
                <a:spcPct val="0"/>
              </a:spcAft>
              <a:buClr>
                <a:srgbClr val="000000"/>
              </a:buClr>
              <a:buSzPct val="100000"/>
              <a:buFont typeface="Gill Sans"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4200">
                <a:solidFill>
                  <a:srgbClr val="000000"/>
                </a:solidFill>
                <a:latin typeface="Gill Sans" charset="0"/>
                <a:ea typeface="ヒラギノ角ゴ ProN W3" charset="0"/>
                <a:cs typeface="ヒラギノ角ゴ ProN W3" charset="0"/>
              </a:defRPr>
            </a:lvl8pPr>
            <a:lvl9pPr algn="ctr" defTabSz="457200" fontAlgn="base">
              <a:spcBef>
                <a:spcPct val="0"/>
              </a:spcBef>
              <a:spcAft>
                <a:spcPct val="0"/>
              </a:spcAft>
              <a:buClr>
                <a:srgbClr val="000000"/>
              </a:buClr>
              <a:buSzPct val="100000"/>
              <a:buFont typeface="Gill Sans"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4200">
                <a:solidFill>
                  <a:srgbClr val="000000"/>
                </a:solidFill>
                <a:latin typeface="Gill Sans" charset="0"/>
                <a:ea typeface="ヒラギノ角ゴ ProN W3" charset="0"/>
                <a:cs typeface="ヒラギノ角ゴ ProN W3" charset="0"/>
              </a:defRPr>
            </a:lvl9pPr>
          </a:lstStyle>
          <a:p>
            <a:pPr algn="r"/>
            <a:fld id="{8166C31F-2F42-40C4-96C8-C8D952C61AD1}" type="slidenum">
              <a:rPr lang="en-US" sz="1200"/>
              <a:pPr algn="r"/>
              <a:t>12</a:t>
            </a:fld>
            <a:endParaRPr lang="en-US" sz="1200"/>
          </a:p>
        </p:txBody>
      </p:sp>
    </p:spTree>
    <p:extLst>
      <p:ext uri="{BB962C8B-B14F-4D97-AF65-F5344CB8AC3E}">
        <p14:creationId xmlns:p14="http://schemas.microsoft.com/office/powerpoint/2010/main" val="353745949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414F79EF-6B88-4C1F-9C4E-1B2E1D840B9C}" type="slidenum">
              <a:rPr lang="en-US" smtClean="0"/>
              <a:t>13</a:t>
            </a:fld>
            <a:endParaRPr lang="en-US"/>
          </a:p>
        </p:txBody>
      </p:sp>
    </p:spTree>
    <p:extLst>
      <p:ext uri="{BB962C8B-B14F-4D97-AF65-F5344CB8AC3E}">
        <p14:creationId xmlns:p14="http://schemas.microsoft.com/office/powerpoint/2010/main" val="3254870803"/>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b="1" dirty="0" smtClean="0"/>
              <a:t>Workflow:</a:t>
            </a:r>
            <a:r>
              <a:rPr lang="en-US" dirty="0" smtClean="0"/>
              <a:t> A workflow is simply the series of steps an issue goes through starting from creation to completion.</a:t>
            </a:r>
          </a:p>
          <a:p>
            <a:endParaRPr lang="en-US" dirty="0"/>
          </a:p>
        </p:txBody>
      </p:sp>
      <p:sp>
        <p:nvSpPr>
          <p:cNvPr id="4" name="Slide Number Placeholder 3"/>
          <p:cNvSpPr>
            <a:spLocks noGrp="1"/>
          </p:cNvSpPr>
          <p:nvPr>
            <p:ph type="sldNum" sz="quarter" idx="10"/>
          </p:nvPr>
        </p:nvSpPr>
        <p:spPr/>
        <p:txBody>
          <a:bodyPr/>
          <a:lstStyle/>
          <a:p>
            <a:fld id="{414F79EF-6B88-4C1F-9C4E-1B2E1D840B9C}" type="slidenum">
              <a:rPr lang="en-US" smtClean="0"/>
              <a:t>14</a:t>
            </a:fld>
            <a:endParaRPr lang="en-US"/>
          </a:p>
        </p:txBody>
      </p:sp>
    </p:spTree>
    <p:extLst>
      <p:ext uri="{BB962C8B-B14F-4D97-AF65-F5344CB8AC3E}">
        <p14:creationId xmlns:p14="http://schemas.microsoft.com/office/powerpoint/2010/main" val="144026986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414F79EF-6B88-4C1F-9C4E-1B2E1D840B9C}" type="slidenum">
              <a:rPr lang="en-US" smtClean="0"/>
              <a:t>15</a:t>
            </a:fld>
            <a:endParaRPr lang="en-US"/>
          </a:p>
        </p:txBody>
      </p:sp>
    </p:spTree>
    <p:extLst>
      <p:ext uri="{BB962C8B-B14F-4D97-AF65-F5344CB8AC3E}">
        <p14:creationId xmlns:p14="http://schemas.microsoft.com/office/powerpoint/2010/main" val="2119567302"/>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normAutofit/>
          </a:bodyPr>
          <a:lstStyle/>
          <a:p>
            <a:endParaRPr lang="ru-RU" dirty="0"/>
          </a:p>
        </p:txBody>
      </p:sp>
      <p:sp>
        <p:nvSpPr>
          <p:cNvPr id="4" name="Номер слайда 3"/>
          <p:cNvSpPr>
            <a:spLocks noGrp="1"/>
          </p:cNvSpPr>
          <p:nvPr>
            <p:ph type="sldNum" sz="quarter" idx="10"/>
          </p:nvPr>
        </p:nvSpPr>
        <p:spPr/>
        <p:txBody>
          <a:bodyPr/>
          <a:lstStyle/>
          <a:p>
            <a:fld id="{C91AEC6C-9BF3-4C56-944D-EF7A710E1F6F}" type="slidenum">
              <a:rPr lang="ru-RU" smtClean="0"/>
              <a:pPr/>
              <a:t>16</a:t>
            </a:fld>
            <a:endParaRPr lang="ru-RU"/>
          </a:p>
        </p:txBody>
      </p:sp>
    </p:spTree>
    <p:extLst>
      <p:ext uri="{BB962C8B-B14F-4D97-AF65-F5344CB8AC3E}">
        <p14:creationId xmlns:p14="http://schemas.microsoft.com/office/powerpoint/2010/main" val="181302742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E48009E-7117-4C7C-AFAA-D7958364CB1E}" type="slidenum">
              <a:rPr lang="en-US" smtClean="0"/>
              <a:pPr/>
              <a:t>25</a:t>
            </a:fld>
            <a:endParaRPr lang="en-US"/>
          </a:p>
        </p:txBody>
      </p:sp>
    </p:spTree>
    <p:extLst>
      <p:ext uri="{BB962C8B-B14F-4D97-AF65-F5344CB8AC3E}">
        <p14:creationId xmlns:p14="http://schemas.microsoft.com/office/powerpoint/2010/main" val="1399637492"/>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414F79EF-6B88-4C1F-9C4E-1B2E1D840B9C}" type="slidenum">
              <a:rPr lang="en-US" smtClean="0"/>
              <a:t>31</a:t>
            </a:fld>
            <a:endParaRPr lang="en-US"/>
          </a:p>
        </p:txBody>
      </p:sp>
    </p:spTree>
    <p:extLst>
      <p:ext uri="{BB962C8B-B14F-4D97-AF65-F5344CB8AC3E}">
        <p14:creationId xmlns:p14="http://schemas.microsoft.com/office/powerpoint/2010/main" val="392166110"/>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414F79EF-6B88-4C1F-9C4E-1B2E1D840B9C}" type="slidenum">
              <a:rPr lang="en-US" smtClean="0"/>
              <a:t>34</a:t>
            </a:fld>
            <a:endParaRPr lang="en-US"/>
          </a:p>
        </p:txBody>
      </p:sp>
    </p:spTree>
    <p:extLst>
      <p:ext uri="{BB962C8B-B14F-4D97-AF65-F5344CB8AC3E}">
        <p14:creationId xmlns:p14="http://schemas.microsoft.com/office/powerpoint/2010/main" val="374174845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414F79EF-6B88-4C1F-9C4E-1B2E1D840B9C}" type="slidenum">
              <a:rPr lang="en-US" smtClean="0"/>
              <a:t>35</a:t>
            </a:fld>
            <a:endParaRPr lang="en-US"/>
          </a:p>
        </p:txBody>
      </p:sp>
    </p:spTree>
    <p:extLst>
      <p:ext uri="{BB962C8B-B14F-4D97-AF65-F5344CB8AC3E}">
        <p14:creationId xmlns:p14="http://schemas.microsoft.com/office/powerpoint/2010/main" val="2085873906"/>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E48009E-7117-4C7C-AFAA-D7958364CB1E}" type="slidenum">
              <a:rPr lang="en-US" smtClean="0"/>
              <a:pPr/>
              <a:t>39</a:t>
            </a:fld>
            <a:endParaRPr lang="en-US"/>
          </a:p>
        </p:txBody>
      </p:sp>
    </p:spTree>
    <p:extLst>
      <p:ext uri="{BB962C8B-B14F-4D97-AF65-F5344CB8AC3E}">
        <p14:creationId xmlns:p14="http://schemas.microsoft.com/office/powerpoint/2010/main" val="1342050868"/>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E48009E-7117-4C7C-AFAA-D7958364CB1E}" type="slidenum">
              <a:rPr lang="en-US" smtClean="0"/>
              <a:pPr/>
              <a:t>40</a:t>
            </a:fld>
            <a:endParaRPr lang="en-US"/>
          </a:p>
        </p:txBody>
      </p:sp>
    </p:spTree>
    <p:extLst>
      <p:ext uri="{BB962C8B-B14F-4D97-AF65-F5344CB8AC3E}">
        <p14:creationId xmlns:p14="http://schemas.microsoft.com/office/powerpoint/2010/main" val="364221754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7" name="Rectangle 6"/>
          <p:cNvSpPr/>
          <p:nvPr/>
        </p:nvSpPr>
        <p:spPr>
          <a:xfrm>
            <a:off x="182879" y="182879"/>
            <a:ext cx="8778240" cy="6492240"/>
          </a:xfrm>
          <a:prstGeom prst="rect">
            <a:avLst/>
          </a:prstGeom>
          <a:solidFill>
            <a:schemeClr val="bg1"/>
          </a:solidFill>
          <a:ln w="12700">
            <a:solidFill>
              <a:srgbClr val="FFFFFF"/>
            </a:solid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ctrTitle"/>
          </p:nvPr>
        </p:nvSpPr>
        <p:spPr>
          <a:xfrm>
            <a:off x="832485" y="882376"/>
            <a:ext cx="7475220" cy="2926080"/>
          </a:xfrm>
        </p:spPr>
        <p:txBody>
          <a:bodyPr anchor="b">
            <a:normAutofit/>
          </a:bodyPr>
          <a:lstStyle>
            <a:lvl1pPr algn="ctr">
              <a:lnSpc>
                <a:spcPct val="85000"/>
              </a:lnSpc>
              <a:defRPr sz="6000" b="1" cap="all" baseline="0">
                <a:ln w="15875">
                  <a:solidFill>
                    <a:schemeClr val="bg1"/>
                  </a:solidFill>
                </a:ln>
                <a:solidFill>
                  <a:schemeClr val="accent1"/>
                </a:solidFill>
                <a:effectLst>
                  <a:outerShdw dist="38100" dir="2700000" algn="tl" rotWithShape="0">
                    <a:schemeClr val="accent1"/>
                  </a:outerShdw>
                </a:effectLst>
              </a:defRPr>
            </a:lvl1pPr>
          </a:lstStyle>
          <a:p>
            <a:r>
              <a:rPr lang="en-US" smtClean="0"/>
              <a:t>Click to edit Master title style</a:t>
            </a:r>
            <a:endParaRPr lang="en-US" dirty="0"/>
          </a:p>
        </p:txBody>
      </p:sp>
      <p:sp>
        <p:nvSpPr>
          <p:cNvPr id="3" name="Subtitle 2"/>
          <p:cNvSpPr>
            <a:spLocks noGrp="1"/>
          </p:cNvSpPr>
          <p:nvPr>
            <p:ph type="subTitle" idx="1"/>
          </p:nvPr>
        </p:nvSpPr>
        <p:spPr>
          <a:xfrm>
            <a:off x="1282148" y="3869635"/>
            <a:ext cx="6575895" cy="1388165"/>
          </a:xfrm>
        </p:spPr>
        <p:txBody>
          <a:bodyPr>
            <a:normAutofit/>
          </a:bodyPr>
          <a:lstStyle>
            <a:lvl1pPr marL="0" indent="0" algn="ctr">
              <a:spcBef>
                <a:spcPts val="1000"/>
              </a:spcBef>
              <a:buNone/>
              <a:defRPr sz="1800">
                <a:solidFill>
                  <a:schemeClr val="accent1"/>
                </a:solidFill>
              </a:defRPr>
            </a:lvl1pPr>
            <a:lvl2pPr marL="342900" indent="0" algn="ctr">
              <a:buNone/>
              <a:defRPr sz="1800"/>
            </a:lvl2pPr>
            <a:lvl3pPr marL="685800" indent="0" algn="ctr">
              <a:buNone/>
              <a:defRPr sz="1800"/>
            </a:lvl3pPr>
            <a:lvl4pPr marL="1028700" indent="0" algn="ctr">
              <a:buNone/>
              <a:defRPr sz="1500"/>
            </a:lvl4pPr>
            <a:lvl5pPr marL="1371600" indent="0" algn="ctr">
              <a:buNone/>
              <a:defRPr sz="1500"/>
            </a:lvl5pPr>
            <a:lvl6pPr marL="1714500" indent="0" algn="ctr">
              <a:buNone/>
              <a:defRPr sz="1500"/>
            </a:lvl6pPr>
            <a:lvl7pPr marL="2057400" indent="0" algn="ctr">
              <a:buNone/>
              <a:defRPr sz="1500"/>
            </a:lvl7pPr>
            <a:lvl8pPr marL="2400300" indent="0" algn="ctr">
              <a:buNone/>
              <a:defRPr sz="1500"/>
            </a:lvl8pPr>
            <a:lvl9pPr marL="2743200" indent="0" algn="ctr">
              <a:buNone/>
              <a:defRPr sz="1500"/>
            </a:lvl9pPr>
          </a:lstStyle>
          <a:p>
            <a:r>
              <a:rPr lang="en-US" smtClean="0"/>
              <a:t>Click to edit Master subtitle style</a:t>
            </a:r>
            <a:endParaRPr lang="en-US" dirty="0"/>
          </a:p>
        </p:txBody>
      </p:sp>
      <p:sp>
        <p:nvSpPr>
          <p:cNvPr id="4" name="Date Placeholder 3"/>
          <p:cNvSpPr>
            <a:spLocks noGrp="1"/>
          </p:cNvSpPr>
          <p:nvPr>
            <p:ph type="dt" sz="half" idx="10"/>
          </p:nvPr>
        </p:nvSpPr>
        <p:spPr/>
        <p:txBody>
          <a:bodyPr/>
          <a:lstStyle>
            <a:lvl1pPr>
              <a:defRPr>
                <a:solidFill>
                  <a:schemeClr val="accent1"/>
                </a:solidFill>
              </a:defRPr>
            </a:lvl1pPr>
          </a:lstStyle>
          <a:p>
            <a:fld id="{65689934-9409-4FC7-AD55-30CDE96266DC}" type="datetimeFigureOut">
              <a:rPr lang="en-US" smtClean="0"/>
              <a:t>1/22/2014</a:t>
            </a:fld>
            <a:endParaRPr lang="en-US"/>
          </a:p>
        </p:txBody>
      </p:sp>
      <p:sp>
        <p:nvSpPr>
          <p:cNvPr id="5" name="Footer Placeholder 4"/>
          <p:cNvSpPr>
            <a:spLocks noGrp="1"/>
          </p:cNvSpPr>
          <p:nvPr>
            <p:ph type="ftr" sz="quarter" idx="11"/>
          </p:nvPr>
        </p:nvSpPr>
        <p:spPr/>
        <p:txBody>
          <a:bodyPr/>
          <a:lstStyle>
            <a:lvl1pPr>
              <a:defRPr>
                <a:solidFill>
                  <a:schemeClr val="accent1"/>
                </a:solidFill>
              </a:defRPr>
            </a:lvl1pPr>
          </a:lstStyle>
          <a:p>
            <a:endParaRPr lang="en-US"/>
          </a:p>
        </p:txBody>
      </p:sp>
      <p:sp>
        <p:nvSpPr>
          <p:cNvPr id="6" name="Slide Number Placeholder 5"/>
          <p:cNvSpPr>
            <a:spLocks noGrp="1"/>
          </p:cNvSpPr>
          <p:nvPr>
            <p:ph type="sldNum" sz="quarter" idx="12"/>
          </p:nvPr>
        </p:nvSpPr>
        <p:spPr/>
        <p:txBody>
          <a:bodyPr/>
          <a:lstStyle>
            <a:lvl1pPr>
              <a:defRPr>
                <a:solidFill>
                  <a:schemeClr val="accent1"/>
                </a:solidFill>
              </a:defRPr>
            </a:lvl1pPr>
          </a:lstStyle>
          <a:p>
            <a:fld id="{4ED2B76F-41D0-473E-9A02-CE9613D03205}" type="slidenum">
              <a:rPr lang="en-US" smtClean="0"/>
              <a:t>‹#›</a:t>
            </a:fld>
            <a:endParaRPr lang="en-US"/>
          </a:p>
        </p:txBody>
      </p:sp>
      <p:cxnSp>
        <p:nvCxnSpPr>
          <p:cNvPr id="8" name="Straight Connector 7"/>
          <p:cNvCxnSpPr/>
          <p:nvPr/>
        </p:nvCxnSpPr>
        <p:spPr>
          <a:xfrm>
            <a:off x="1483995" y="3733800"/>
            <a:ext cx="6172201" cy="0"/>
          </a:xfrm>
          <a:prstGeom prst="line">
            <a:avLst/>
          </a:prstGeom>
          <a:ln>
            <a:solidFill>
              <a:schemeClr val="accent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72557882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870171" y="228600"/>
            <a:ext cx="7406640" cy="1356360"/>
          </a:xfrm>
        </p:spPr>
        <p:txBody>
          <a:bodyPr/>
          <a:lstStyle/>
          <a:p>
            <a:r>
              <a:rPr lang="en-US" smtClean="0"/>
              <a:t>Click to edit Master title style</a:t>
            </a:r>
            <a:endParaRPr lang="en-US" dirty="0"/>
          </a:p>
        </p:txBody>
      </p:sp>
      <p:sp>
        <p:nvSpPr>
          <p:cNvPr id="3" name="Content Placeholder 2"/>
          <p:cNvSpPr>
            <a:spLocks noGrp="1"/>
          </p:cNvSpPr>
          <p:nvPr>
            <p:ph idx="1"/>
          </p:nvPr>
        </p:nvSpPr>
        <p:spPr/>
        <p:txBody>
          <a:bodyPr/>
          <a:lstStyle>
            <a:lvl1pPr>
              <a:spcBef>
                <a:spcPts val="1000"/>
              </a:spcBef>
              <a:defRPr/>
            </a:lvl1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65689934-9409-4FC7-AD55-30CDE96266DC}" type="datetimeFigureOut">
              <a:rPr lang="en-US" smtClean="0"/>
              <a:t>1/22/2014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ED2B76F-41D0-473E-9A02-CE9613D03205}" type="slidenum">
              <a:rPr lang="en-US" smtClean="0"/>
              <a:t>‹#›</a:t>
            </a:fld>
            <a:endParaRPr lang="en-US"/>
          </a:p>
        </p:txBody>
      </p:sp>
    </p:spTree>
    <p:extLst>
      <p:ext uri="{BB962C8B-B14F-4D97-AF65-F5344CB8AC3E}">
        <p14:creationId xmlns:p14="http://schemas.microsoft.com/office/powerpoint/2010/main" val="415955136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29818" y="1173575"/>
            <a:ext cx="7475220" cy="2926080"/>
          </a:xfrm>
        </p:spPr>
        <p:txBody>
          <a:bodyPr anchor="b">
            <a:noAutofit/>
          </a:bodyPr>
          <a:lstStyle>
            <a:lvl1pPr algn="ctr">
              <a:lnSpc>
                <a:spcPct val="85000"/>
              </a:lnSpc>
              <a:defRPr lang="en-US" sz="6000" b="1" kern="1200" cap="all" baseline="0" dirty="0">
                <a:ln w="15875">
                  <a:solidFill>
                    <a:schemeClr val="bg1"/>
                  </a:solidFill>
                </a:ln>
                <a:solidFill>
                  <a:schemeClr val="accent1"/>
                </a:solidFill>
                <a:effectLst>
                  <a:outerShdw dist="38100" dir="2700000" algn="tl" rotWithShape="0">
                    <a:schemeClr val="accent1"/>
                  </a:outerShdw>
                </a:effectLst>
                <a:latin typeface="+mj-lt"/>
                <a:ea typeface="+mj-ea"/>
                <a:cs typeface="+mj-cs"/>
              </a:defRPr>
            </a:lvl1pPr>
          </a:lstStyle>
          <a:p>
            <a:r>
              <a:rPr lang="en-US" smtClean="0"/>
              <a:t>Click to edit Master title style</a:t>
            </a:r>
            <a:endParaRPr lang="en-US" dirty="0"/>
          </a:p>
        </p:txBody>
      </p:sp>
      <p:sp>
        <p:nvSpPr>
          <p:cNvPr id="3" name="Text Placeholder 2"/>
          <p:cNvSpPr>
            <a:spLocks noGrp="1"/>
          </p:cNvSpPr>
          <p:nvPr>
            <p:ph type="body" idx="1"/>
          </p:nvPr>
        </p:nvSpPr>
        <p:spPr>
          <a:xfrm>
            <a:off x="1282446" y="4154520"/>
            <a:ext cx="6576822" cy="1363806"/>
          </a:xfrm>
        </p:spPr>
        <p:txBody>
          <a:bodyPr anchor="t">
            <a:normAutofit/>
          </a:bodyPr>
          <a:lstStyle>
            <a:lvl1pPr marL="0" indent="0" algn="ctr">
              <a:buNone/>
              <a:defRPr sz="1800">
                <a:solidFill>
                  <a:schemeClr val="accent1"/>
                </a:solidFill>
              </a:defRPr>
            </a:lvl1pPr>
            <a:lvl2pPr marL="342900" indent="0">
              <a:buNone/>
              <a:defRPr sz="1350">
                <a:solidFill>
                  <a:schemeClr val="tx1">
                    <a:tint val="75000"/>
                  </a:schemeClr>
                </a:solidFill>
              </a:defRPr>
            </a:lvl2pPr>
            <a:lvl3pPr marL="685800" indent="0">
              <a:buNone/>
              <a:defRPr sz="1200">
                <a:solidFill>
                  <a:schemeClr val="tx1">
                    <a:tint val="75000"/>
                  </a:schemeClr>
                </a:solidFill>
              </a:defRPr>
            </a:lvl3pPr>
            <a:lvl4pPr marL="1028700" indent="0">
              <a:buNone/>
              <a:defRPr sz="1050">
                <a:solidFill>
                  <a:schemeClr val="tx1">
                    <a:tint val="75000"/>
                  </a:schemeClr>
                </a:solidFill>
              </a:defRPr>
            </a:lvl4pPr>
            <a:lvl5pPr marL="1371600" indent="0">
              <a:buNone/>
              <a:defRPr sz="1050">
                <a:solidFill>
                  <a:schemeClr val="tx1">
                    <a:tint val="75000"/>
                  </a:schemeClr>
                </a:solidFill>
              </a:defRPr>
            </a:lvl5pPr>
            <a:lvl6pPr marL="1714500" indent="0">
              <a:buNone/>
              <a:defRPr sz="1050">
                <a:solidFill>
                  <a:schemeClr val="tx1">
                    <a:tint val="75000"/>
                  </a:schemeClr>
                </a:solidFill>
              </a:defRPr>
            </a:lvl6pPr>
            <a:lvl7pPr marL="2057400" indent="0">
              <a:buNone/>
              <a:defRPr sz="1050">
                <a:solidFill>
                  <a:schemeClr val="tx1">
                    <a:tint val="75000"/>
                  </a:schemeClr>
                </a:solidFill>
              </a:defRPr>
            </a:lvl7pPr>
            <a:lvl8pPr marL="2400300" indent="0">
              <a:buNone/>
              <a:defRPr sz="1050">
                <a:solidFill>
                  <a:schemeClr val="tx1">
                    <a:tint val="75000"/>
                  </a:schemeClr>
                </a:solidFill>
              </a:defRPr>
            </a:lvl8pPr>
            <a:lvl9pPr marL="2743200" indent="0">
              <a:buNone/>
              <a:defRPr sz="105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65689934-9409-4FC7-AD55-30CDE96266DC}" type="datetimeFigureOut">
              <a:rPr lang="en-US" smtClean="0"/>
              <a:t>1/22/2014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ED2B76F-41D0-473E-9A02-CE9613D03205}" type="slidenum">
              <a:rPr lang="en-US" smtClean="0"/>
              <a:t>‹#›</a:t>
            </a:fld>
            <a:endParaRPr lang="en-US"/>
          </a:p>
        </p:txBody>
      </p:sp>
      <p:cxnSp>
        <p:nvCxnSpPr>
          <p:cNvPr id="7" name="Straight Connector 6"/>
          <p:cNvCxnSpPr/>
          <p:nvPr/>
        </p:nvCxnSpPr>
        <p:spPr>
          <a:xfrm>
            <a:off x="1485900" y="4020408"/>
            <a:ext cx="6172201" cy="0"/>
          </a:xfrm>
          <a:prstGeom prst="line">
            <a:avLst/>
          </a:prstGeom>
          <a:ln>
            <a:solidFill>
              <a:schemeClr val="accent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69052752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sz="half" idx="1"/>
          </p:nvPr>
        </p:nvSpPr>
        <p:spPr>
          <a:xfrm>
            <a:off x="857250" y="2057399"/>
            <a:ext cx="3566160" cy="4023360"/>
          </a:xfrm>
        </p:spPr>
        <p:txBody>
          <a:bodyPr/>
          <a:lstStyle>
            <a:lvl1pPr>
              <a:defRPr sz="165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Content Placeholder 3"/>
          <p:cNvSpPr>
            <a:spLocks noGrp="1"/>
          </p:cNvSpPr>
          <p:nvPr>
            <p:ph sz="half" idx="2"/>
          </p:nvPr>
        </p:nvSpPr>
        <p:spPr>
          <a:xfrm>
            <a:off x="4700709" y="2057400"/>
            <a:ext cx="3566160" cy="4023360"/>
          </a:xfrm>
        </p:spPr>
        <p:txBody>
          <a:bodyPr/>
          <a:lstStyle>
            <a:lvl1pPr>
              <a:defRPr sz="165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Date Placeholder 4"/>
          <p:cNvSpPr>
            <a:spLocks noGrp="1"/>
          </p:cNvSpPr>
          <p:nvPr>
            <p:ph type="dt" sz="half" idx="10"/>
          </p:nvPr>
        </p:nvSpPr>
        <p:spPr/>
        <p:txBody>
          <a:bodyPr/>
          <a:lstStyle/>
          <a:p>
            <a:fld id="{65689934-9409-4FC7-AD55-30CDE96266DC}" type="datetimeFigureOut">
              <a:rPr lang="en-US" smtClean="0"/>
              <a:t>1/22/2014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ED2B76F-41D0-473E-9A02-CE9613D03205}" type="slidenum">
              <a:rPr lang="en-US" smtClean="0"/>
              <a:t>‹#›</a:t>
            </a:fld>
            <a:endParaRPr lang="en-US"/>
          </a:p>
        </p:txBody>
      </p:sp>
    </p:spTree>
    <p:extLst>
      <p:ext uri="{BB962C8B-B14F-4D97-AF65-F5344CB8AC3E}">
        <p14:creationId xmlns:p14="http://schemas.microsoft.com/office/powerpoint/2010/main" val="186474145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en-US" smtClean="0"/>
              <a:t>Click to edit Master title style</a:t>
            </a:r>
            <a:endParaRPr lang="en-US" dirty="0"/>
          </a:p>
        </p:txBody>
      </p:sp>
      <p:sp>
        <p:nvSpPr>
          <p:cNvPr id="3" name="Text Placeholder 2"/>
          <p:cNvSpPr>
            <a:spLocks noGrp="1"/>
          </p:cNvSpPr>
          <p:nvPr>
            <p:ph type="body" idx="1"/>
          </p:nvPr>
        </p:nvSpPr>
        <p:spPr>
          <a:xfrm>
            <a:off x="857250" y="2001511"/>
            <a:ext cx="3566160" cy="777240"/>
          </a:xfrm>
        </p:spPr>
        <p:txBody>
          <a:bodyPr anchor="ctr"/>
          <a:lstStyle>
            <a:lvl1pPr marL="0" indent="0">
              <a:spcBef>
                <a:spcPts val="0"/>
              </a:spcBef>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smtClean="0"/>
              <a:t>Click to edit Master text styles</a:t>
            </a:r>
          </a:p>
        </p:txBody>
      </p:sp>
      <p:sp>
        <p:nvSpPr>
          <p:cNvPr id="4" name="Content Placeholder 3"/>
          <p:cNvSpPr>
            <a:spLocks noGrp="1"/>
          </p:cNvSpPr>
          <p:nvPr>
            <p:ph sz="half" idx="2"/>
          </p:nvPr>
        </p:nvSpPr>
        <p:spPr>
          <a:xfrm>
            <a:off x="857250" y="2721483"/>
            <a:ext cx="3566160" cy="3383280"/>
          </a:xfrm>
        </p:spPr>
        <p:txBody>
          <a:bodyPr/>
          <a:lstStyle>
            <a:lvl1pPr>
              <a:defRPr sz="165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4"/>
          <p:cNvSpPr>
            <a:spLocks noGrp="1"/>
          </p:cNvSpPr>
          <p:nvPr>
            <p:ph type="body" sz="quarter" idx="3"/>
          </p:nvPr>
        </p:nvSpPr>
        <p:spPr>
          <a:xfrm>
            <a:off x="4701880" y="1999032"/>
            <a:ext cx="3566160" cy="777240"/>
          </a:xfrm>
        </p:spPr>
        <p:txBody>
          <a:bodyPr anchor="ctr"/>
          <a:lstStyle>
            <a:lvl1pPr marL="0" indent="0">
              <a:spcBef>
                <a:spcPts val="0"/>
              </a:spcBef>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smtClean="0"/>
              <a:t>Click to edit Master text styles</a:t>
            </a:r>
          </a:p>
        </p:txBody>
      </p:sp>
      <p:sp>
        <p:nvSpPr>
          <p:cNvPr id="6" name="Content Placeholder 5"/>
          <p:cNvSpPr>
            <a:spLocks noGrp="1"/>
          </p:cNvSpPr>
          <p:nvPr>
            <p:ph sz="quarter" idx="4"/>
          </p:nvPr>
        </p:nvSpPr>
        <p:spPr>
          <a:xfrm>
            <a:off x="4701880" y="2719322"/>
            <a:ext cx="3566160" cy="3383280"/>
          </a:xfrm>
        </p:spPr>
        <p:txBody>
          <a:bodyPr/>
          <a:lstStyle>
            <a:lvl1pPr>
              <a:defRPr sz="165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7" name="Date Placeholder 6"/>
          <p:cNvSpPr>
            <a:spLocks noGrp="1"/>
          </p:cNvSpPr>
          <p:nvPr>
            <p:ph type="dt" sz="half" idx="10"/>
          </p:nvPr>
        </p:nvSpPr>
        <p:spPr/>
        <p:txBody>
          <a:bodyPr/>
          <a:lstStyle/>
          <a:p>
            <a:fld id="{65689934-9409-4FC7-AD55-30CDE96266DC}" type="datetimeFigureOut">
              <a:rPr lang="en-US" smtClean="0"/>
              <a:t>1/22/2014</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4ED2B76F-41D0-473E-9A02-CE9613D03205}" type="slidenum">
              <a:rPr lang="en-US" smtClean="0"/>
              <a:t>‹#›</a:t>
            </a:fld>
            <a:endParaRPr lang="en-US"/>
          </a:p>
        </p:txBody>
      </p:sp>
    </p:spTree>
    <p:extLst>
      <p:ext uri="{BB962C8B-B14F-4D97-AF65-F5344CB8AC3E}">
        <p14:creationId xmlns:p14="http://schemas.microsoft.com/office/powerpoint/2010/main" val="120499931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Date Placeholder 2"/>
          <p:cNvSpPr>
            <a:spLocks noGrp="1"/>
          </p:cNvSpPr>
          <p:nvPr>
            <p:ph type="dt" sz="half" idx="10"/>
          </p:nvPr>
        </p:nvSpPr>
        <p:spPr/>
        <p:txBody>
          <a:bodyPr/>
          <a:lstStyle/>
          <a:p>
            <a:fld id="{65689934-9409-4FC7-AD55-30CDE96266DC}" type="datetimeFigureOut">
              <a:rPr lang="en-US" smtClean="0"/>
              <a:t>1/22/2014</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4ED2B76F-41D0-473E-9A02-CE9613D03205}" type="slidenum">
              <a:rPr lang="en-US" smtClean="0"/>
              <a:t>‹#›</a:t>
            </a:fld>
            <a:endParaRPr lang="en-US"/>
          </a:p>
        </p:txBody>
      </p:sp>
    </p:spTree>
    <p:extLst>
      <p:ext uri="{BB962C8B-B14F-4D97-AF65-F5344CB8AC3E}">
        <p14:creationId xmlns:p14="http://schemas.microsoft.com/office/powerpoint/2010/main" val="232842142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65689934-9409-4FC7-AD55-30CDE96266DC}" type="datetimeFigureOut">
              <a:rPr lang="en-US" smtClean="0"/>
              <a:t>1/22/2014</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4ED2B76F-41D0-473E-9A02-CE9613D03205}" type="slidenum">
              <a:rPr lang="en-US" smtClean="0"/>
              <a:t>‹#›</a:t>
            </a:fld>
            <a:endParaRPr lang="en-US"/>
          </a:p>
        </p:txBody>
      </p:sp>
    </p:spTree>
    <p:extLst>
      <p:ext uri="{BB962C8B-B14F-4D97-AF65-F5344CB8AC3E}">
        <p14:creationId xmlns:p14="http://schemas.microsoft.com/office/powerpoint/2010/main" val="278563472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57250" y="1097280"/>
            <a:ext cx="2834640" cy="1737360"/>
          </a:xfrm>
        </p:spPr>
        <p:txBody>
          <a:bodyPr anchor="b">
            <a:noAutofit/>
          </a:bodyPr>
          <a:lstStyle>
            <a:lvl1pPr>
              <a:lnSpc>
                <a:spcPct val="90000"/>
              </a:lnSpc>
              <a:defRPr sz="3000" b="0"/>
            </a:lvl1pPr>
          </a:lstStyle>
          <a:p>
            <a:r>
              <a:rPr lang="en-US" smtClean="0"/>
              <a:t>Click to edit Master title style</a:t>
            </a:r>
            <a:endParaRPr lang="en-US" dirty="0"/>
          </a:p>
        </p:txBody>
      </p:sp>
      <p:sp>
        <p:nvSpPr>
          <p:cNvPr id="3" name="Content Placeholder 2"/>
          <p:cNvSpPr>
            <a:spLocks noGrp="1"/>
          </p:cNvSpPr>
          <p:nvPr>
            <p:ph idx="1"/>
          </p:nvPr>
        </p:nvSpPr>
        <p:spPr>
          <a:xfrm>
            <a:off x="4129314" y="1097280"/>
            <a:ext cx="4149638" cy="4663440"/>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Text Placeholder 3"/>
          <p:cNvSpPr>
            <a:spLocks noGrp="1"/>
          </p:cNvSpPr>
          <p:nvPr>
            <p:ph type="body" sz="half" idx="2"/>
          </p:nvPr>
        </p:nvSpPr>
        <p:spPr>
          <a:xfrm>
            <a:off x="857250" y="2834640"/>
            <a:ext cx="2834640" cy="2926080"/>
          </a:xfrm>
        </p:spPr>
        <p:txBody>
          <a:bodyPr>
            <a:normAutofit/>
          </a:bodyPr>
          <a:lstStyle>
            <a:lvl1pPr marL="0" indent="0">
              <a:lnSpc>
                <a:spcPct val="100000"/>
              </a:lnSpc>
              <a:spcBef>
                <a:spcPts val="800"/>
              </a:spcBef>
              <a:buNone/>
              <a:defRPr sz="1275"/>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65689934-9409-4FC7-AD55-30CDE96266DC}" type="datetimeFigureOut">
              <a:rPr lang="en-US" smtClean="0"/>
              <a:t>1/22/2014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ED2B76F-41D0-473E-9A02-CE9613D03205}" type="slidenum">
              <a:rPr lang="en-US" smtClean="0"/>
              <a:t>‹#›</a:t>
            </a:fld>
            <a:endParaRPr lang="en-US"/>
          </a:p>
        </p:txBody>
      </p:sp>
    </p:spTree>
    <p:extLst>
      <p:ext uri="{BB962C8B-B14F-4D97-AF65-F5344CB8AC3E}">
        <p14:creationId xmlns:p14="http://schemas.microsoft.com/office/powerpoint/2010/main" val="117165235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57250" y="1097280"/>
            <a:ext cx="2834640" cy="1737360"/>
          </a:xfrm>
        </p:spPr>
        <p:txBody>
          <a:bodyPr anchor="b">
            <a:noAutofit/>
          </a:bodyPr>
          <a:lstStyle>
            <a:lvl1pPr>
              <a:lnSpc>
                <a:spcPct val="90000"/>
              </a:lnSpc>
              <a:defRPr sz="3000" b="0"/>
            </a:lvl1pPr>
          </a:lstStyle>
          <a:p>
            <a:r>
              <a:rPr lang="en-US" smtClean="0"/>
              <a:t>Click to edit Master title style</a:t>
            </a:r>
            <a:endParaRPr lang="en-US" dirty="0"/>
          </a:p>
        </p:txBody>
      </p:sp>
      <p:sp>
        <p:nvSpPr>
          <p:cNvPr id="3" name="Picture Placeholder 2"/>
          <p:cNvSpPr>
            <a:spLocks noGrp="1" noChangeAspect="1"/>
          </p:cNvSpPr>
          <p:nvPr>
            <p:ph type="pic" idx="1"/>
          </p:nvPr>
        </p:nvSpPr>
        <p:spPr>
          <a:xfrm>
            <a:off x="4019107" y="1069847"/>
            <a:ext cx="4257703" cy="4645153"/>
          </a:xfrm>
        </p:spPr>
        <p:txBody>
          <a:bodyPr lIns="274320" tIns="182880" anchor="t">
            <a:normAutofit/>
          </a:bodyPr>
          <a:lstStyle>
            <a:lvl1pPr marL="0" indent="0">
              <a:buNone/>
              <a:defRPr sz="21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r>
              <a:rPr lang="en-US" smtClean="0"/>
              <a:t>Click icon to add picture</a:t>
            </a:r>
            <a:endParaRPr lang="en-US" dirty="0"/>
          </a:p>
        </p:txBody>
      </p:sp>
      <p:sp>
        <p:nvSpPr>
          <p:cNvPr id="4" name="Text Placeholder 3"/>
          <p:cNvSpPr>
            <a:spLocks noGrp="1"/>
          </p:cNvSpPr>
          <p:nvPr>
            <p:ph type="body" sz="half" idx="2"/>
          </p:nvPr>
        </p:nvSpPr>
        <p:spPr>
          <a:xfrm>
            <a:off x="857250" y="2834640"/>
            <a:ext cx="2834640" cy="2880360"/>
          </a:xfrm>
        </p:spPr>
        <p:txBody>
          <a:bodyPr>
            <a:normAutofit/>
          </a:bodyPr>
          <a:lstStyle>
            <a:lvl1pPr marL="0" indent="0">
              <a:lnSpc>
                <a:spcPct val="100000"/>
              </a:lnSpc>
              <a:spcBef>
                <a:spcPts val="800"/>
              </a:spcBef>
              <a:buNone/>
              <a:defRPr sz="1275"/>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65689934-9409-4FC7-AD55-30CDE96266DC}" type="datetimeFigureOut">
              <a:rPr lang="en-US" smtClean="0"/>
              <a:t>1/22/2014</a:t>
            </a:fld>
            <a:endParaRPr lang="en-US"/>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4ED2B76F-41D0-473E-9A02-CE9613D03205}" type="slidenum">
              <a:rPr lang="en-US" smtClean="0"/>
              <a:t>‹#›</a:t>
            </a:fld>
            <a:endParaRPr lang="en-US"/>
          </a:p>
        </p:txBody>
      </p:sp>
    </p:spTree>
    <p:extLst>
      <p:ext uri="{BB962C8B-B14F-4D97-AF65-F5344CB8AC3E}">
        <p14:creationId xmlns:p14="http://schemas.microsoft.com/office/powerpoint/2010/main" val="17193276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65689934-9409-4FC7-AD55-30CDE96266DC}" type="datetimeFigureOut">
              <a:rPr lang="en-US" smtClean="0"/>
              <a:t>1/22/2014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ED2B76F-41D0-473E-9A02-CE9613D03205}" type="slidenum">
              <a:rPr lang="en-US" smtClean="0"/>
              <a:t>‹#›</a:t>
            </a:fld>
            <a:endParaRPr lang="en-US"/>
          </a:p>
        </p:txBody>
      </p:sp>
    </p:spTree>
    <p:extLst>
      <p:ext uri="{BB962C8B-B14F-4D97-AF65-F5344CB8AC3E}">
        <p14:creationId xmlns:p14="http://schemas.microsoft.com/office/powerpoint/2010/main" val="59284405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43675" y="762000"/>
            <a:ext cx="1743075" cy="5410200"/>
          </a:xfrm>
        </p:spPr>
        <p:txBody>
          <a:bodyPr vert="eaVert"/>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857250" y="762000"/>
            <a:ext cx="5572125" cy="5410200"/>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65689934-9409-4FC7-AD55-30CDE96266DC}" type="datetimeFigureOut">
              <a:rPr lang="en-US" smtClean="0"/>
              <a:t>1/22/2014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ED2B76F-41D0-473E-9A02-CE9613D03205}" type="slidenum">
              <a:rPr lang="en-US" smtClean="0"/>
              <a:t>‹#›</a:t>
            </a:fld>
            <a:endParaRPr lang="en-US"/>
          </a:p>
        </p:txBody>
      </p:sp>
    </p:spTree>
    <p:extLst>
      <p:ext uri="{BB962C8B-B14F-4D97-AF65-F5344CB8AC3E}">
        <p14:creationId xmlns:p14="http://schemas.microsoft.com/office/powerpoint/2010/main" val="125184088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accent1"/>
        </a:solidFill>
        <a:effectLst/>
      </p:bgPr>
    </p:bg>
    <p:spTree>
      <p:nvGrpSpPr>
        <p:cNvPr id="1" name=""/>
        <p:cNvGrpSpPr/>
        <p:nvPr/>
      </p:nvGrpSpPr>
      <p:grpSpPr>
        <a:xfrm>
          <a:off x="0" y="0"/>
          <a:ext cx="0" cy="0"/>
          <a:chOff x="0" y="0"/>
          <a:chExt cx="0" cy="0"/>
        </a:xfrm>
      </p:grpSpPr>
      <p:sp>
        <p:nvSpPr>
          <p:cNvPr id="7" name="Rectangle 6"/>
          <p:cNvSpPr/>
          <p:nvPr/>
        </p:nvSpPr>
        <p:spPr>
          <a:xfrm>
            <a:off x="182880" y="182880"/>
            <a:ext cx="8778240" cy="6492240"/>
          </a:xfrm>
          <a:prstGeom prst="rect">
            <a:avLst/>
          </a:prstGeom>
          <a:solidFill>
            <a:schemeClr val="bg1"/>
          </a:solidFill>
          <a:ln w="12700">
            <a:solidFill>
              <a:schemeClr val="bg1"/>
            </a:solidFill>
          </a:ln>
        </p:spPr>
        <p:style>
          <a:lnRef idx="2">
            <a:schemeClr val="accent1">
              <a:shade val="50000"/>
            </a:schemeClr>
          </a:lnRef>
          <a:fillRef idx="1">
            <a:schemeClr val="accent1"/>
          </a:fillRef>
          <a:effectRef idx="0">
            <a:schemeClr val="accent1"/>
          </a:effectRef>
          <a:fontRef idx="minor">
            <a:schemeClr val="lt1"/>
          </a:fontRef>
        </p:style>
      </p:sp>
      <p:sp>
        <p:nvSpPr>
          <p:cNvPr id="2" name="Title Placeholder 1"/>
          <p:cNvSpPr>
            <a:spLocks noGrp="1"/>
          </p:cNvSpPr>
          <p:nvPr>
            <p:ph type="title"/>
          </p:nvPr>
        </p:nvSpPr>
        <p:spPr>
          <a:xfrm>
            <a:off x="855264" y="182880"/>
            <a:ext cx="7406640" cy="1356360"/>
          </a:xfrm>
          <a:prstGeom prst="rect">
            <a:avLst/>
          </a:prstGeom>
        </p:spPr>
        <p:txBody>
          <a:bodyPr vert="horz" lIns="91440" tIns="45720" rIns="91440" bIns="45720" rtlCol="0" anchor="ctr">
            <a:normAutofit/>
          </a:bodyPr>
          <a:lstStyle/>
          <a:p>
            <a:r>
              <a:rPr lang="en-US" smtClean="0"/>
              <a:t>Click to edit Master title style</a:t>
            </a:r>
            <a:endParaRPr lang="en-US" dirty="0"/>
          </a:p>
        </p:txBody>
      </p:sp>
      <p:sp>
        <p:nvSpPr>
          <p:cNvPr id="3" name="Text Placeholder 2"/>
          <p:cNvSpPr>
            <a:spLocks noGrp="1"/>
          </p:cNvSpPr>
          <p:nvPr>
            <p:ph type="body" idx="1"/>
          </p:nvPr>
        </p:nvSpPr>
        <p:spPr>
          <a:xfrm>
            <a:off x="857251" y="1862234"/>
            <a:ext cx="7404653" cy="4038600"/>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2"/>
          </p:nvPr>
        </p:nvSpPr>
        <p:spPr>
          <a:xfrm>
            <a:off x="857247" y="6223829"/>
            <a:ext cx="1746806" cy="365125"/>
          </a:xfrm>
          <a:prstGeom prst="rect">
            <a:avLst/>
          </a:prstGeom>
        </p:spPr>
        <p:txBody>
          <a:bodyPr vert="horz" lIns="91440" tIns="45720" rIns="91440" bIns="45720" rtlCol="0" anchor="ctr"/>
          <a:lstStyle>
            <a:lvl1pPr algn="l">
              <a:defRPr sz="1000">
                <a:solidFill>
                  <a:schemeClr val="accent1"/>
                </a:solidFill>
              </a:defRPr>
            </a:lvl1pPr>
          </a:lstStyle>
          <a:p>
            <a:fld id="{65689934-9409-4FC7-AD55-30CDE96266DC}" type="datetimeFigureOut">
              <a:rPr lang="en-US" smtClean="0"/>
              <a:t>1/22/2014</a:t>
            </a:fld>
            <a:endParaRPr lang="en-US"/>
          </a:p>
        </p:txBody>
      </p:sp>
      <p:sp>
        <p:nvSpPr>
          <p:cNvPr id="5" name="Footer Placeholder 4"/>
          <p:cNvSpPr>
            <a:spLocks noGrp="1"/>
          </p:cNvSpPr>
          <p:nvPr>
            <p:ph type="ftr" sz="quarter" idx="3"/>
          </p:nvPr>
        </p:nvSpPr>
        <p:spPr>
          <a:xfrm>
            <a:off x="2961861" y="6223829"/>
            <a:ext cx="3538331" cy="365125"/>
          </a:xfrm>
          <a:prstGeom prst="rect">
            <a:avLst/>
          </a:prstGeom>
        </p:spPr>
        <p:txBody>
          <a:bodyPr vert="horz" lIns="91440" tIns="45720" rIns="91440" bIns="45720" rtlCol="0" anchor="ctr"/>
          <a:lstStyle>
            <a:lvl1pPr algn="ctr">
              <a:defRPr sz="1000">
                <a:solidFill>
                  <a:schemeClr val="accent1"/>
                </a:solidFill>
              </a:defRPr>
            </a:lvl1pPr>
          </a:lstStyle>
          <a:p>
            <a:endParaRPr lang="en-US"/>
          </a:p>
        </p:txBody>
      </p:sp>
      <p:sp>
        <p:nvSpPr>
          <p:cNvPr id="6" name="Slide Number Placeholder 5"/>
          <p:cNvSpPr>
            <a:spLocks noGrp="1"/>
          </p:cNvSpPr>
          <p:nvPr>
            <p:ph type="sldNum" sz="quarter" idx="4"/>
          </p:nvPr>
        </p:nvSpPr>
        <p:spPr>
          <a:xfrm>
            <a:off x="6997148" y="6223829"/>
            <a:ext cx="1279663" cy="365125"/>
          </a:xfrm>
          <a:prstGeom prst="rect">
            <a:avLst/>
          </a:prstGeom>
        </p:spPr>
        <p:txBody>
          <a:bodyPr vert="horz" lIns="91440" tIns="45720" rIns="91440" bIns="45720" rtlCol="0" anchor="ctr"/>
          <a:lstStyle>
            <a:lvl1pPr algn="r">
              <a:defRPr sz="1000">
                <a:solidFill>
                  <a:schemeClr val="accent1"/>
                </a:solidFill>
              </a:defRPr>
            </a:lvl1pPr>
          </a:lstStyle>
          <a:p>
            <a:fld id="{4ED2B76F-41D0-473E-9A02-CE9613D03205}" type="slidenum">
              <a:rPr lang="en-US" smtClean="0"/>
              <a:t>‹#›</a:t>
            </a:fld>
            <a:endParaRPr lang="en-US"/>
          </a:p>
        </p:txBody>
      </p:sp>
    </p:spTree>
    <p:extLst>
      <p:ext uri="{BB962C8B-B14F-4D97-AF65-F5344CB8AC3E}">
        <p14:creationId xmlns:p14="http://schemas.microsoft.com/office/powerpoint/2010/main" val="658473192"/>
      </p:ext>
    </p:extLst>
  </p:cSld>
  <p:clrMap bg1="lt1" tx1="dk1" bg2="lt2" tx2="dk2" accent1="accent1" accent2="accent2" accent3="accent3" accent4="accent4" accent5="accent5" accent6="accent6" hlink="hlink" folHlink="folHlink"/>
  <p:sldLayoutIdLst>
    <p:sldLayoutId id="2147484278" r:id="rId1"/>
    <p:sldLayoutId id="2147484279" r:id="rId2"/>
    <p:sldLayoutId id="2147484280" r:id="rId3"/>
    <p:sldLayoutId id="2147484281" r:id="rId4"/>
    <p:sldLayoutId id="2147484282" r:id="rId5"/>
    <p:sldLayoutId id="2147484283" r:id="rId6"/>
    <p:sldLayoutId id="2147484284" r:id="rId7"/>
    <p:sldLayoutId id="2147484285" r:id="rId8"/>
    <p:sldLayoutId id="2147484286" r:id="rId9"/>
    <p:sldLayoutId id="2147484287" r:id="rId10"/>
    <p:sldLayoutId id="2147484288" r:id="rId11"/>
  </p:sldLayoutIdLst>
  <p:txStyles>
    <p:titleStyle>
      <a:lvl1pPr algn="l" defTabSz="685800" rtl="0" eaLnBrk="1" latinLnBrk="0" hangingPunct="1">
        <a:lnSpc>
          <a:spcPct val="90000"/>
        </a:lnSpc>
        <a:spcBef>
          <a:spcPct val="0"/>
        </a:spcBef>
        <a:buNone/>
        <a:defRPr sz="4000" kern="1200">
          <a:solidFill>
            <a:schemeClr val="accent1"/>
          </a:solidFill>
          <a:latin typeface="+mj-lt"/>
          <a:ea typeface="+mj-ea"/>
          <a:cs typeface="+mj-cs"/>
        </a:defRPr>
      </a:lvl1pPr>
    </p:titleStyle>
    <p:bodyStyle>
      <a:lvl1pPr marL="171450" indent="-137160" algn="l" defTabSz="685800" rtl="0" eaLnBrk="1" latinLnBrk="0" hangingPunct="1">
        <a:lnSpc>
          <a:spcPct val="90000"/>
        </a:lnSpc>
        <a:spcBef>
          <a:spcPts val="1000"/>
        </a:spcBef>
        <a:buClr>
          <a:schemeClr val="accent1"/>
        </a:buClr>
        <a:buSzPct val="80000"/>
        <a:buFont typeface="Corbel" pitchFamily="34" charset="0"/>
        <a:buChar char="•"/>
        <a:defRPr sz="2000" kern="1200">
          <a:solidFill>
            <a:schemeClr val="accent1"/>
          </a:solidFill>
          <a:latin typeface="+mn-lt"/>
          <a:ea typeface="+mn-ea"/>
          <a:cs typeface="+mn-cs"/>
        </a:defRPr>
      </a:lvl1pPr>
      <a:lvl2pPr marL="342900" indent="-137160" algn="l" defTabSz="685800" rtl="0" eaLnBrk="1" latinLnBrk="0" hangingPunct="1">
        <a:lnSpc>
          <a:spcPct val="90000"/>
        </a:lnSpc>
        <a:spcBef>
          <a:spcPts val="150"/>
        </a:spcBef>
        <a:spcAft>
          <a:spcPts val="300"/>
        </a:spcAft>
        <a:buClr>
          <a:schemeClr val="accent1"/>
        </a:buClr>
        <a:buSzPct val="80000"/>
        <a:buFont typeface="Corbel" pitchFamily="34" charset="0"/>
        <a:buChar char="•"/>
        <a:defRPr sz="1800" kern="1200">
          <a:solidFill>
            <a:schemeClr val="accent1"/>
          </a:solidFill>
          <a:latin typeface="+mn-lt"/>
          <a:ea typeface="+mn-ea"/>
          <a:cs typeface="+mn-cs"/>
        </a:defRPr>
      </a:lvl2pPr>
      <a:lvl3pPr marL="548640" indent="-137160" algn="l" defTabSz="685800" rtl="0" eaLnBrk="1" latinLnBrk="0" hangingPunct="1">
        <a:lnSpc>
          <a:spcPct val="90000"/>
        </a:lnSpc>
        <a:spcBef>
          <a:spcPts val="150"/>
        </a:spcBef>
        <a:spcAft>
          <a:spcPts val="300"/>
        </a:spcAft>
        <a:buClr>
          <a:schemeClr val="accent1"/>
        </a:buClr>
        <a:buSzPct val="80000"/>
        <a:buFont typeface="Corbel" pitchFamily="34" charset="0"/>
        <a:buChar char="•"/>
        <a:defRPr sz="1600" kern="1200">
          <a:solidFill>
            <a:schemeClr val="accent1"/>
          </a:solidFill>
          <a:latin typeface="+mn-lt"/>
          <a:ea typeface="+mn-ea"/>
          <a:cs typeface="+mn-cs"/>
        </a:defRPr>
      </a:lvl3pPr>
      <a:lvl4pPr marL="754380" indent="-137160" algn="l" defTabSz="685800" rtl="0" eaLnBrk="1" latinLnBrk="0" hangingPunct="1">
        <a:lnSpc>
          <a:spcPct val="90000"/>
        </a:lnSpc>
        <a:spcBef>
          <a:spcPts val="150"/>
        </a:spcBef>
        <a:spcAft>
          <a:spcPts val="300"/>
        </a:spcAft>
        <a:buClr>
          <a:schemeClr val="accent1"/>
        </a:buClr>
        <a:buSzPct val="80000"/>
        <a:buFont typeface="Corbel" pitchFamily="34" charset="0"/>
        <a:buChar char="•"/>
        <a:defRPr sz="1400" kern="1200">
          <a:solidFill>
            <a:schemeClr val="accent1"/>
          </a:solidFill>
          <a:latin typeface="+mn-lt"/>
          <a:ea typeface="+mn-ea"/>
          <a:cs typeface="+mn-cs"/>
        </a:defRPr>
      </a:lvl4pPr>
      <a:lvl5pPr marL="920120" indent="-137160" algn="l" defTabSz="685800" rtl="0" eaLnBrk="1" latinLnBrk="0" hangingPunct="1">
        <a:lnSpc>
          <a:spcPct val="90000"/>
        </a:lnSpc>
        <a:spcBef>
          <a:spcPts val="150"/>
        </a:spcBef>
        <a:spcAft>
          <a:spcPts val="300"/>
        </a:spcAft>
        <a:buClr>
          <a:schemeClr val="accent1"/>
        </a:buClr>
        <a:buSzPct val="80000"/>
        <a:buFont typeface="Corbel" pitchFamily="34" charset="0"/>
        <a:buChar char="•"/>
        <a:defRPr sz="1400" kern="1200">
          <a:solidFill>
            <a:schemeClr val="accent1"/>
          </a:solidFill>
          <a:latin typeface="+mn-lt"/>
          <a:ea typeface="+mn-ea"/>
          <a:cs typeface="+mn-cs"/>
        </a:defRPr>
      </a:lvl5pPr>
      <a:lvl6pPr marL="1100000" indent="-171450" algn="l" defTabSz="685800" rtl="0" eaLnBrk="1" latinLnBrk="0" hangingPunct="1">
        <a:lnSpc>
          <a:spcPct val="90000"/>
        </a:lnSpc>
        <a:spcBef>
          <a:spcPts val="150"/>
        </a:spcBef>
        <a:spcAft>
          <a:spcPts val="300"/>
        </a:spcAft>
        <a:buClr>
          <a:schemeClr val="accent1"/>
        </a:buClr>
        <a:buSzPct val="80000"/>
        <a:buFont typeface="Corbel" pitchFamily="34" charset="0"/>
        <a:buChar char="•"/>
        <a:defRPr sz="1400" kern="1200">
          <a:solidFill>
            <a:schemeClr val="accent1"/>
          </a:solidFill>
          <a:latin typeface="+mn-lt"/>
          <a:ea typeface="+mn-ea"/>
          <a:cs typeface="+mn-cs"/>
        </a:defRPr>
      </a:lvl6pPr>
      <a:lvl7pPr marL="1300000" indent="-171450" algn="l" defTabSz="685800" rtl="0" eaLnBrk="1" latinLnBrk="0" hangingPunct="1">
        <a:lnSpc>
          <a:spcPct val="90000"/>
        </a:lnSpc>
        <a:spcBef>
          <a:spcPts val="150"/>
        </a:spcBef>
        <a:spcAft>
          <a:spcPts val="300"/>
        </a:spcAft>
        <a:buClr>
          <a:schemeClr val="accent1"/>
        </a:buClr>
        <a:buSzPct val="80000"/>
        <a:buFont typeface="Corbel" pitchFamily="34" charset="0"/>
        <a:buChar char="•"/>
        <a:defRPr sz="1400" kern="1200">
          <a:solidFill>
            <a:schemeClr val="accent1"/>
          </a:solidFill>
          <a:latin typeface="+mn-lt"/>
          <a:ea typeface="+mn-ea"/>
          <a:cs typeface="+mn-cs"/>
        </a:defRPr>
      </a:lvl7pPr>
      <a:lvl8pPr marL="1500000" indent="-171450" algn="l" defTabSz="685800" rtl="0" eaLnBrk="1" latinLnBrk="0" hangingPunct="1">
        <a:lnSpc>
          <a:spcPct val="90000"/>
        </a:lnSpc>
        <a:spcBef>
          <a:spcPts val="150"/>
        </a:spcBef>
        <a:spcAft>
          <a:spcPts val="300"/>
        </a:spcAft>
        <a:buClr>
          <a:schemeClr val="accent1"/>
        </a:buClr>
        <a:buSzPct val="80000"/>
        <a:buFont typeface="Corbel" pitchFamily="34" charset="0"/>
        <a:buChar char="•"/>
        <a:defRPr sz="1400" kern="1200">
          <a:solidFill>
            <a:schemeClr val="accent1"/>
          </a:solidFill>
          <a:latin typeface="+mn-lt"/>
          <a:ea typeface="+mn-ea"/>
          <a:cs typeface="+mn-cs"/>
        </a:defRPr>
      </a:lvl8pPr>
      <a:lvl9pPr marL="1700000" indent="-171450" algn="l" defTabSz="685800" rtl="0" eaLnBrk="1" latinLnBrk="0" hangingPunct="1">
        <a:lnSpc>
          <a:spcPct val="90000"/>
        </a:lnSpc>
        <a:spcBef>
          <a:spcPts val="150"/>
        </a:spcBef>
        <a:spcAft>
          <a:spcPts val="300"/>
        </a:spcAft>
        <a:buClr>
          <a:schemeClr val="accent1"/>
        </a:buClr>
        <a:buSzPct val="80000"/>
        <a:buFont typeface="Corbel" pitchFamily="34" charset="0"/>
        <a:buChar char="•"/>
        <a:defRPr sz="1400" kern="1200">
          <a:solidFill>
            <a:schemeClr val="accent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1.xml"/><Relationship Id="rId1" Type="http://schemas.openxmlformats.org/officeDocument/2006/relationships/slideLayout" Target="../slideLayouts/slideLayout2.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4.xml.rels><?xml version="1.0" encoding="UTF-8" standalone="yes"?>
<Relationships xmlns="http://schemas.openxmlformats.org/package/2006/relationships"><Relationship Id="rId3" Type="http://schemas.openxmlformats.org/officeDocument/2006/relationships/diagramData" Target="../diagrams/data2.xml"/><Relationship Id="rId7" Type="http://schemas.microsoft.com/office/2007/relationships/diagramDrawing" Target="../diagrams/drawing2.xml"/><Relationship Id="rId2" Type="http://schemas.openxmlformats.org/officeDocument/2006/relationships/notesSlide" Target="../notesSlides/notesSlide2.xml"/><Relationship Id="rId1" Type="http://schemas.openxmlformats.org/officeDocument/2006/relationships/slideLayout" Target="../slideLayouts/slideLayout2.xml"/><Relationship Id="rId6" Type="http://schemas.openxmlformats.org/officeDocument/2006/relationships/diagramColors" Target="../diagrams/colors2.xml"/><Relationship Id="rId5" Type="http://schemas.openxmlformats.org/officeDocument/2006/relationships/diagramQuickStyle" Target="../diagrams/quickStyle2.xml"/><Relationship Id="rId4" Type="http://schemas.openxmlformats.org/officeDocument/2006/relationships/diagramLayout" Target="../diagrams/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6.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5.xml"/><Relationship Id="rId1" Type="http://schemas.openxmlformats.org/officeDocument/2006/relationships/slideLayout" Target="../slideLayouts/slideLayout2.xml"/><Relationship Id="rId4" Type="http://schemas.openxmlformats.org/officeDocument/2006/relationships/image" Target="../media/image6.png"/></Relationships>
</file>

<file path=ppt/slides/_rels/slide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6.xml"/><Relationship Id="rId1" Type="http://schemas.openxmlformats.org/officeDocument/2006/relationships/slideLayout" Target="../slideLayouts/slideLayout2.xml"/><Relationship Id="rId5" Type="http://schemas.openxmlformats.org/officeDocument/2006/relationships/image" Target="../media/image9.emf"/><Relationship Id="rId4" Type="http://schemas.openxmlformats.org/officeDocument/2006/relationships/image" Target="../media/image8.png"/></Relationships>
</file>

<file path=ppt/slides/_rels/slide9.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diagramData" Target="../diagrams/data3.xml"/><Relationship Id="rId7" Type="http://schemas.microsoft.com/office/2007/relationships/diagramDrawing" Target="../diagrams/drawing3.xml"/><Relationship Id="rId2" Type="http://schemas.openxmlformats.org/officeDocument/2006/relationships/notesSlide" Target="../notesSlides/notesSlide9.xml"/><Relationship Id="rId1" Type="http://schemas.openxmlformats.org/officeDocument/2006/relationships/slideLayout" Target="../slideLayouts/slideLayout2.xml"/><Relationship Id="rId6" Type="http://schemas.openxmlformats.org/officeDocument/2006/relationships/diagramColors" Target="../diagrams/colors3.xml"/><Relationship Id="rId5" Type="http://schemas.openxmlformats.org/officeDocument/2006/relationships/diagramQuickStyle" Target="../diagrams/quickStyle3.xml"/><Relationship Id="rId4" Type="http://schemas.openxmlformats.org/officeDocument/2006/relationships/diagramLayout" Target="../diagrams/layout3.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1.xml"/><Relationship Id="rId1" Type="http://schemas.openxmlformats.org/officeDocument/2006/relationships/slideLayout" Target="../slideLayouts/slideLayout2.xml"/><Relationship Id="rId6" Type="http://schemas.openxmlformats.org/officeDocument/2006/relationships/image" Target="../media/image15.png"/><Relationship Id="rId5" Type="http://schemas.openxmlformats.org/officeDocument/2006/relationships/image" Target="../media/image14.png"/><Relationship Id="rId4" Type="http://schemas.openxmlformats.org/officeDocument/2006/relationships/image" Target="../media/image13.png"/></Relationships>
</file>

<file path=ppt/slides/_rels/slide14.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2.xml"/><Relationship Id="rId1" Type="http://schemas.openxmlformats.org/officeDocument/2006/relationships/slideLayout" Target="../slideLayouts/slideLayout4.xml"/><Relationship Id="rId6" Type="http://schemas.openxmlformats.org/officeDocument/2006/relationships/image" Target="../media/image18.png"/><Relationship Id="rId5" Type="http://schemas.openxmlformats.org/officeDocument/2006/relationships/image" Target="../media/image17.png"/><Relationship Id="rId4" Type="http://schemas.openxmlformats.org/officeDocument/2006/relationships/image" Target="../media/image12.png"/></Relationships>
</file>

<file path=ppt/slides/_rels/slide15.xml.rels><?xml version="1.0" encoding="UTF-8" standalone="yes"?>
<Relationships xmlns="http://schemas.openxmlformats.org/package/2006/relationships"><Relationship Id="rId3" Type="http://schemas.openxmlformats.org/officeDocument/2006/relationships/diagramData" Target="../diagrams/data4.xml"/><Relationship Id="rId7" Type="http://schemas.microsoft.com/office/2007/relationships/diagramDrawing" Target="../diagrams/drawing4.xml"/><Relationship Id="rId2" Type="http://schemas.openxmlformats.org/officeDocument/2006/relationships/notesSlide" Target="../notesSlides/notesSlide13.xml"/><Relationship Id="rId1" Type="http://schemas.openxmlformats.org/officeDocument/2006/relationships/slideLayout" Target="../slideLayouts/slideLayout2.xml"/><Relationship Id="rId6" Type="http://schemas.openxmlformats.org/officeDocument/2006/relationships/diagramColors" Target="../diagrams/colors4.xml"/><Relationship Id="rId5" Type="http://schemas.openxmlformats.org/officeDocument/2006/relationships/diagramQuickStyle" Target="../diagrams/quickStyle4.xml"/><Relationship Id="rId4" Type="http://schemas.openxmlformats.org/officeDocument/2006/relationships/diagramLayout" Target="../diagrams/layout4.xml"/></Relationships>
</file>

<file path=ppt/slides/_rels/slide16.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diagramLayout" Target="../diagrams/layout5.xml"/><Relationship Id="rId7" Type="http://schemas.openxmlformats.org/officeDocument/2006/relationships/image" Target="../media/image20.png"/><Relationship Id="rId2" Type="http://schemas.openxmlformats.org/officeDocument/2006/relationships/diagramData" Target="../diagrams/data5.xml"/><Relationship Id="rId1" Type="http://schemas.openxmlformats.org/officeDocument/2006/relationships/slideLayout" Target="../slideLayouts/slideLayout2.xml"/><Relationship Id="rId6" Type="http://schemas.microsoft.com/office/2007/relationships/diagramDrawing" Target="../diagrams/drawing5.xml"/><Relationship Id="rId5" Type="http://schemas.openxmlformats.org/officeDocument/2006/relationships/diagramColors" Target="../diagrams/colors5.xml"/><Relationship Id="rId4" Type="http://schemas.openxmlformats.org/officeDocument/2006/relationships/diagramQuickStyle" Target="../diagrams/quickStyle5.xml"/></Relationships>
</file>

<file path=ppt/slides/_rels/slide18.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21.png"/><Relationship Id="rId1" Type="http://schemas.openxmlformats.org/officeDocument/2006/relationships/slideLayout" Target="../slideLayouts/slideLayout2.xml"/><Relationship Id="rId6" Type="http://schemas.openxmlformats.org/officeDocument/2006/relationships/image" Target="../media/image25.png"/><Relationship Id="rId5" Type="http://schemas.openxmlformats.org/officeDocument/2006/relationships/image" Target="../media/image24.png"/><Relationship Id="rId4" Type="http://schemas.openxmlformats.org/officeDocument/2006/relationships/image" Target="../media/image23.png"/></Relationships>
</file>

<file path=ppt/slides/_rels/slide19.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22.png"/><Relationship Id="rId1" Type="http://schemas.openxmlformats.org/officeDocument/2006/relationships/slideLayout" Target="../slideLayouts/slideLayout2.xml"/><Relationship Id="rId6" Type="http://schemas.openxmlformats.org/officeDocument/2006/relationships/image" Target="../media/image25.png"/><Relationship Id="rId5" Type="http://schemas.openxmlformats.org/officeDocument/2006/relationships/image" Target="../media/image24.png"/><Relationship Id="rId4" Type="http://schemas.openxmlformats.org/officeDocument/2006/relationships/image" Target="../media/image21.png"/></Relationships>
</file>

<file path=ppt/slides/_rels/slide20.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image" Target="../media/image30.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15.xml"/><Relationship Id="rId1" Type="http://schemas.openxmlformats.org/officeDocument/2006/relationships/slideLayout" Target="../slideLayouts/slideLayout1.xml"/><Relationship Id="rId4" Type="http://schemas.openxmlformats.org/officeDocument/2006/relationships/image" Target="../media/image33.jpeg"/></Relationships>
</file>

<file path=ppt/slides/_rels/slide26.xml.rels><?xml version="1.0" encoding="UTF-8" standalone="yes"?>
<Relationships xmlns="http://schemas.openxmlformats.org/package/2006/relationships"><Relationship Id="rId3" Type="http://schemas.openxmlformats.org/officeDocument/2006/relationships/diagramLayout" Target="../diagrams/layout6.xml"/><Relationship Id="rId7" Type="http://schemas.openxmlformats.org/officeDocument/2006/relationships/image" Target="../media/image20.png"/><Relationship Id="rId2" Type="http://schemas.openxmlformats.org/officeDocument/2006/relationships/diagramData" Target="../diagrams/data6.xml"/><Relationship Id="rId1" Type="http://schemas.openxmlformats.org/officeDocument/2006/relationships/slideLayout" Target="../slideLayouts/slideLayout2.xml"/><Relationship Id="rId6" Type="http://schemas.microsoft.com/office/2007/relationships/diagramDrawing" Target="../diagrams/drawing6.xml"/><Relationship Id="rId5" Type="http://schemas.openxmlformats.org/officeDocument/2006/relationships/diagramColors" Target="../diagrams/colors6.xml"/><Relationship Id="rId4" Type="http://schemas.openxmlformats.org/officeDocument/2006/relationships/diagramQuickStyle" Target="../diagrams/quickStyle6.xml"/></Relationships>
</file>

<file path=ppt/slides/_rels/slide27.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image" Target="../media/image34.png"/><Relationship Id="rId1" Type="http://schemas.openxmlformats.org/officeDocument/2006/relationships/slideLayout" Target="../slideLayouts/slideLayout2.xml"/><Relationship Id="rId6" Type="http://schemas.openxmlformats.org/officeDocument/2006/relationships/image" Target="../media/image38.png"/><Relationship Id="rId5" Type="http://schemas.openxmlformats.org/officeDocument/2006/relationships/image" Target="../media/image37.png"/><Relationship Id="rId4" Type="http://schemas.openxmlformats.org/officeDocument/2006/relationships/image" Target="../media/image36.png"/></Relationships>
</file>

<file path=ppt/slides/_rels/slide28.xml.rels><?xml version="1.0" encoding="UTF-8" standalone="yes"?>
<Relationships xmlns="http://schemas.openxmlformats.org/package/2006/relationships"><Relationship Id="rId2" Type="http://schemas.openxmlformats.org/officeDocument/2006/relationships/image" Target="../media/image39.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40.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41.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diagramData" Target="../diagrams/data7.xml"/><Relationship Id="rId7" Type="http://schemas.microsoft.com/office/2007/relationships/diagramDrawing" Target="../diagrams/drawing7.xml"/><Relationship Id="rId2" Type="http://schemas.openxmlformats.org/officeDocument/2006/relationships/notesSlide" Target="../notesSlides/notesSlide16.xml"/><Relationship Id="rId1" Type="http://schemas.openxmlformats.org/officeDocument/2006/relationships/slideLayout" Target="../slideLayouts/slideLayout2.xml"/><Relationship Id="rId6" Type="http://schemas.openxmlformats.org/officeDocument/2006/relationships/diagramColors" Target="../diagrams/colors7.xml"/><Relationship Id="rId5" Type="http://schemas.openxmlformats.org/officeDocument/2006/relationships/diagramQuickStyle" Target="../diagrams/quickStyle7.xml"/><Relationship Id="rId4" Type="http://schemas.openxmlformats.org/officeDocument/2006/relationships/diagramLayout" Target="../diagrams/layout7.xml"/></Relationships>
</file>

<file path=ppt/slides/_rels/slide32.xml.rels><?xml version="1.0" encoding="UTF-8" standalone="yes"?>
<Relationships xmlns="http://schemas.openxmlformats.org/package/2006/relationships"><Relationship Id="rId2" Type="http://schemas.openxmlformats.org/officeDocument/2006/relationships/image" Target="../media/image42.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43.emf"/><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diagramData" Target="../diagrams/data8.xml"/><Relationship Id="rId7" Type="http://schemas.microsoft.com/office/2007/relationships/diagramDrawing" Target="../diagrams/drawing8.xml"/><Relationship Id="rId2" Type="http://schemas.openxmlformats.org/officeDocument/2006/relationships/notesSlide" Target="../notesSlides/notesSlide18.xml"/><Relationship Id="rId1" Type="http://schemas.openxmlformats.org/officeDocument/2006/relationships/slideLayout" Target="../slideLayouts/slideLayout2.xml"/><Relationship Id="rId6" Type="http://schemas.openxmlformats.org/officeDocument/2006/relationships/diagramColors" Target="../diagrams/colors8.xml"/><Relationship Id="rId5" Type="http://schemas.openxmlformats.org/officeDocument/2006/relationships/diagramQuickStyle" Target="../diagrams/quickStyle8.xml"/><Relationship Id="rId4" Type="http://schemas.openxmlformats.org/officeDocument/2006/relationships/diagramLayout" Target="../diagrams/layout8.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3" Type="http://schemas.openxmlformats.org/officeDocument/2006/relationships/image" Target="../media/image45.jpeg"/><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40.xml.rels><?xml version="1.0" encoding="UTF-8" standalone="yes"?>
<Relationships xmlns="http://schemas.openxmlformats.org/package/2006/relationships"><Relationship Id="rId3" Type="http://schemas.openxmlformats.org/officeDocument/2006/relationships/image" Target="../media/image46.jpeg"/><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smtClean="0"/>
              <a:t>Jira Overview</a:t>
            </a:r>
            <a:endParaRPr lang="en-US" dirty="0"/>
          </a:p>
        </p:txBody>
      </p:sp>
      <p:sp>
        <p:nvSpPr>
          <p:cNvPr id="3" name="Subtitle 2"/>
          <p:cNvSpPr>
            <a:spLocks noGrp="1"/>
          </p:cNvSpPr>
          <p:nvPr>
            <p:ph type="subTitle" idx="1"/>
          </p:nvPr>
        </p:nvSpPr>
        <p:spPr/>
        <p:txBody>
          <a:bodyPr/>
          <a:lstStyle/>
          <a:p>
            <a:pPr algn="r"/>
            <a:r>
              <a:rPr lang="en-US" b="1" dirty="0" smtClean="0"/>
              <a:t>Le </a:t>
            </a:r>
            <a:r>
              <a:rPr lang="en-US" b="1" dirty="0" err="1" smtClean="0"/>
              <a:t>Thi</a:t>
            </a:r>
            <a:r>
              <a:rPr lang="en-US" b="1" dirty="0" smtClean="0"/>
              <a:t> Phuong </a:t>
            </a:r>
            <a:r>
              <a:rPr lang="en-US" b="1" dirty="0" err="1" smtClean="0"/>
              <a:t>Anh</a:t>
            </a:r>
            <a:endParaRPr lang="en-US" b="1" dirty="0" smtClean="0"/>
          </a:p>
          <a:p>
            <a:pPr algn="r"/>
            <a:r>
              <a:rPr lang="en-US" b="1" dirty="0" smtClean="0"/>
              <a:t>22-Jan-2014</a:t>
            </a:r>
            <a:endParaRPr lang="en-US" b="1" dirty="0"/>
          </a:p>
        </p:txBody>
      </p:sp>
    </p:spTree>
    <p:extLst>
      <p:ext uri="{BB962C8B-B14F-4D97-AF65-F5344CB8AC3E}">
        <p14:creationId xmlns:p14="http://schemas.microsoft.com/office/powerpoint/2010/main" val="3456068421"/>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Objective</a:t>
            </a:r>
            <a:endParaRPr lang="en-US" dirty="0"/>
          </a:p>
        </p:txBody>
      </p:sp>
      <p:sp>
        <p:nvSpPr>
          <p:cNvPr id="3" name="Content Placeholder 2"/>
          <p:cNvSpPr>
            <a:spLocks noGrp="1"/>
          </p:cNvSpPr>
          <p:nvPr>
            <p:ph idx="1"/>
          </p:nvPr>
        </p:nvSpPr>
        <p:spPr>
          <a:xfrm>
            <a:off x="857251" y="1862234"/>
            <a:ext cx="6686549" cy="3319366"/>
          </a:xfrm>
        </p:spPr>
        <p:txBody>
          <a:bodyPr/>
          <a:lstStyle/>
          <a:p>
            <a:pPr>
              <a:lnSpc>
                <a:spcPct val="150000"/>
              </a:lnSpc>
              <a:buFont typeface="Arial" panose="020B0604020202020204" pitchFamily="34" charset="0"/>
              <a:buChar char="•"/>
            </a:pPr>
            <a:r>
              <a:rPr lang="en-US" sz="2400" b="1" dirty="0" smtClean="0">
                <a:solidFill>
                  <a:schemeClr val="tx1"/>
                </a:solidFill>
              </a:rPr>
              <a:t>After presentation, audience can understand:</a:t>
            </a:r>
          </a:p>
          <a:p>
            <a:pPr marL="868680" lvl="2" indent="-457200">
              <a:lnSpc>
                <a:spcPct val="150000"/>
              </a:lnSpc>
              <a:buFont typeface="+mj-lt"/>
              <a:buAutoNum type="arabicPeriod"/>
            </a:pPr>
            <a:r>
              <a:rPr lang="en-US" sz="2000" b="1" dirty="0" smtClean="0">
                <a:solidFill>
                  <a:schemeClr val="tx1"/>
                </a:solidFill>
              </a:rPr>
              <a:t>Jira Basic</a:t>
            </a:r>
          </a:p>
          <a:p>
            <a:pPr marL="868680" lvl="2" indent="-457200">
              <a:lnSpc>
                <a:spcPct val="150000"/>
              </a:lnSpc>
              <a:buFont typeface="+mj-lt"/>
              <a:buAutoNum type="arabicPeriod"/>
            </a:pPr>
            <a:r>
              <a:rPr lang="en-US" sz="2000" b="1" dirty="0" smtClean="0">
                <a:solidFill>
                  <a:schemeClr val="tx1"/>
                </a:solidFill>
              </a:rPr>
              <a:t>How to work in Jira </a:t>
            </a:r>
          </a:p>
          <a:p>
            <a:pPr lvl="5">
              <a:lnSpc>
                <a:spcPct val="150000"/>
              </a:lnSpc>
              <a:buFont typeface="Arial" panose="020B0604020202020204" pitchFamily="34" charset="0"/>
              <a:buChar char="•"/>
            </a:pPr>
            <a:r>
              <a:rPr lang="en-US" sz="1800" b="1" dirty="0" smtClean="0">
                <a:solidFill>
                  <a:schemeClr val="tx1"/>
                </a:solidFill>
              </a:rPr>
              <a:t>Task Management </a:t>
            </a:r>
          </a:p>
          <a:p>
            <a:pPr lvl="5">
              <a:lnSpc>
                <a:spcPct val="150000"/>
              </a:lnSpc>
              <a:buFont typeface="Arial" panose="020B0604020202020204" pitchFamily="34" charset="0"/>
              <a:buChar char="•"/>
            </a:pPr>
            <a:r>
              <a:rPr lang="en-US" sz="1800" b="1" dirty="0" smtClean="0">
                <a:solidFill>
                  <a:schemeClr val="tx1"/>
                </a:solidFill>
              </a:rPr>
              <a:t>Bug Management</a:t>
            </a:r>
          </a:p>
          <a:p>
            <a:pPr marL="868680" lvl="2" indent="-457200">
              <a:lnSpc>
                <a:spcPct val="150000"/>
              </a:lnSpc>
              <a:buFont typeface="+mj-lt"/>
              <a:buAutoNum type="arabicPeriod"/>
            </a:pPr>
            <a:r>
              <a:rPr lang="en-US" sz="2000" b="1" dirty="0" smtClean="0">
                <a:solidFill>
                  <a:schemeClr val="tx1"/>
                </a:solidFill>
              </a:rPr>
              <a:t>How to create and use Jira dash board </a:t>
            </a:r>
          </a:p>
          <a:p>
            <a:pPr marL="34290" indent="0">
              <a:buNone/>
            </a:pPr>
            <a:endParaRPr lang="en-US" dirty="0"/>
          </a:p>
        </p:txBody>
      </p:sp>
      <p:pic>
        <p:nvPicPr>
          <p:cNvPr id="5" name="Picture 4"/>
          <p:cNvPicPr>
            <a:picLocks noChangeAspect="1"/>
          </p:cNvPicPr>
          <p:nvPr/>
        </p:nvPicPr>
        <p:blipFill>
          <a:blip r:embed="rId2"/>
          <a:stretch>
            <a:fillRect/>
          </a:stretch>
        </p:blipFill>
        <p:spPr>
          <a:xfrm>
            <a:off x="4565978" y="2493217"/>
            <a:ext cx="3886200" cy="2057400"/>
          </a:xfrm>
          <a:prstGeom prst="rect">
            <a:avLst/>
          </a:prstGeom>
        </p:spPr>
      </p:pic>
    </p:spTree>
    <p:extLst>
      <p:ext uri="{BB962C8B-B14F-4D97-AF65-F5344CB8AC3E}">
        <p14:creationId xmlns:p14="http://schemas.microsoft.com/office/powerpoint/2010/main" val="2838629744"/>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Agenda</a:t>
            </a:r>
            <a:endParaRPr lang="en-US" dirty="0"/>
          </a:p>
        </p:txBody>
      </p:sp>
      <p:graphicFrame>
        <p:nvGraphicFramePr>
          <p:cNvPr id="4" name="Content Placeholder 3"/>
          <p:cNvGraphicFramePr>
            <a:graphicFrameLocks noGrp="1"/>
          </p:cNvGraphicFramePr>
          <p:nvPr>
            <p:ph idx="1"/>
            <p:extLst/>
          </p:nvPr>
        </p:nvGraphicFramePr>
        <p:xfrm>
          <a:off x="857250" y="2057400"/>
          <a:ext cx="7404100" cy="403860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1752973276"/>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Agenda</a:t>
            </a:r>
            <a:endParaRPr lang="en-US" dirty="0"/>
          </a:p>
        </p:txBody>
      </p:sp>
      <p:graphicFrame>
        <p:nvGraphicFramePr>
          <p:cNvPr id="4" name="Content Placeholder 3"/>
          <p:cNvGraphicFramePr>
            <a:graphicFrameLocks noGrp="1"/>
          </p:cNvGraphicFramePr>
          <p:nvPr>
            <p:ph idx="1"/>
            <p:extLst>
              <p:ext uri="{D42A27DB-BD31-4B8C-83A1-F6EECF244321}">
                <p14:modId xmlns:p14="http://schemas.microsoft.com/office/powerpoint/2010/main" val="121797655"/>
              </p:ext>
            </p:extLst>
          </p:nvPr>
        </p:nvGraphicFramePr>
        <p:xfrm>
          <a:off x="857250" y="2057400"/>
          <a:ext cx="7404100" cy="403860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814145477"/>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What is Jira?</a:t>
            </a:r>
            <a:endParaRPr lang="en-US" dirty="0"/>
          </a:p>
        </p:txBody>
      </p:sp>
      <p:pic>
        <p:nvPicPr>
          <p:cNvPr id="6" name="Picture 5"/>
          <p:cNvPicPr>
            <a:picLocks noChangeAspect="1"/>
          </p:cNvPicPr>
          <p:nvPr/>
        </p:nvPicPr>
        <p:blipFill>
          <a:blip r:embed="rId3"/>
          <a:stretch>
            <a:fillRect/>
          </a:stretch>
        </p:blipFill>
        <p:spPr>
          <a:xfrm>
            <a:off x="444500" y="1828800"/>
            <a:ext cx="3505200" cy="3810000"/>
          </a:xfrm>
          <a:prstGeom prst="rect">
            <a:avLst/>
          </a:prstGeom>
        </p:spPr>
      </p:pic>
      <p:pic>
        <p:nvPicPr>
          <p:cNvPr id="7" name="Picture 6"/>
          <p:cNvPicPr>
            <a:picLocks noChangeAspect="1"/>
          </p:cNvPicPr>
          <p:nvPr/>
        </p:nvPicPr>
        <p:blipFill>
          <a:blip r:embed="rId4"/>
          <a:stretch>
            <a:fillRect/>
          </a:stretch>
        </p:blipFill>
        <p:spPr>
          <a:xfrm>
            <a:off x="6019800" y="2286000"/>
            <a:ext cx="2667000" cy="2895600"/>
          </a:xfrm>
          <a:prstGeom prst="rect">
            <a:avLst/>
          </a:prstGeom>
        </p:spPr>
      </p:pic>
      <p:sp>
        <p:nvSpPr>
          <p:cNvPr id="8" name="Plus 7"/>
          <p:cNvSpPr/>
          <p:nvPr/>
        </p:nvSpPr>
        <p:spPr>
          <a:xfrm>
            <a:off x="4724400" y="2743200"/>
            <a:ext cx="685800" cy="914400"/>
          </a:xfrm>
          <a:prstGeom prst="mathPlus">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p:cNvSpPr/>
          <p:nvPr/>
        </p:nvSpPr>
        <p:spPr>
          <a:xfrm>
            <a:off x="444500" y="5791200"/>
            <a:ext cx="3136900" cy="307777"/>
          </a:xfrm>
          <a:prstGeom prst="rect">
            <a:avLst/>
          </a:prstGeom>
          <a:noFill/>
        </p:spPr>
        <p:txBody>
          <a:bodyPr wrap="square" lIns="91440" tIns="45720" rIns="91440" bIns="45720">
            <a:spAutoFit/>
          </a:bodyPr>
          <a:lstStyle/>
          <a:p>
            <a:pPr algn="ctr"/>
            <a:r>
              <a:rPr lang="en-US" sz="1400" dirty="0" smtClean="0">
                <a:ln w="0"/>
                <a:effectLst>
                  <a:outerShdw blurRad="38100" dist="19050" dir="2700000" algn="tl" rotWithShape="0">
                    <a:schemeClr val="dk1">
                      <a:alpha val="40000"/>
                    </a:schemeClr>
                  </a:outerShdw>
                </a:effectLst>
              </a:rPr>
              <a:t>Project </a:t>
            </a:r>
            <a:r>
              <a:rPr lang="en-US" sz="1400" dirty="0" smtClean="0">
                <a:ln w="0"/>
                <a:effectLst>
                  <a:outerShdw blurRad="38100" dist="19050" dir="2700000" algn="tl" rotWithShape="0">
                    <a:schemeClr val="dk1">
                      <a:alpha val="40000"/>
                    </a:schemeClr>
                  </a:outerShdw>
                </a:effectLst>
              </a:rPr>
              <a:t>Tracking system</a:t>
            </a:r>
            <a:endParaRPr lang="en-US" sz="1400" b="0" cap="none" spc="0" dirty="0">
              <a:ln w="0"/>
              <a:solidFill>
                <a:schemeClr val="tx1"/>
              </a:solidFill>
              <a:effectLst>
                <a:outerShdw blurRad="38100" dist="19050" dir="2700000" algn="tl" rotWithShape="0">
                  <a:schemeClr val="dk1">
                    <a:alpha val="40000"/>
                  </a:schemeClr>
                </a:outerShdw>
              </a:effectLst>
            </a:endParaRPr>
          </a:p>
        </p:txBody>
      </p:sp>
      <p:sp>
        <p:nvSpPr>
          <p:cNvPr id="12" name="Rectangle 11"/>
          <p:cNvSpPr/>
          <p:nvPr/>
        </p:nvSpPr>
        <p:spPr>
          <a:xfrm>
            <a:off x="5632450" y="5741777"/>
            <a:ext cx="3136900" cy="307777"/>
          </a:xfrm>
          <a:prstGeom prst="rect">
            <a:avLst/>
          </a:prstGeom>
          <a:noFill/>
        </p:spPr>
        <p:txBody>
          <a:bodyPr wrap="square" lIns="91440" tIns="45720" rIns="91440" bIns="45720">
            <a:spAutoFit/>
          </a:bodyPr>
          <a:lstStyle/>
          <a:p>
            <a:pPr algn="ctr"/>
            <a:r>
              <a:rPr lang="en-US" sz="1400" dirty="0" smtClean="0">
                <a:ln w="0"/>
                <a:effectLst>
                  <a:outerShdw blurRad="38100" dist="19050" dir="2700000" algn="tl" rotWithShape="0">
                    <a:schemeClr val="dk1">
                      <a:alpha val="40000"/>
                    </a:schemeClr>
                  </a:outerShdw>
                </a:effectLst>
              </a:rPr>
              <a:t>Issues </a:t>
            </a:r>
            <a:r>
              <a:rPr lang="en-US" sz="1400" dirty="0" smtClean="0">
                <a:ln w="0"/>
                <a:effectLst>
                  <a:outerShdw blurRad="38100" dist="19050" dir="2700000" algn="tl" rotWithShape="0">
                    <a:schemeClr val="dk1">
                      <a:alpha val="40000"/>
                    </a:schemeClr>
                  </a:outerShdw>
                </a:effectLst>
              </a:rPr>
              <a:t>Tracking System</a:t>
            </a:r>
            <a:endParaRPr lang="en-US" sz="1400" b="0" cap="none" spc="0" dirty="0">
              <a:ln w="0"/>
              <a:solidFill>
                <a:schemeClr val="tx1"/>
              </a:solidFill>
              <a:effectLst>
                <a:outerShdw blurRad="38100" dist="19050" dir="2700000" algn="tl" rotWithShape="0">
                  <a:schemeClr val="dk1">
                    <a:alpha val="40000"/>
                  </a:schemeClr>
                </a:outerShdw>
              </a:effectLst>
            </a:endParaRPr>
          </a:p>
        </p:txBody>
      </p:sp>
    </p:spTree>
    <p:extLst>
      <p:ext uri="{BB962C8B-B14F-4D97-AF65-F5344CB8AC3E}">
        <p14:creationId xmlns:p14="http://schemas.microsoft.com/office/powerpoint/2010/main" val="414581495"/>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 name="Рисунок 9" descr="womanlightbulb.jpg"/>
          <p:cNvPicPr>
            <a:picLocks noChangeAspect="1"/>
          </p:cNvPicPr>
          <p:nvPr/>
        </p:nvPicPr>
        <p:blipFill>
          <a:blip r:embed="rId3" cstate="print"/>
          <a:srcRect l="12964" r="12964"/>
          <a:stretch>
            <a:fillRect/>
          </a:stretch>
        </p:blipFill>
        <p:spPr>
          <a:xfrm rot="396141">
            <a:off x="650834" y="1075238"/>
            <a:ext cx="4206240" cy="4206240"/>
          </a:xfrm>
          <a:prstGeom prst="rect">
            <a:avLst/>
          </a:prstGeom>
          <a:solidFill>
            <a:schemeClr val="bg2">
              <a:shade val="50000"/>
            </a:schemeClr>
          </a:solidFill>
          <a:ln w="107950">
            <a:solidFill>
              <a:schemeClr val="tx2">
                <a:lumMod val="40000"/>
                <a:lumOff val="60000"/>
              </a:schemeClr>
            </a:solidFill>
            <a:miter lim="800000"/>
          </a:ln>
          <a:effectLst>
            <a:outerShdw blurRad="44450" dist="3810" dir="5400000" algn="tl" rotWithShape="0">
              <a:srgbClr val="000000">
                <a:alpha val="60000"/>
              </a:srgbClr>
            </a:outerShdw>
          </a:effectLst>
          <a:scene3d>
            <a:camera prst="orthographicFront"/>
            <a:lightRig rig="threePt" dir="t"/>
          </a:scene3d>
          <a:sp3d contourW="3810">
            <a:contourClr>
              <a:srgbClr val="969696"/>
            </a:contourClr>
          </a:sp3d>
        </p:spPr>
      </p:pic>
      <p:pic>
        <p:nvPicPr>
          <p:cNvPr id="15" name="Рисунок 9" descr="womanlightbulb.jpg"/>
          <p:cNvPicPr>
            <a:picLocks noChangeAspect="1"/>
          </p:cNvPicPr>
          <p:nvPr/>
        </p:nvPicPr>
        <p:blipFill>
          <a:blip r:embed="rId3" cstate="print"/>
          <a:srcRect l="12964" r="12964"/>
          <a:stretch>
            <a:fillRect/>
          </a:stretch>
        </p:blipFill>
        <p:spPr>
          <a:xfrm rot="923788">
            <a:off x="697176" y="1054375"/>
            <a:ext cx="4206240" cy="4206240"/>
          </a:xfrm>
          <a:prstGeom prst="rect">
            <a:avLst/>
          </a:prstGeom>
          <a:solidFill>
            <a:srgbClr val="FFFFFF">
              <a:shade val="85000"/>
            </a:srgbClr>
          </a:solidFill>
          <a:ln w="190500" cap="rnd">
            <a:solidFill>
              <a:schemeClr val="tx2">
                <a:lumMod val="40000"/>
                <a:lumOff val="60000"/>
              </a:schemeClr>
            </a:solidFill>
          </a:ln>
          <a:effectLst>
            <a:outerShdw blurRad="50000" algn="tl" rotWithShape="0">
              <a:srgbClr val="000000">
                <a:alpha val="41000"/>
              </a:srgbClr>
            </a:outerShdw>
          </a:effectLst>
          <a:scene3d>
            <a:camera prst="orthographicFront"/>
            <a:lightRig rig="twoPt" dir="t">
              <a:rot lat="0" lon="0" rev="7800000"/>
            </a:lightRig>
          </a:scene3d>
          <a:sp3d contourW="6350">
            <a:bevelT w="50800" h="16510"/>
            <a:contourClr>
              <a:srgbClr val="C0C0C0"/>
            </a:contourClr>
          </a:sp3d>
        </p:spPr>
      </p:pic>
      <p:sp>
        <p:nvSpPr>
          <p:cNvPr id="16" name="TextBox 15"/>
          <p:cNvSpPr txBox="1"/>
          <p:nvPr/>
        </p:nvSpPr>
        <p:spPr>
          <a:xfrm>
            <a:off x="5386311" y="2667000"/>
            <a:ext cx="3324220" cy="1384995"/>
          </a:xfrm>
          <a:prstGeom prst="rect">
            <a:avLst/>
          </a:prstGeom>
          <a:noFill/>
        </p:spPr>
        <p:txBody>
          <a:bodyPr wrap="square" rtlCol="0">
            <a:spAutoFit/>
          </a:bodyPr>
          <a:lstStyle/>
          <a:p>
            <a:pPr lvl="0"/>
            <a:r>
              <a:rPr lang="en-US" sz="5400" b="1" dirty="0" smtClean="0">
                <a:solidFill>
                  <a:schemeClr val="tx2"/>
                </a:solidFill>
              </a:rPr>
              <a:t>Why Jira?</a:t>
            </a:r>
            <a:endParaRPr lang="ru-RU" sz="5400" b="1" dirty="0" smtClean="0">
              <a:solidFill>
                <a:schemeClr val="tx2"/>
              </a:solidFill>
            </a:endParaRPr>
          </a:p>
          <a:p>
            <a:r>
              <a:rPr lang="ru-RU" sz="3000" b="1" dirty="0" smtClean="0">
                <a:solidFill>
                  <a:schemeClr val="tx2"/>
                </a:solidFill>
              </a:rPr>
              <a:t> </a:t>
            </a:r>
            <a:endParaRPr lang="en-US" sz="3000" b="1" dirty="0">
              <a:solidFill>
                <a:schemeClr val="tx2"/>
              </a:solidFill>
            </a:endParaRPr>
          </a:p>
        </p:txBody>
      </p:sp>
    </p:spTree>
    <p:extLst>
      <p:ext uri="{BB962C8B-B14F-4D97-AF65-F5344CB8AC3E}">
        <p14:creationId xmlns:p14="http://schemas.microsoft.com/office/powerpoint/2010/main" val="479083055"/>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Search and Reporting</a:t>
            </a:r>
            <a:endParaRPr lang="en-US" dirty="0"/>
          </a:p>
        </p:txBody>
      </p:sp>
      <p:sp>
        <p:nvSpPr>
          <p:cNvPr id="3" name="Content Placeholder 2"/>
          <p:cNvSpPr>
            <a:spLocks noGrp="1"/>
          </p:cNvSpPr>
          <p:nvPr>
            <p:ph idx="1"/>
          </p:nvPr>
        </p:nvSpPr>
        <p:spPr>
          <a:xfrm>
            <a:off x="685800" y="1548674"/>
            <a:ext cx="8153400" cy="4038600"/>
          </a:xfrm>
        </p:spPr>
        <p:txBody>
          <a:bodyPr>
            <a:normAutofit/>
          </a:bodyPr>
          <a:lstStyle/>
          <a:p>
            <a:r>
              <a:rPr lang="en-US" sz="2200" b="1" dirty="0" smtClean="0">
                <a:solidFill>
                  <a:schemeClr val="tx1"/>
                </a:solidFill>
              </a:rPr>
              <a:t> Find precisely what you  are looking for in second</a:t>
            </a:r>
          </a:p>
          <a:p>
            <a:r>
              <a:rPr lang="en-US" sz="2200" b="1" dirty="0">
                <a:solidFill>
                  <a:schemeClr val="tx1"/>
                </a:solidFill>
              </a:rPr>
              <a:t> </a:t>
            </a:r>
            <a:r>
              <a:rPr lang="en-US" sz="2200" b="1" dirty="0" smtClean="0">
                <a:solidFill>
                  <a:schemeClr val="tx1"/>
                </a:solidFill>
              </a:rPr>
              <a:t>Search can be save as filter and reused</a:t>
            </a:r>
          </a:p>
          <a:p>
            <a:r>
              <a:rPr lang="en-US" sz="2200" b="1" dirty="0" smtClean="0">
                <a:solidFill>
                  <a:schemeClr val="tx1"/>
                </a:solidFill>
              </a:rPr>
              <a:t> Powerful and Flexible searching</a:t>
            </a:r>
          </a:p>
          <a:p>
            <a:r>
              <a:rPr lang="en-US" sz="2200" b="1" dirty="0" smtClean="0">
                <a:solidFill>
                  <a:schemeClr val="tx1"/>
                </a:solidFill>
              </a:rPr>
              <a:t> Support searching of customized field too</a:t>
            </a:r>
          </a:p>
          <a:p>
            <a:endParaRPr lang="en-US" sz="2800" dirty="0" smtClean="0"/>
          </a:p>
          <a:p>
            <a:pPr marL="34290" indent="0">
              <a:buNone/>
            </a:pPr>
            <a:endParaRPr lang="en-US" sz="2800" dirty="0"/>
          </a:p>
        </p:txBody>
      </p:sp>
      <p:pic>
        <p:nvPicPr>
          <p:cNvPr id="5" name="Picture 4"/>
          <p:cNvPicPr>
            <a:picLocks noChangeAspect="1"/>
          </p:cNvPicPr>
          <p:nvPr/>
        </p:nvPicPr>
        <p:blipFill>
          <a:blip r:embed="rId3"/>
          <a:stretch>
            <a:fillRect/>
          </a:stretch>
        </p:blipFill>
        <p:spPr>
          <a:xfrm>
            <a:off x="1081677" y="3556168"/>
            <a:ext cx="2209800" cy="2628900"/>
          </a:xfrm>
          <a:prstGeom prst="rect">
            <a:avLst/>
          </a:prstGeom>
        </p:spPr>
      </p:pic>
      <p:pic>
        <p:nvPicPr>
          <p:cNvPr id="6" name="Picture 5"/>
          <p:cNvPicPr>
            <a:picLocks noChangeAspect="1"/>
          </p:cNvPicPr>
          <p:nvPr/>
        </p:nvPicPr>
        <p:blipFill>
          <a:blip r:embed="rId4"/>
          <a:stretch>
            <a:fillRect/>
          </a:stretch>
        </p:blipFill>
        <p:spPr>
          <a:xfrm>
            <a:off x="3769813" y="3556168"/>
            <a:ext cx="4591050" cy="2628900"/>
          </a:xfrm>
          <a:prstGeom prst="rect">
            <a:avLst/>
          </a:prstGeom>
        </p:spPr>
      </p:pic>
    </p:spTree>
    <p:extLst>
      <p:ext uri="{BB962C8B-B14F-4D97-AF65-F5344CB8AC3E}">
        <p14:creationId xmlns:p14="http://schemas.microsoft.com/office/powerpoint/2010/main" val="2150513808"/>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33400" y="320608"/>
            <a:ext cx="7730490" cy="1356360"/>
          </a:xfrm>
        </p:spPr>
        <p:txBody>
          <a:bodyPr/>
          <a:lstStyle/>
          <a:p>
            <a:r>
              <a:rPr lang="en-US" dirty="0"/>
              <a:t>Customizable </a:t>
            </a:r>
            <a:r>
              <a:rPr lang="en-US" dirty="0" smtClean="0"/>
              <a:t>Work Flow and Fields</a:t>
            </a:r>
            <a:endParaRPr lang="en-US" dirty="0"/>
          </a:p>
        </p:txBody>
      </p:sp>
      <p:pic>
        <p:nvPicPr>
          <p:cNvPr id="4" name="Picture 3"/>
          <p:cNvPicPr>
            <a:picLocks noChangeAspect="1"/>
          </p:cNvPicPr>
          <p:nvPr/>
        </p:nvPicPr>
        <p:blipFill>
          <a:blip r:embed="rId3"/>
          <a:stretch>
            <a:fillRect/>
          </a:stretch>
        </p:blipFill>
        <p:spPr>
          <a:xfrm>
            <a:off x="346011" y="2617886"/>
            <a:ext cx="969348" cy="969348"/>
          </a:xfrm>
          <a:prstGeom prst="rect">
            <a:avLst/>
          </a:prstGeom>
        </p:spPr>
      </p:pic>
      <p:sp>
        <p:nvSpPr>
          <p:cNvPr id="5" name="TextBox 4"/>
          <p:cNvSpPr txBox="1"/>
          <p:nvPr/>
        </p:nvSpPr>
        <p:spPr>
          <a:xfrm>
            <a:off x="346011" y="3587234"/>
            <a:ext cx="1648926" cy="307777"/>
          </a:xfrm>
          <a:prstGeom prst="rect">
            <a:avLst/>
          </a:prstGeom>
          <a:noFill/>
        </p:spPr>
        <p:txBody>
          <a:bodyPr wrap="square" rtlCol="0">
            <a:spAutoFit/>
          </a:bodyPr>
          <a:lstStyle/>
          <a:p>
            <a:r>
              <a:rPr lang="en-US" sz="1400" b="1" dirty="0" smtClean="0"/>
              <a:t>Testing Bug</a:t>
            </a:r>
            <a:endParaRPr lang="en-US" sz="1400" b="1" dirty="0"/>
          </a:p>
        </p:txBody>
      </p:sp>
      <p:pic>
        <p:nvPicPr>
          <p:cNvPr id="6" name="Picture 5"/>
          <p:cNvPicPr>
            <a:picLocks noChangeAspect="1"/>
          </p:cNvPicPr>
          <p:nvPr/>
        </p:nvPicPr>
        <p:blipFill>
          <a:blip r:embed="rId4"/>
          <a:stretch>
            <a:fillRect/>
          </a:stretch>
        </p:blipFill>
        <p:spPr>
          <a:xfrm>
            <a:off x="1799027" y="2332911"/>
            <a:ext cx="2085975" cy="3124200"/>
          </a:xfrm>
          <a:prstGeom prst="rect">
            <a:avLst/>
          </a:prstGeom>
        </p:spPr>
      </p:pic>
      <p:pic>
        <p:nvPicPr>
          <p:cNvPr id="7" name="Picture 6"/>
          <p:cNvPicPr>
            <a:picLocks noChangeAspect="1"/>
          </p:cNvPicPr>
          <p:nvPr/>
        </p:nvPicPr>
        <p:blipFill>
          <a:blip r:embed="rId5"/>
          <a:stretch>
            <a:fillRect/>
          </a:stretch>
        </p:blipFill>
        <p:spPr>
          <a:xfrm>
            <a:off x="4083829" y="2107256"/>
            <a:ext cx="4821776" cy="4369744"/>
          </a:xfrm>
          <a:prstGeom prst="rect">
            <a:avLst/>
          </a:prstGeom>
        </p:spPr>
      </p:pic>
      <p:cxnSp>
        <p:nvCxnSpPr>
          <p:cNvPr id="10" name="Straight Connector 9"/>
          <p:cNvCxnSpPr/>
          <p:nvPr/>
        </p:nvCxnSpPr>
        <p:spPr>
          <a:xfrm>
            <a:off x="1600200" y="1976976"/>
            <a:ext cx="0" cy="4282440"/>
          </a:xfrm>
          <a:prstGeom prst="line">
            <a:avLst/>
          </a:prstGeom>
        </p:spPr>
        <p:style>
          <a:lnRef idx="1">
            <a:schemeClr val="accent1"/>
          </a:lnRef>
          <a:fillRef idx="0">
            <a:schemeClr val="accent1"/>
          </a:fillRef>
          <a:effectRef idx="0">
            <a:schemeClr val="accent1"/>
          </a:effectRef>
          <a:fontRef idx="minor">
            <a:schemeClr val="tx1"/>
          </a:fontRef>
        </p:style>
      </p:cxnSp>
      <p:cxnSp>
        <p:nvCxnSpPr>
          <p:cNvPr id="11" name="Straight Connector 10"/>
          <p:cNvCxnSpPr/>
          <p:nvPr/>
        </p:nvCxnSpPr>
        <p:spPr>
          <a:xfrm>
            <a:off x="3961202" y="2036607"/>
            <a:ext cx="0" cy="4282440"/>
          </a:xfrm>
          <a:prstGeom prst="line">
            <a:avLst/>
          </a:prstGeom>
        </p:spPr>
        <p:style>
          <a:lnRef idx="1">
            <a:schemeClr val="accent1"/>
          </a:lnRef>
          <a:fillRef idx="0">
            <a:schemeClr val="accent1"/>
          </a:fillRef>
          <a:effectRef idx="0">
            <a:schemeClr val="accent1"/>
          </a:effectRef>
          <a:fontRef idx="minor">
            <a:schemeClr val="tx1"/>
          </a:fontRef>
        </p:style>
      </p:cxnSp>
      <p:sp>
        <p:nvSpPr>
          <p:cNvPr id="12" name="TextBox 11"/>
          <p:cNvSpPr txBox="1"/>
          <p:nvPr/>
        </p:nvSpPr>
        <p:spPr>
          <a:xfrm>
            <a:off x="267609" y="1638642"/>
            <a:ext cx="1482789" cy="369332"/>
          </a:xfrm>
          <a:prstGeom prst="rect">
            <a:avLst/>
          </a:prstGeom>
          <a:noFill/>
        </p:spPr>
        <p:txBody>
          <a:bodyPr wrap="square" rtlCol="0">
            <a:spAutoFit/>
          </a:bodyPr>
          <a:lstStyle/>
          <a:p>
            <a:r>
              <a:rPr lang="en-US" b="1" dirty="0" smtClean="0">
                <a:solidFill>
                  <a:srgbClr val="0070C0"/>
                </a:solidFill>
              </a:rPr>
              <a:t>Issues Type</a:t>
            </a:r>
            <a:endParaRPr lang="en-US" b="1" dirty="0">
              <a:solidFill>
                <a:srgbClr val="0070C0"/>
              </a:solidFill>
            </a:endParaRPr>
          </a:p>
        </p:txBody>
      </p:sp>
      <p:sp>
        <p:nvSpPr>
          <p:cNvPr id="13" name="TextBox 12"/>
          <p:cNvSpPr txBox="1"/>
          <p:nvPr/>
        </p:nvSpPr>
        <p:spPr>
          <a:xfrm>
            <a:off x="1971869" y="1663571"/>
            <a:ext cx="1482789" cy="369332"/>
          </a:xfrm>
          <a:prstGeom prst="rect">
            <a:avLst/>
          </a:prstGeom>
          <a:noFill/>
        </p:spPr>
        <p:txBody>
          <a:bodyPr wrap="square" rtlCol="0">
            <a:spAutoFit/>
          </a:bodyPr>
          <a:lstStyle/>
          <a:p>
            <a:r>
              <a:rPr lang="en-US" b="1" dirty="0" smtClean="0">
                <a:solidFill>
                  <a:srgbClr val="0070C0"/>
                </a:solidFill>
              </a:rPr>
              <a:t>Work Flow</a:t>
            </a:r>
            <a:endParaRPr lang="en-US" b="1" dirty="0">
              <a:solidFill>
                <a:srgbClr val="0070C0"/>
              </a:solidFill>
            </a:endParaRPr>
          </a:p>
        </p:txBody>
      </p:sp>
      <p:sp>
        <p:nvSpPr>
          <p:cNvPr id="14" name="TextBox 13"/>
          <p:cNvSpPr txBox="1"/>
          <p:nvPr/>
        </p:nvSpPr>
        <p:spPr>
          <a:xfrm>
            <a:off x="5367189" y="1618369"/>
            <a:ext cx="1981200" cy="369332"/>
          </a:xfrm>
          <a:prstGeom prst="rect">
            <a:avLst/>
          </a:prstGeom>
          <a:noFill/>
        </p:spPr>
        <p:txBody>
          <a:bodyPr wrap="square" rtlCol="0">
            <a:spAutoFit/>
          </a:bodyPr>
          <a:lstStyle/>
          <a:p>
            <a:r>
              <a:rPr lang="en-US" b="1" dirty="0" smtClean="0">
                <a:solidFill>
                  <a:srgbClr val="0070C0"/>
                </a:solidFill>
              </a:rPr>
              <a:t>Field and Screen</a:t>
            </a:r>
            <a:endParaRPr lang="en-US" b="1" dirty="0">
              <a:solidFill>
                <a:srgbClr val="0070C0"/>
              </a:solidFill>
            </a:endParaRPr>
          </a:p>
        </p:txBody>
      </p:sp>
    </p:spTree>
    <p:extLst>
      <p:ext uri="{BB962C8B-B14F-4D97-AF65-F5344CB8AC3E}">
        <p14:creationId xmlns:p14="http://schemas.microsoft.com/office/powerpoint/2010/main" val="3827804543"/>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Dash Board</a:t>
            </a:r>
            <a:endParaRPr lang="en-US" dirty="0"/>
          </a:p>
        </p:txBody>
      </p:sp>
      <p:sp>
        <p:nvSpPr>
          <p:cNvPr id="3" name="Content Placeholder 2"/>
          <p:cNvSpPr>
            <a:spLocks noGrp="1"/>
          </p:cNvSpPr>
          <p:nvPr>
            <p:ph idx="1"/>
          </p:nvPr>
        </p:nvSpPr>
        <p:spPr>
          <a:xfrm>
            <a:off x="846758" y="1371600"/>
            <a:ext cx="7404653" cy="4038600"/>
          </a:xfrm>
        </p:spPr>
        <p:txBody>
          <a:bodyPr/>
          <a:lstStyle/>
          <a:p>
            <a:r>
              <a:rPr lang="en-US" b="1" dirty="0">
                <a:solidFill>
                  <a:schemeClr val="tx1"/>
                </a:solidFill>
              </a:rPr>
              <a:t>A </a:t>
            </a:r>
            <a:r>
              <a:rPr lang="en-US" b="1" i="1" dirty="0">
                <a:solidFill>
                  <a:schemeClr val="tx1"/>
                </a:solidFill>
              </a:rPr>
              <a:t>dash board</a:t>
            </a:r>
            <a:r>
              <a:rPr lang="en-US" b="1" dirty="0">
                <a:solidFill>
                  <a:schemeClr val="tx1"/>
                </a:solidFill>
              </a:rPr>
              <a:t> is a collection of gadgets that display information of interest to </a:t>
            </a:r>
            <a:r>
              <a:rPr lang="en-US" b="1" dirty="0" smtClean="0">
                <a:solidFill>
                  <a:schemeClr val="tx1"/>
                </a:solidFill>
              </a:rPr>
              <a:t>you</a:t>
            </a:r>
            <a:endParaRPr lang="en-US" b="1" dirty="0">
              <a:solidFill>
                <a:schemeClr val="tx1"/>
              </a:solidFill>
            </a:endParaRPr>
          </a:p>
        </p:txBody>
      </p:sp>
      <p:pic>
        <p:nvPicPr>
          <p:cNvPr id="4" name="Picture 3"/>
          <p:cNvPicPr>
            <a:picLocks noChangeAspect="1"/>
          </p:cNvPicPr>
          <p:nvPr/>
        </p:nvPicPr>
        <p:blipFill>
          <a:blip r:embed="rId3"/>
          <a:stretch>
            <a:fillRect/>
          </a:stretch>
        </p:blipFill>
        <p:spPr>
          <a:xfrm>
            <a:off x="548584" y="2133600"/>
            <a:ext cx="8001000" cy="4343400"/>
          </a:xfrm>
          <a:prstGeom prst="rect">
            <a:avLst/>
          </a:prstGeom>
        </p:spPr>
      </p:pic>
    </p:spTree>
    <p:extLst>
      <p:ext uri="{BB962C8B-B14F-4D97-AF65-F5344CB8AC3E}">
        <p14:creationId xmlns:p14="http://schemas.microsoft.com/office/powerpoint/2010/main" val="452780870"/>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Agile Development</a:t>
            </a:r>
            <a:r>
              <a:rPr lang="en-US" b="1" dirty="0">
                <a:solidFill>
                  <a:schemeClr val="accent4">
                    <a:lumMod val="50000"/>
                  </a:schemeClr>
                </a:solidFill>
                <a:latin typeface="Calibri" panose="020F0502020204030204" pitchFamily="34" charset="0"/>
              </a:rPr>
              <a:t/>
            </a:r>
            <a:br>
              <a:rPr lang="en-US" b="1" dirty="0">
                <a:solidFill>
                  <a:schemeClr val="accent4">
                    <a:lumMod val="50000"/>
                  </a:schemeClr>
                </a:solidFill>
                <a:latin typeface="Calibri" panose="020F0502020204030204" pitchFamily="34" charset="0"/>
              </a:rPr>
            </a:br>
            <a:endParaRPr lang="en-US" dirty="0"/>
          </a:p>
        </p:txBody>
      </p:sp>
      <p:pic>
        <p:nvPicPr>
          <p:cNvPr id="4" name="Picture 2" descr="http://image.slidesharecdn.com/jira-greenhopper-1226081764877776-8/95/slide-21-728.jpg?cb=122607460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20591" y="1219200"/>
            <a:ext cx="8305800" cy="49530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814576365"/>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Agenda</a:t>
            </a:r>
            <a:endParaRPr lang="en-US" dirty="0"/>
          </a:p>
        </p:txBody>
      </p:sp>
      <p:graphicFrame>
        <p:nvGraphicFramePr>
          <p:cNvPr id="4" name="Content Placeholder 3"/>
          <p:cNvGraphicFramePr>
            <a:graphicFrameLocks noGrp="1"/>
          </p:cNvGraphicFramePr>
          <p:nvPr>
            <p:ph idx="1"/>
            <p:extLst>
              <p:ext uri="{D42A27DB-BD31-4B8C-83A1-F6EECF244321}">
                <p14:modId xmlns:p14="http://schemas.microsoft.com/office/powerpoint/2010/main" val="351374030"/>
              </p:ext>
            </p:extLst>
          </p:nvPr>
        </p:nvGraphicFramePr>
        <p:xfrm>
          <a:off x="857250" y="2057400"/>
          <a:ext cx="7404100" cy="403860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803216367"/>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78" name="Rectangle 18"/>
          <p:cNvSpPr>
            <a:spLocks noChangeArrowheads="1"/>
          </p:cNvSpPr>
          <p:nvPr/>
        </p:nvSpPr>
        <p:spPr bwMode="auto">
          <a:xfrm>
            <a:off x="4474319" y="321521"/>
            <a:ext cx="4411804" cy="51800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nchor="ctr"/>
          <a:lstStyle/>
          <a:p>
            <a:pPr algn="r">
              <a:buClr>
                <a:srgbClr val="002154"/>
              </a:buClr>
              <a:tabLst>
                <a:tab pos="0" algn="l"/>
                <a:tab pos="643006" algn="l"/>
                <a:tab pos="1286012" algn="l"/>
                <a:tab pos="1929018" algn="l"/>
                <a:tab pos="2572024" algn="l"/>
                <a:tab pos="3215030" algn="l"/>
                <a:tab pos="3858036" algn="l"/>
                <a:tab pos="4501043" algn="l"/>
                <a:tab pos="5144049" algn="l"/>
                <a:tab pos="5787055" algn="l"/>
                <a:tab pos="6430061" algn="l"/>
                <a:tab pos="7073067" algn="l"/>
              </a:tabLst>
            </a:pPr>
            <a:r>
              <a:rPr lang="en-US" sz="3000">
                <a:solidFill>
                  <a:srgbClr val="002154"/>
                </a:solidFill>
                <a:latin typeface="Impact" charset="0"/>
                <a:ea typeface="ヒラギノ角ゴ ProN W3" charset="0"/>
                <a:cs typeface="ヒラギノ角ゴ ProN W3" charset="0"/>
              </a:rPr>
              <a:t>JIRA Concepts</a:t>
            </a:r>
          </a:p>
        </p:txBody>
      </p:sp>
      <p:grpSp>
        <p:nvGrpSpPr>
          <p:cNvPr id="2" name="Group 1"/>
          <p:cNvGrpSpPr/>
          <p:nvPr/>
        </p:nvGrpSpPr>
        <p:grpSpPr>
          <a:xfrm>
            <a:off x="801034" y="1066800"/>
            <a:ext cx="7809566" cy="4604475"/>
            <a:chOff x="350533" y="2072025"/>
            <a:chExt cx="8449633" cy="3599249"/>
          </a:xfrm>
        </p:grpSpPr>
        <p:sp>
          <p:nvSpPr>
            <p:cNvPr id="15362" name="AutoShape 2"/>
            <p:cNvSpPr>
              <a:spLocks noChangeArrowheads="1"/>
            </p:cNvSpPr>
            <p:nvPr/>
          </p:nvSpPr>
          <p:spPr bwMode="auto">
            <a:xfrm>
              <a:off x="1571817" y="2072025"/>
              <a:ext cx="7144622" cy="580524"/>
            </a:xfrm>
            <a:prstGeom prst="roundRect">
              <a:avLst>
                <a:gd name="adj" fmla="val 23074"/>
              </a:avLst>
            </a:prstGeom>
            <a:ln>
              <a:headEnd/>
              <a:tailEnd/>
            </a:ln>
          </p:spPr>
          <p:style>
            <a:lnRef idx="2">
              <a:schemeClr val="accent1">
                <a:shade val="50000"/>
              </a:schemeClr>
            </a:lnRef>
            <a:fillRef idx="1">
              <a:schemeClr val="accent1"/>
            </a:fillRef>
            <a:effectRef idx="0">
              <a:schemeClr val="accent1"/>
            </a:effectRef>
            <a:fontRef idx="minor">
              <a:schemeClr val="lt1"/>
            </a:fontRef>
          </p:style>
          <p:txBody>
            <a:bodyPr lIns="0" tIns="0" rIns="0" bIns="0" anchor="ctr"/>
            <a:lstStyle/>
            <a:p>
              <a:pPr algn="ctr">
                <a:buClr>
                  <a:srgbClr val="FFFFFF"/>
                </a:buClr>
                <a:tabLst>
                  <a:tab pos="0" algn="l"/>
                  <a:tab pos="643006" algn="l"/>
                  <a:tab pos="1286012" algn="l"/>
                  <a:tab pos="1929018" algn="l"/>
                  <a:tab pos="2572024" algn="l"/>
                  <a:tab pos="3215030" algn="l"/>
                  <a:tab pos="3858036" algn="l"/>
                  <a:tab pos="4501043" algn="l"/>
                  <a:tab pos="5144049" algn="l"/>
                  <a:tab pos="5787055" algn="l"/>
                  <a:tab pos="6430061" algn="l"/>
                  <a:tab pos="7073067" algn="l"/>
                  <a:tab pos="7126651" algn="l"/>
                </a:tabLst>
              </a:pPr>
              <a:r>
                <a:rPr lang="en-US" sz="2000">
                  <a:solidFill>
                    <a:schemeClr val="tx1"/>
                  </a:solidFill>
                  <a:effectLst>
                    <a:outerShdw blurRad="38100" dist="38100" dir="2700000" algn="tl">
                      <a:srgbClr val="000000"/>
                    </a:outerShdw>
                  </a:effectLst>
                  <a:latin typeface="Calibri" panose="020F0502020204030204" pitchFamily="34" charset="0"/>
                  <a:ea typeface="ヒラギノ角ゴ ProN W3" charset="0"/>
                  <a:cs typeface="ヒラギノ角ゴ ProN W3" charset="0"/>
                </a:rPr>
                <a:t>Projects</a:t>
              </a:r>
            </a:p>
          </p:txBody>
        </p:sp>
        <p:sp>
          <p:nvSpPr>
            <p:cNvPr id="15363" name="AutoShape 3"/>
            <p:cNvSpPr>
              <a:spLocks noChangeArrowheads="1"/>
            </p:cNvSpPr>
            <p:nvPr/>
          </p:nvSpPr>
          <p:spPr bwMode="auto">
            <a:xfrm>
              <a:off x="1580748" y="2750791"/>
              <a:ext cx="3197218" cy="580524"/>
            </a:xfrm>
            <a:prstGeom prst="roundRect">
              <a:avLst>
                <a:gd name="adj" fmla="val 23074"/>
              </a:avLst>
            </a:prstGeom>
            <a:ln>
              <a:headEnd/>
              <a:tailEnd/>
            </a:ln>
          </p:spPr>
          <p:style>
            <a:lnRef idx="2">
              <a:schemeClr val="accent1">
                <a:shade val="50000"/>
              </a:schemeClr>
            </a:lnRef>
            <a:fillRef idx="1">
              <a:schemeClr val="accent1"/>
            </a:fillRef>
            <a:effectRef idx="0">
              <a:schemeClr val="accent1"/>
            </a:effectRef>
            <a:fontRef idx="minor">
              <a:schemeClr val="lt1"/>
            </a:fontRef>
          </p:style>
          <p:txBody>
            <a:bodyPr lIns="0" tIns="0" rIns="0" bIns="0" anchor="ctr"/>
            <a:lstStyle/>
            <a:p>
              <a:pPr algn="ctr">
                <a:buClr>
                  <a:srgbClr val="FFFFFF"/>
                </a:buClr>
                <a:tabLst>
                  <a:tab pos="0" algn="l"/>
                  <a:tab pos="643006" algn="l"/>
                  <a:tab pos="1286012" algn="l"/>
                  <a:tab pos="1929018" algn="l"/>
                  <a:tab pos="2572024" algn="l"/>
                  <a:tab pos="3215030" algn="l"/>
                  <a:tab pos="3858036" algn="l"/>
                  <a:tab pos="4501043" algn="l"/>
                  <a:tab pos="5144049" algn="l"/>
                  <a:tab pos="5787055" algn="l"/>
                  <a:tab pos="6430061" algn="l"/>
                  <a:tab pos="7073067" algn="l"/>
                </a:tabLst>
              </a:pPr>
              <a:r>
                <a:rPr lang="en-US" dirty="0">
                  <a:solidFill>
                    <a:schemeClr val="tx1"/>
                  </a:solidFill>
                  <a:effectLst>
                    <a:outerShdw blurRad="38100" dist="38100" dir="2700000" algn="tl">
                      <a:srgbClr val="000000"/>
                    </a:outerShdw>
                  </a:effectLst>
                  <a:latin typeface="Calibri" panose="020F0502020204030204" pitchFamily="34" charset="0"/>
                  <a:ea typeface="ヒラギノ角ゴ ProN W3" charset="0"/>
                  <a:cs typeface="ヒラギノ角ゴ ProN W3" charset="0"/>
                </a:rPr>
                <a:t>Components (sub-section)</a:t>
              </a:r>
              <a:r>
                <a:rPr lang="ar-SA" dirty="0">
                  <a:solidFill>
                    <a:schemeClr val="tx1"/>
                  </a:solidFill>
                  <a:effectLst>
                    <a:outerShdw blurRad="38100" dist="38100" dir="2700000" algn="tl">
                      <a:srgbClr val="000000"/>
                    </a:outerShdw>
                  </a:effectLst>
                  <a:latin typeface="Calibri" panose="020F0502020204030204" pitchFamily="34" charset="0"/>
                  <a:cs typeface="Arial" charset="0"/>
                </a:rPr>
                <a:t>‏</a:t>
              </a:r>
              <a:endParaRPr lang="en-US" dirty="0">
                <a:solidFill>
                  <a:schemeClr val="tx1"/>
                </a:solidFill>
                <a:effectLst>
                  <a:outerShdw blurRad="38100" dist="38100" dir="2700000" algn="tl">
                    <a:srgbClr val="000000"/>
                  </a:outerShdw>
                </a:effectLst>
                <a:latin typeface="Calibri" panose="020F0502020204030204" pitchFamily="34" charset="0"/>
                <a:ea typeface="ヒラギノ角ゴ ProN W3" charset="0"/>
                <a:cs typeface="ヒラギノ角ゴ ProN W3" charset="0"/>
              </a:endParaRPr>
            </a:p>
          </p:txBody>
        </p:sp>
        <p:sp>
          <p:nvSpPr>
            <p:cNvPr id="15364" name="AutoShape 4"/>
            <p:cNvSpPr>
              <a:spLocks noChangeArrowheads="1"/>
            </p:cNvSpPr>
            <p:nvPr/>
          </p:nvSpPr>
          <p:spPr bwMode="auto">
            <a:xfrm>
              <a:off x="5510290" y="2750791"/>
              <a:ext cx="3197218" cy="580524"/>
            </a:xfrm>
            <a:prstGeom prst="roundRect">
              <a:avLst>
                <a:gd name="adj" fmla="val 23074"/>
              </a:avLst>
            </a:prstGeom>
            <a:ln>
              <a:headEnd/>
              <a:tailEnd/>
            </a:ln>
          </p:spPr>
          <p:style>
            <a:lnRef idx="2">
              <a:schemeClr val="accent1">
                <a:shade val="50000"/>
              </a:schemeClr>
            </a:lnRef>
            <a:fillRef idx="1">
              <a:schemeClr val="accent1"/>
            </a:fillRef>
            <a:effectRef idx="0">
              <a:schemeClr val="accent1"/>
            </a:effectRef>
            <a:fontRef idx="minor">
              <a:schemeClr val="lt1"/>
            </a:fontRef>
          </p:style>
          <p:txBody>
            <a:bodyPr lIns="0" tIns="0" rIns="0" bIns="0" anchor="ctr"/>
            <a:lstStyle/>
            <a:p>
              <a:pPr algn="ctr">
                <a:buClr>
                  <a:srgbClr val="FFFFFF"/>
                </a:buClr>
                <a:tabLst>
                  <a:tab pos="0" algn="l"/>
                  <a:tab pos="643006" algn="l"/>
                  <a:tab pos="1286012" algn="l"/>
                  <a:tab pos="1929018" algn="l"/>
                  <a:tab pos="2572024" algn="l"/>
                  <a:tab pos="3215030" algn="l"/>
                  <a:tab pos="3858036" algn="l"/>
                  <a:tab pos="4501043" algn="l"/>
                  <a:tab pos="5144049" algn="l"/>
                  <a:tab pos="5787055" algn="l"/>
                  <a:tab pos="6430061" algn="l"/>
                  <a:tab pos="7073067" algn="l"/>
                </a:tabLst>
              </a:pPr>
              <a:r>
                <a:rPr lang="en-US" dirty="0">
                  <a:solidFill>
                    <a:schemeClr val="tx1"/>
                  </a:solidFill>
                  <a:effectLst>
                    <a:outerShdw blurRad="38100" dist="38100" dir="2700000" algn="tl">
                      <a:srgbClr val="000000"/>
                    </a:outerShdw>
                  </a:effectLst>
                  <a:latin typeface="Calibri" panose="020F0502020204030204" pitchFamily="34" charset="0"/>
                  <a:ea typeface="ヒラギノ角ゴ ProN W3" charset="0"/>
                  <a:cs typeface="ヒラギノ角ゴ ProN W3" charset="0"/>
                </a:rPr>
                <a:t>Versions (milestones)</a:t>
              </a:r>
              <a:r>
                <a:rPr lang="ar-SA" dirty="0">
                  <a:solidFill>
                    <a:schemeClr val="tx1"/>
                  </a:solidFill>
                  <a:effectLst>
                    <a:outerShdw blurRad="38100" dist="38100" dir="2700000" algn="tl">
                      <a:srgbClr val="000000"/>
                    </a:outerShdw>
                  </a:effectLst>
                  <a:latin typeface="Calibri" panose="020F0502020204030204" pitchFamily="34" charset="0"/>
                  <a:cs typeface="Arial" charset="0"/>
                </a:rPr>
                <a:t>‏</a:t>
              </a:r>
              <a:endParaRPr lang="en-US" dirty="0">
                <a:solidFill>
                  <a:schemeClr val="tx1"/>
                </a:solidFill>
                <a:effectLst>
                  <a:outerShdw blurRad="38100" dist="38100" dir="2700000" algn="tl">
                    <a:srgbClr val="000000"/>
                  </a:outerShdw>
                </a:effectLst>
                <a:latin typeface="Calibri" panose="020F0502020204030204" pitchFamily="34" charset="0"/>
                <a:ea typeface="ヒラギノ角ゴ ProN W3" charset="0"/>
                <a:cs typeface="ヒラギノ角ゴ ProN W3" charset="0"/>
              </a:endParaRPr>
            </a:p>
          </p:txBody>
        </p:sp>
        <p:sp>
          <p:nvSpPr>
            <p:cNvPr id="15365" name="AutoShape 5"/>
            <p:cNvSpPr>
              <a:spLocks noChangeArrowheads="1"/>
            </p:cNvSpPr>
            <p:nvPr/>
          </p:nvSpPr>
          <p:spPr bwMode="auto">
            <a:xfrm>
              <a:off x="1571817" y="3581387"/>
              <a:ext cx="7144622" cy="580524"/>
            </a:xfrm>
            <a:prstGeom prst="roundRect">
              <a:avLst>
                <a:gd name="adj" fmla="val 23074"/>
              </a:avLst>
            </a:prstGeom>
            <a:ln>
              <a:headEnd/>
              <a:tailEnd/>
            </a:ln>
          </p:spPr>
          <p:style>
            <a:lnRef idx="2">
              <a:schemeClr val="accent1">
                <a:shade val="50000"/>
              </a:schemeClr>
            </a:lnRef>
            <a:fillRef idx="1">
              <a:schemeClr val="accent1"/>
            </a:fillRef>
            <a:effectRef idx="0">
              <a:schemeClr val="accent1"/>
            </a:effectRef>
            <a:fontRef idx="minor">
              <a:schemeClr val="lt1"/>
            </a:fontRef>
          </p:style>
          <p:txBody>
            <a:bodyPr lIns="0" tIns="0" rIns="0" bIns="0" anchor="ctr"/>
            <a:lstStyle/>
            <a:p>
              <a:pPr algn="ctr">
                <a:buClr>
                  <a:srgbClr val="FFFFFF"/>
                </a:buClr>
                <a:tabLst>
                  <a:tab pos="0" algn="l"/>
                  <a:tab pos="643006" algn="l"/>
                  <a:tab pos="1286012" algn="l"/>
                  <a:tab pos="1929018" algn="l"/>
                  <a:tab pos="2572024" algn="l"/>
                  <a:tab pos="3215030" algn="l"/>
                  <a:tab pos="3858036" algn="l"/>
                  <a:tab pos="4501043" algn="l"/>
                  <a:tab pos="5144049" algn="l"/>
                  <a:tab pos="5787055" algn="l"/>
                  <a:tab pos="6430061" algn="l"/>
                  <a:tab pos="7073067" algn="l"/>
                  <a:tab pos="7126651" algn="l"/>
                </a:tabLst>
              </a:pPr>
              <a:endParaRPr lang="en-US" sz="2000" dirty="0" smtClean="0">
                <a:solidFill>
                  <a:schemeClr val="tx1"/>
                </a:solidFill>
                <a:effectLst>
                  <a:outerShdw blurRad="38100" dist="38100" dir="2700000" algn="tl">
                    <a:srgbClr val="000000"/>
                  </a:outerShdw>
                </a:effectLst>
                <a:latin typeface="Calibri" panose="020F0502020204030204" pitchFamily="34" charset="0"/>
                <a:ea typeface="ヒラギノ角ゴ ProN W3" charset="0"/>
                <a:cs typeface="ヒラギノ角ゴ ProN W3" charset="0"/>
              </a:endParaRPr>
            </a:p>
            <a:p>
              <a:pPr algn="ctr">
                <a:buClr>
                  <a:srgbClr val="FFFFFF"/>
                </a:buClr>
                <a:tabLst>
                  <a:tab pos="0" algn="l"/>
                  <a:tab pos="643006" algn="l"/>
                  <a:tab pos="1286012" algn="l"/>
                  <a:tab pos="1929018" algn="l"/>
                  <a:tab pos="2572024" algn="l"/>
                  <a:tab pos="3215030" algn="l"/>
                  <a:tab pos="3858036" algn="l"/>
                  <a:tab pos="4501043" algn="l"/>
                  <a:tab pos="5144049" algn="l"/>
                  <a:tab pos="5787055" algn="l"/>
                  <a:tab pos="6430061" algn="l"/>
                  <a:tab pos="7073067" algn="l"/>
                  <a:tab pos="7126651" algn="l"/>
                </a:tabLst>
              </a:pPr>
              <a:r>
                <a:rPr lang="en-US" sz="2000" dirty="0" smtClean="0">
                  <a:solidFill>
                    <a:schemeClr val="tx1"/>
                  </a:solidFill>
                  <a:effectLst>
                    <a:outerShdw blurRad="38100" dist="38100" dir="2700000" algn="tl">
                      <a:srgbClr val="000000"/>
                    </a:outerShdw>
                  </a:effectLst>
                  <a:latin typeface="Calibri" panose="020F0502020204030204" pitchFamily="34" charset="0"/>
                  <a:ea typeface="ヒラギノ角ゴ ProN W3" charset="0"/>
                  <a:cs typeface="ヒラギノ角ゴ ProN W3" charset="0"/>
                </a:rPr>
                <a:t>Issues</a:t>
              </a:r>
              <a:endParaRPr lang="en-US" sz="2000" dirty="0">
                <a:solidFill>
                  <a:schemeClr val="tx1"/>
                </a:solidFill>
                <a:effectLst>
                  <a:outerShdw blurRad="38100" dist="38100" dir="2700000" algn="tl">
                    <a:srgbClr val="000000"/>
                  </a:outerShdw>
                </a:effectLst>
                <a:latin typeface="Calibri" panose="020F0502020204030204" pitchFamily="34" charset="0"/>
                <a:ea typeface="ヒラギノ角ゴ ProN W3" charset="0"/>
                <a:cs typeface="ヒラギノ角ゴ ProN W3" charset="0"/>
              </a:endParaRPr>
            </a:p>
            <a:p>
              <a:pPr algn="ctr">
                <a:buClr>
                  <a:srgbClr val="FFFFFF"/>
                </a:buClr>
                <a:tabLst>
                  <a:tab pos="0" algn="l"/>
                  <a:tab pos="643006" algn="l"/>
                  <a:tab pos="1286012" algn="l"/>
                  <a:tab pos="1929018" algn="l"/>
                  <a:tab pos="2572024" algn="l"/>
                  <a:tab pos="3215030" algn="l"/>
                  <a:tab pos="3858036" algn="l"/>
                  <a:tab pos="4501043" algn="l"/>
                  <a:tab pos="5144049" algn="l"/>
                  <a:tab pos="5787055" algn="l"/>
                  <a:tab pos="6430061" algn="l"/>
                  <a:tab pos="7073067" algn="l"/>
                  <a:tab pos="7126651" algn="l"/>
                </a:tabLst>
              </a:pPr>
              <a:endParaRPr lang="en-US" sz="2000" dirty="0">
                <a:solidFill>
                  <a:schemeClr val="tx1"/>
                </a:solidFill>
                <a:effectLst>
                  <a:outerShdw blurRad="38100" dist="38100" dir="2700000" algn="tl">
                    <a:srgbClr val="000000"/>
                  </a:outerShdw>
                </a:effectLst>
                <a:latin typeface="Calibri" panose="020F0502020204030204" pitchFamily="34" charset="0"/>
                <a:ea typeface="ヒラギノ角ゴ ProN W3" charset="0"/>
                <a:cs typeface="ヒラギノ角ゴ ProN W3" charset="0"/>
              </a:endParaRPr>
            </a:p>
          </p:txBody>
        </p:sp>
        <p:sp>
          <p:nvSpPr>
            <p:cNvPr id="15368" name="Line 8"/>
            <p:cNvSpPr>
              <a:spLocks noChangeShapeType="1"/>
            </p:cNvSpPr>
            <p:nvPr/>
          </p:nvSpPr>
          <p:spPr bwMode="auto">
            <a:xfrm>
              <a:off x="750186" y="3474214"/>
              <a:ext cx="8049980" cy="1117"/>
            </a:xfrm>
            <a:prstGeom prst="line">
              <a:avLst/>
            </a:prstGeom>
            <a:noFill/>
            <a:ln w="38160">
              <a:solidFill>
                <a:srgbClr val="000000"/>
              </a:solidFill>
              <a:prstDash val="sysDot"/>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lIns="64301" tIns="32150" rIns="64301" bIns="32150"/>
            <a:lstStyle/>
            <a:p>
              <a:endParaRPr lang="en-US"/>
            </a:p>
          </p:txBody>
        </p:sp>
        <p:sp>
          <p:nvSpPr>
            <p:cNvPr id="15369" name="Line 9"/>
            <p:cNvSpPr>
              <a:spLocks noChangeShapeType="1"/>
            </p:cNvSpPr>
            <p:nvPr/>
          </p:nvSpPr>
          <p:spPr bwMode="auto">
            <a:xfrm>
              <a:off x="678739" y="4992508"/>
              <a:ext cx="8049980" cy="1117"/>
            </a:xfrm>
            <a:prstGeom prst="line">
              <a:avLst/>
            </a:prstGeom>
            <a:noFill/>
            <a:ln w="38160">
              <a:solidFill>
                <a:srgbClr val="000000"/>
              </a:solidFill>
              <a:prstDash val="sysDot"/>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lIns="64301" tIns="32150" rIns="64301" bIns="32150"/>
            <a:lstStyle/>
            <a:p>
              <a:endParaRPr lang="en-US"/>
            </a:p>
          </p:txBody>
        </p:sp>
        <p:sp>
          <p:nvSpPr>
            <p:cNvPr id="15370" name="Rectangle 10"/>
            <p:cNvSpPr>
              <a:spLocks noChangeArrowheads="1"/>
            </p:cNvSpPr>
            <p:nvPr/>
          </p:nvSpPr>
          <p:spPr bwMode="auto">
            <a:xfrm>
              <a:off x="350533" y="2553561"/>
              <a:ext cx="705321" cy="26161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0" tIns="0" rIns="0" bIns="0" anchor="ctr">
              <a:spAutoFit/>
            </a:bodyPr>
            <a:lstStyle/>
            <a:p>
              <a:pPr>
                <a:tabLst>
                  <a:tab pos="0" algn="l"/>
                  <a:tab pos="643006" algn="l"/>
                  <a:tab pos="1286012" algn="l"/>
                  <a:tab pos="1929018" algn="l"/>
                  <a:tab pos="2572024" algn="l"/>
                  <a:tab pos="3215030" algn="l"/>
                  <a:tab pos="3858036" algn="l"/>
                  <a:tab pos="4501043" algn="l"/>
                  <a:tab pos="5144049" algn="l"/>
                  <a:tab pos="5787055" algn="l"/>
                  <a:tab pos="6430061" algn="l"/>
                  <a:tab pos="7073067" algn="l"/>
                </a:tabLst>
              </a:pPr>
              <a:r>
                <a:rPr lang="en-US" sz="1700" dirty="0">
                  <a:solidFill>
                    <a:srgbClr val="000000"/>
                  </a:solidFill>
                  <a:ea typeface="ヒラギノ角ゴ ProN W3" charset="0"/>
                  <a:cs typeface="ヒラギノ角ゴ ProN W3" charset="0"/>
                </a:rPr>
                <a:t>Level </a:t>
              </a:r>
              <a:r>
                <a:rPr lang="en-US" sz="1700" dirty="0" smtClean="0">
                  <a:solidFill>
                    <a:srgbClr val="000000"/>
                  </a:solidFill>
                  <a:ea typeface="ヒラギノ角ゴ ProN W3" charset="0"/>
                  <a:cs typeface="ヒラギノ角ゴ ProN W3" charset="0"/>
                </a:rPr>
                <a:t>1</a:t>
              </a:r>
              <a:endParaRPr lang="en-US" sz="1700" dirty="0">
                <a:solidFill>
                  <a:srgbClr val="000000"/>
                </a:solidFill>
                <a:ea typeface="ヒラギノ角ゴ ProN W3" charset="0"/>
                <a:cs typeface="ヒラギノ角ゴ ProN W3" charset="0"/>
              </a:endParaRPr>
            </a:p>
          </p:txBody>
        </p:sp>
        <p:sp>
          <p:nvSpPr>
            <p:cNvPr id="15371" name="AutoShape 11"/>
            <p:cNvSpPr>
              <a:spLocks noChangeArrowheads="1"/>
            </p:cNvSpPr>
            <p:nvPr/>
          </p:nvSpPr>
          <p:spPr bwMode="auto">
            <a:xfrm>
              <a:off x="1598609" y="4286948"/>
              <a:ext cx="3152564" cy="580524"/>
            </a:xfrm>
            <a:prstGeom prst="roundRect">
              <a:avLst>
                <a:gd name="adj" fmla="val 23074"/>
              </a:avLst>
            </a:prstGeom>
            <a:ln>
              <a:headEnd/>
              <a:tailEnd/>
            </a:ln>
          </p:spPr>
          <p:style>
            <a:lnRef idx="2">
              <a:schemeClr val="accent1">
                <a:shade val="50000"/>
              </a:schemeClr>
            </a:lnRef>
            <a:fillRef idx="1">
              <a:schemeClr val="accent1"/>
            </a:fillRef>
            <a:effectRef idx="0">
              <a:schemeClr val="accent1"/>
            </a:effectRef>
            <a:fontRef idx="minor">
              <a:schemeClr val="lt1"/>
            </a:fontRef>
          </p:style>
          <p:txBody>
            <a:bodyPr lIns="0" tIns="0" rIns="0" bIns="0" anchor="ctr"/>
            <a:lstStyle/>
            <a:p>
              <a:pPr algn="ctr">
                <a:buClr>
                  <a:srgbClr val="FFFFFF"/>
                </a:buClr>
                <a:tabLst>
                  <a:tab pos="0" algn="l"/>
                  <a:tab pos="643006" algn="l"/>
                  <a:tab pos="1286012" algn="l"/>
                  <a:tab pos="1929018" algn="l"/>
                  <a:tab pos="2572024" algn="l"/>
                  <a:tab pos="3215030" algn="l"/>
                  <a:tab pos="3858036" algn="l"/>
                  <a:tab pos="4501043" algn="l"/>
                  <a:tab pos="5144049" algn="l"/>
                  <a:tab pos="5787055" algn="l"/>
                  <a:tab pos="6430061" algn="l"/>
                  <a:tab pos="7073067" algn="l"/>
                </a:tabLst>
              </a:pPr>
              <a:r>
                <a:rPr lang="en-US" sz="2000">
                  <a:solidFill>
                    <a:schemeClr val="tx1"/>
                  </a:solidFill>
                  <a:effectLst>
                    <a:outerShdw blurRad="38100" dist="38100" dir="2700000" algn="tl">
                      <a:srgbClr val="000000"/>
                    </a:outerShdw>
                  </a:effectLst>
                  <a:latin typeface="Calibri" panose="020F0502020204030204" pitchFamily="34" charset="0"/>
                  <a:ea typeface="ヒラギノ角ゴ ProN W3" charset="0"/>
                  <a:cs typeface="ヒラギノ角ゴ ProN W3" charset="0"/>
                </a:rPr>
                <a:t>Issue Types</a:t>
              </a:r>
            </a:p>
          </p:txBody>
        </p:sp>
        <p:sp>
          <p:nvSpPr>
            <p:cNvPr id="15372" name="Rectangle 12"/>
            <p:cNvSpPr>
              <a:spLocks noChangeArrowheads="1"/>
            </p:cNvSpPr>
            <p:nvPr/>
          </p:nvSpPr>
          <p:spPr bwMode="auto">
            <a:xfrm>
              <a:off x="350533" y="4098648"/>
              <a:ext cx="705321" cy="26161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0" tIns="0" rIns="0" bIns="0" anchor="ctr">
              <a:spAutoFit/>
            </a:bodyPr>
            <a:lstStyle/>
            <a:p>
              <a:pPr>
                <a:tabLst>
                  <a:tab pos="0" algn="l"/>
                  <a:tab pos="643006" algn="l"/>
                  <a:tab pos="1286012" algn="l"/>
                  <a:tab pos="1929018" algn="l"/>
                  <a:tab pos="2572024" algn="l"/>
                  <a:tab pos="3215030" algn="l"/>
                  <a:tab pos="3858036" algn="l"/>
                  <a:tab pos="4501043" algn="l"/>
                  <a:tab pos="5144049" algn="l"/>
                  <a:tab pos="5787055" algn="l"/>
                  <a:tab pos="6430061" algn="l"/>
                  <a:tab pos="7073067" algn="l"/>
                </a:tabLst>
              </a:pPr>
              <a:r>
                <a:rPr lang="en-US" sz="1700" dirty="0">
                  <a:solidFill>
                    <a:srgbClr val="000000"/>
                  </a:solidFill>
                  <a:ea typeface="ヒラギノ角ゴ ProN W3" charset="0"/>
                  <a:cs typeface="ヒラギノ角ゴ ProN W3" charset="0"/>
                </a:rPr>
                <a:t>Level </a:t>
              </a:r>
              <a:r>
                <a:rPr lang="en-US" sz="1700" dirty="0" smtClean="0">
                  <a:solidFill>
                    <a:srgbClr val="000000"/>
                  </a:solidFill>
                  <a:ea typeface="ヒラギノ角ゴ ProN W3" charset="0"/>
                  <a:cs typeface="ヒラギノ角ゴ ProN W3" charset="0"/>
                </a:rPr>
                <a:t>2</a:t>
              </a:r>
              <a:endParaRPr lang="en-US" sz="1700" dirty="0">
                <a:solidFill>
                  <a:srgbClr val="000000"/>
                </a:solidFill>
                <a:ea typeface="ヒラギノ角ゴ ProN W3" charset="0"/>
                <a:cs typeface="ヒラギノ角ゴ ProN W3" charset="0"/>
              </a:endParaRPr>
            </a:p>
          </p:txBody>
        </p:sp>
        <p:sp>
          <p:nvSpPr>
            <p:cNvPr id="15373" name="AutoShape 13"/>
            <p:cNvSpPr>
              <a:spLocks noChangeArrowheads="1"/>
            </p:cNvSpPr>
            <p:nvPr/>
          </p:nvSpPr>
          <p:spPr bwMode="auto">
            <a:xfrm>
              <a:off x="1571817" y="5090750"/>
              <a:ext cx="1402132" cy="580524"/>
            </a:xfrm>
            <a:prstGeom prst="roundRect">
              <a:avLst>
                <a:gd name="adj" fmla="val 23074"/>
              </a:avLst>
            </a:prstGeom>
            <a:ln>
              <a:headEnd/>
              <a:tailEnd/>
            </a:ln>
          </p:spPr>
          <p:style>
            <a:lnRef idx="2">
              <a:schemeClr val="accent1">
                <a:shade val="50000"/>
              </a:schemeClr>
            </a:lnRef>
            <a:fillRef idx="1">
              <a:schemeClr val="accent1"/>
            </a:fillRef>
            <a:effectRef idx="0">
              <a:schemeClr val="accent1"/>
            </a:effectRef>
            <a:fontRef idx="minor">
              <a:schemeClr val="lt1"/>
            </a:fontRef>
          </p:style>
          <p:txBody>
            <a:bodyPr lIns="0" tIns="0" rIns="0" bIns="0" anchor="ctr"/>
            <a:lstStyle/>
            <a:p>
              <a:pPr algn="ctr">
                <a:buClr>
                  <a:srgbClr val="FFFFFF"/>
                </a:buClr>
                <a:tabLst>
                  <a:tab pos="0" algn="l"/>
                  <a:tab pos="643006" algn="l"/>
                  <a:tab pos="1286012" algn="l"/>
                  <a:tab pos="1929018" algn="l"/>
                  <a:tab pos="2572024" algn="l"/>
                  <a:tab pos="3215030" algn="l"/>
                  <a:tab pos="3858036" algn="l"/>
                  <a:tab pos="4501043" algn="l"/>
                  <a:tab pos="5144049" algn="l"/>
                  <a:tab pos="5787055" algn="l"/>
                  <a:tab pos="6430061" algn="l"/>
                  <a:tab pos="7073067" algn="l"/>
                </a:tabLst>
              </a:pPr>
              <a:r>
                <a:rPr lang="en-US">
                  <a:solidFill>
                    <a:schemeClr val="tx1"/>
                  </a:solidFill>
                  <a:effectLst>
                    <a:outerShdw blurRad="38100" dist="38100" dir="2700000" algn="tl">
                      <a:srgbClr val="000000"/>
                    </a:outerShdw>
                  </a:effectLst>
                  <a:latin typeface="Calibri" panose="020F0502020204030204" pitchFamily="34" charset="0"/>
                  <a:ea typeface="ヒラギノ角ゴ ProN W3" charset="0"/>
                  <a:cs typeface="ヒラギノ角ゴ ProN W3" charset="0"/>
                </a:rPr>
                <a:t>Sub-Tasks</a:t>
              </a:r>
            </a:p>
          </p:txBody>
        </p:sp>
        <p:sp>
          <p:nvSpPr>
            <p:cNvPr id="15374" name="AutoShape 14"/>
            <p:cNvSpPr>
              <a:spLocks noChangeArrowheads="1"/>
            </p:cNvSpPr>
            <p:nvPr/>
          </p:nvSpPr>
          <p:spPr bwMode="auto">
            <a:xfrm>
              <a:off x="5528151" y="4286948"/>
              <a:ext cx="3152564" cy="580524"/>
            </a:xfrm>
            <a:prstGeom prst="roundRect">
              <a:avLst>
                <a:gd name="adj" fmla="val 23074"/>
              </a:avLst>
            </a:prstGeom>
            <a:ln>
              <a:headEnd/>
              <a:tailEnd/>
            </a:ln>
          </p:spPr>
          <p:style>
            <a:lnRef idx="2">
              <a:schemeClr val="accent1">
                <a:shade val="50000"/>
              </a:schemeClr>
            </a:lnRef>
            <a:fillRef idx="1">
              <a:schemeClr val="accent1"/>
            </a:fillRef>
            <a:effectRef idx="0">
              <a:schemeClr val="accent1"/>
            </a:effectRef>
            <a:fontRef idx="minor">
              <a:schemeClr val="lt1"/>
            </a:fontRef>
          </p:style>
          <p:txBody>
            <a:bodyPr lIns="0" tIns="0" rIns="0" bIns="0" anchor="ctr"/>
            <a:lstStyle/>
            <a:p>
              <a:pPr algn="ctr">
                <a:buClr>
                  <a:srgbClr val="FFFFFF"/>
                </a:buClr>
                <a:tabLst>
                  <a:tab pos="0" algn="l"/>
                  <a:tab pos="643006" algn="l"/>
                  <a:tab pos="1286012" algn="l"/>
                  <a:tab pos="1929018" algn="l"/>
                  <a:tab pos="2572024" algn="l"/>
                  <a:tab pos="3215030" algn="l"/>
                  <a:tab pos="3858036" algn="l"/>
                  <a:tab pos="4501043" algn="l"/>
                  <a:tab pos="5144049" algn="l"/>
                  <a:tab pos="5787055" algn="l"/>
                  <a:tab pos="6430061" algn="l"/>
                  <a:tab pos="7073067" algn="l"/>
                </a:tabLst>
              </a:pPr>
              <a:r>
                <a:rPr lang="en-US">
                  <a:solidFill>
                    <a:schemeClr val="tx1"/>
                  </a:solidFill>
                  <a:effectLst>
                    <a:outerShdw blurRad="38100" dist="38100" dir="2700000" algn="tl">
                      <a:srgbClr val="000000"/>
                    </a:outerShdw>
                  </a:effectLst>
                  <a:latin typeface="Calibri" panose="020F0502020204030204" pitchFamily="34" charset="0"/>
                  <a:ea typeface="ヒラギノ角ゴ ProN W3" charset="0"/>
                  <a:cs typeface="ヒラギノ角ゴ ProN W3" charset="0"/>
                </a:rPr>
                <a:t>Issue Types</a:t>
              </a:r>
            </a:p>
          </p:txBody>
        </p:sp>
        <p:sp>
          <p:nvSpPr>
            <p:cNvPr id="15375" name="AutoShape 15"/>
            <p:cNvSpPr>
              <a:spLocks noChangeArrowheads="1"/>
            </p:cNvSpPr>
            <p:nvPr/>
          </p:nvSpPr>
          <p:spPr bwMode="auto">
            <a:xfrm>
              <a:off x="3357972" y="5090750"/>
              <a:ext cx="1402132" cy="580524"/>
            </a:xfrm>
            <a:prstGeom prst="roundRect">
              <a:avLst>
                <a:gd name="adj" fmla="val 23074"/>
              </a:avLst>
            </a:prstGeom>
            <a:ln>
              <a:headEnd/>
              <a:tailEnd/>
            </a:ln>
          </p:spPr>
          <p:style>
            <a:lnRef idx="2">
              <a:schemeClr val="accent1">
                <a:shade val="50000"/>
              </a:schemeClr>
            </a:lnRef>
            <a:fillRef idx="1">
              <a:schemeClr val="accent1"/>
            </a:fillRef>
            <a:effectRef idx="0">
              <a:schemeClr val="accent1"/>
            </a:effectRef>
            <a:fontRef idx="minor">
              <a:schemeClr val="lt1"/>
            </a:fontRef>
          </p:style>
          <p:txBody>
            <a:bodyPr lIns="0" tIns="0" rIns="0" bIns="0" anchor="ctr"/>
            <a:lstStyle/>
            <a:p>
              <a:pPr algn="ctr">
                <a:buClr>
                  <a:srgbClr val="FFFFFF"/>
                </a:buClr>
                <a:tabLst>
                  <a:tab pos="0" algn="l"/>
                  <a:tab pos="643006" algn="l"/>
                  <a:tab pos="1286012" algn="l"/>
                  <a:tab pos="1929018" algn="l"/>
                  <a:tab pos="2572024" algn="l"/>
                  <a:tab pos="3215030" algn="l"/>
                  <a:tab pos="3858036" algn="l"/>
                  <a:tab pos="4501043" algn="l"/>
                  <a:tab pos="5144049" algn="l"/>
                  <a:tab pos="5787055" algn="l"/>
                  <a:tab pos="6430061" algn="l"/>
                  <a:tab pos="7073067" algn="l"/>
                </a:tabLst>
              </a:pPr>
              <a:r>
                <a:rPr lang="en-US" dirty="0">
                  <a:solidFill>
                    <a:schemeClr val="tx1"/>
                  </a:solidFill>
                  <a:effectLst>
                    <a:outerShdw blurRad="38100" dist="38100" dir="2700000" algn="tl">
                      <a:srgbClr val="000000"/>
                    </a:outerShdw>
                  </a:effectLst>
                  <a:latin typeface="Calibri" panose="020F0502020204030204" pitchFamily="34" charset="0"/>
                  <a:ea typeface="ヒラギノ角ゴ ProN W3" charset="0"/>
                  <a:cs typeface="ヒラギノ角ゴ ProN W3" charset="0"/>
                </a:rPr>
                <a:t>Sub-Tasks</a:t>
              </a:r>
            </a:p>
          </p:txBody>
        </p:sp>
        <p:sp>
          <p:nvSpPr>
            <p:cNvPr id="15376" name="AutoShape 16"/>
            <p:cNvSpPr>
              <a:spLocks noChangeArrowheads="1"/>
            </p:cNvSpPr>
            <p:nvPr/>
          </p:nvSpPr>
          <p:spPr bwMode="auto">
            <a:xfrm>
              <a:off x="5510290" y="5090750"/>
              <a:ext cx="1402132" cy="580524"/>
            </a:xfrm>
            <a:prstGeom prst="roundRect">
              <a:avLst>
                <a:gd name="adj" fmla="val 23074"/>
              </a:avLst>
            </a:prstGeom>
            <a:ln>
              <a:headEnd/>
              <a:tailEnd/>
            </a:ln>
          </p:spPr>
          <p:style>
            <a:lnRef idx="2">
              <a:schemeClr val="accent1">
                <a:shade val="50000"/>
              </a:schemeClr>
            </a:lnRef>
            <a:fillRef idx="1">
              <a:schemeClr val="accent1"/>
            </a:fillRef>
            <a:effectRef idx="0">
              <a:schemeClr val="accent1"/>
            </a:effectRef>
            <a:fontRef idx="minor">
              <a:schemeClr val="lt1"/>
            </a:fontRef>
          </p:style>
          <p:txBody>
            <a:bodyPr lIns="0" tIns="0" rIns="0" bIns="0" anchor="ctr"/>
            <a:lstStyle/>
            <a:p>
              <a:pPr algn="ctr">
                <a:buClr>
                  <a:srgbClr val="FFFFFF"/>
                </a:buClr>
                <a:tabLst>
                  <a:tab pos="0" algn="l"/>
                  <a:tab pos="643006" algn="l"/>
                  <a:tab pos="1286012" algn="l"/>
                  <a:tab pos="1929018" algn="l"/>
                  <a:tab pos="2572024" algn="l"/>
                  <a:tab pos="3215030" algn="l"/>
                  <a:tab pos="3858036" algn="l"/>
                  <a:tab pos="4501043" algn="l"/>
                  <a:tab pos="5144049" algn="l"/>
                  <a:tab pos="5787055" algn="l"/>
                  <a:tab pos="6430061" algn="l"/>
                  <a:tab pos="7073067" algn="l"/>
                </a:tabLst>
              </a:pPr>
              <a:r>
                <a:rPr lang="en-US" dirty="0">
                  <a:solidFill>
                    <a:schemeClr val="tx1"/>
                  </a:solidFill>
                  <a:effectLst>
                    <a:outerShdw blurRad="38100" dist="38100" dir="2700000" algn="tl">
                      <a:srgbClr val="000000"/>
                    </a:outerShdw>
                  </a:effectLst>
                  <a:latin typeface="Calibri" panose="020F0502020204030204" pitchFamily="34" charset="0"/>
                  <a:ea typeface="ヒラギノ角ゴ ProN W3" charset="0"/>
                  <a:cs typeface="ヒラギノ角ゴ ProN W3" charset="0"/>
                </a:rPr>
                <a:t>Sub-Tasks</a:t>
              </a:r>
            </a:p>
          </p:txBody>
        </p:sp>
        <p:sp>
          <p:nvSpPr>
            <p:cNvPr id="15377" name="AutoShape 17"/>
            <p:cNvSpPr>
              <a:spLocks noChangeArrowheads="1"/>
            </p:cNvSpPr>
            <p:nvPr/>
          </p:nvSpPr>
          <p:spPr bwMode="auto">
            <a:xfrm>
              <a:off x="7296445" y="5090750"/>
              <a:ext cx="1402132" cy="580524"/>
            </a:xfrm>
            <a:prstGeom prst="roundRect">
              <a:avLst>
                <a:gd name="adj" fmla="val 23074"/>
              </a:avLst>
            </a:prstGeom>
            <a:ln>
              <a:headEnd/>
              <a:tailEnd/>
            </a:ln>
          </p:spPr>
          <p:style>
            <a:lnRef idx="2">
              <a:schemeClr val="accent1">
                <a:shade val="50000"/>
              </a:schemeClr>
            </a:lnRef>
            <a:fillRef idx="1">
              <a:schemeClr val="accent1"/>
            </a:fillRef>
            <a:effectRef idx="0">
              <a:schemeClr val="accent1"/>
            </a:effectRef>
            <a:fontRef idx="minor">
              <a:schemeClr val="lt1"/>
            </a:fontRef>
          </p:style>
          <p:txBody>
            <a:bodyPr lIns="0" tIns="0" rIns="0" bIns="0" anchor="ctr"/>
            <a:lstStyle/>
            <a:p>
              <a:pPr algn="ctr">
                <a:buClr>
                  <a:srgbClr val="FFFFFF"/>
                </a:buClr>
                <a:tabLst>
                  <a:tab pos="0" algn="l"/>
                  <a:tab pos="643006" algn="l"/>
                  <a:tab pos="1286012" algn="l"/>
                  <a:tab pos="1929018" algn="l"/>
                  <a:tab pos="2572024" algn="l"/>
                  <a:tab pos="3215030" algn="l"/>
                  <a:tab pos="3858036" algn="l"/>
                  <a:tab pos="4501043" algn="l"/>
                  <a:tab pos="5144049" algn="l"/>
                  <a:tab pos="5787055" algn="l"/>
                  <a:tab pos="6430061" algn="l"/>
                  <a:tab pos="7073067" algn="l"/>
                </a:tabLst>
              </a:pPr>
              <a:r>
                <a:rPr lang="en-US" dirty="0">
                  <a:solidFill>
                    <a:schemeClr val="tx1"/>
                  </a:solidFill>
                  <a:effectLst>
                    <a:outerShdw blurRad="38100" dist="38100" dir="2700000" algn="tl">
                      <a:srgbClr val="000000"/>
                    </a:outerShdw>
                  </a:effectLst>
                  <a:latin typeface="Calibri" panose="020F0502020204030204" pitchFamily="34" charset="0"/>
                  <a:ea typeface="ヒラギノ角ゴ ProN W3" charset="0"/>
                  <a:cs typeface="ヒラギノ角ゴ ProN W3" charset="0"/>
                </a:rPr>
                <a:t>Sub-Tasks</a:t>
              </a:r>
            </a:p>
          </p:txBody>
        </p:sp>
        <p:sp>
          <p:nvSpPr>
            <p:cNvPr id="15379" name="Rectangle 19"/>
            <p:cNvSpPr>
              <a:spLocks noChangeArrowheads="1"/>
            </p:cNvSpPr>
            <p:nvPr/>
          </p:nvSpPr>
          <p:spPr bwMode="auto">
            <a:xfrm>
              <a:off x="350533" y="5250766"/>
              <a:ext cx="705321" cy="26161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0" tIns="0" rIns="0" bIns="0" anchor="ctr">
              <a:spAutoFit/>
            </a:bodyPr>
            <a:lstStyle/>
            <a:p>
              <a:pPr>
                <a:tabLst>
                  <a:tab pos="0" algn="l"/>
                  <a:tab pos="643006" algn="l"/>
                  <a:tab pos="1286012" algn="l"/>
                  <a:tab pos="1929018" algn="l"/>
                  <a:tab pos="2572024" algn="l"/>
                  <a:tab pos="3215030" algn="l"/>
                  <a:tab pos="3858036" algn="l"/>
                  <a:tab pos="4501043" algn="l"/>
                  <a:tab pos="5144049" algn="l"/>
                  <a:tab pos="5787055" algn="l"/>
                  <a:tab pos="6430061" algn="l"/>
                  <a:tab pos="7073067" algn="l"/>
                </a:tabLst>
              </a:pPr>
              <a:r>
                <a:rPr lang="en-US" sz="1700" dirty="0">
                  <a:solidFill>
                    <a:srgbClr val="000000"/>
                  </a:solidFill>
                  <a:ea typeface="ヒラギノ角ゴ ProN W3" charset="0"/>
                  <a:cs typeface="ヒラギノ角ゴ ProN W3" charset="0"/>
                </a:rPr>
                <a:t>Level </a:t>
              </a:r>
              <a:r>
                <a:rPr lang="en-US" sz="1700" dirty="0" smtClean="0">
                  <a:solidFill>
                    <a:srgbClr val="000000"/>
                  </a:solidFill>
                  <a:ea typeface="ヒラギノ角ゴ ProN W3" charset="0"/>
                  <a:cs typeface="ヒラギノ角ゴ ProN W3" charset="0"/>
                </a:rPr>
                <a:t>3</a:t>
              </a:r>
              <a:endParaRPr lang="en-US" sz="1700" dirty="0">
                <a:solidFill>
                  <a:srgbClr val="000000"/>
                </a:solidFill>
                <a:ea typeface="ヒラギノ角ゴ ProN W3" charset="0"/>
                <a:cs typeface="ヒラギノ角ゴ ProN W3" charset="0"/>
              </a:endParaRPr>
            </a:p>
          </p:txBody>
        </p:sp>
      </p:grpSp>
    </p:spTree>
    <p:extLst>
      <p:ext uri="{BB962C8B-B14F-4D97-AF65-F5344CB8AC3E}">
        <p14:creationId xmlns:p14="http://schemas.microsoft.com/office/powerpoint/2010/main" val="115259840"/>
      </p:ext>
    </p:extLst>
  </p:cSld>
  <p:clrMapOvr>
    <a:masterClrMapping/>
  </p:clrMapOvr>
  <p:transition/>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p:txBody>
          <a:bodyPr/>
          <a:lstStyle/>
          <a:p>
            <a:r>
              <a:rPr lang="en-US" dirty="0" smtClean="0"/>
              <a:t>Jira Concept</a:t>
            </a:r>
            <a:endParaRPr lang="en-US" dirty="0"/>
          </a:p>
        </p:txBody>
      </p:sp>
      <p:sp>
        <p:nvSpPr>
          <p:cNvPr id="6" name="Content Placeholder 5"/>
          <p:cNvSpPr>
            <a:spLocks noGrp="1"/>
          </p:cNvSpPr>
          <p:nvPr>
            <p:ph idx="1"/>
          </p:nvPr>
        </p:nvSpPr>
        <p:spPr/>
        <p:txBody>
          <a:bodyPr>
            <a:normAutofit fontScale="92500" lnSpcReduction="10000"/>
          </a:bodyPr>
          <a:lstStyle/>
          <a:p>
            <a:pPr marL="0" indent="0">
              <a:buNone/>
            </a:pPr>
            <a:r>
              <a:rPr lang="en-US" sz="4800" dirty="0" smtClean="0">
                <a:ln w="0"/>
                <a:solidFill>
                  <a:srgbClr val="C00000"/>
                </a:solidFill>
                <a:effectLst>
                  <a:outerShdw blurRad="38100" dist="19050" dir="2700000" algn="tl" rotWithShape="0">
                    <a:schemeClr val="dk1">
                      <a:alpha val="40000"/>
                    </a:schemeClr>
                  </a:outerShdw>
                </a:effectLst>
                <a:latin typeface="Freestyle Script" panose="030804020302050B0404" pitchFamily="66" charset="0"/>
              </a:rPr>
              <a:t>Project</a:t>
            </a:r>
            <a:r>
              <a:rPr lang="en-US" sz="2800" dirty="0" smtClean="0">
                <a:ln w="0"/>
                <a:solidFill>
                  <a:srgbClr val="C00000"/>
                </a:solidFill>
                <a:effectLst>
                  <a:outerShdw blurRad="38100" dist="19050" dir="2700000" algn="tl" rotWithShape="0">
                    <a:schemeClr val="dk1">
                      <a:alpha val="40000"/>
                    </a:schemeClr>
                  </a:outerShdw>
                </a:effectLst>
                <a:latin typeface="Freestyle Script" panose="030804020302050B0404" pitchFamily="66" charset="0"/>
              </a:rPr>
              <a:t> </a:t>
            </a:r>
            <a:r>
              <a:rPr lang="en-US" sz="2800" dirty="0" smtClean="0">
                <a:ln w="0"/>
                <a:effectLst>
                  <a:outerShdw blurRad="38100" dist="19050" dir="2700000" algn="tl" rotWithShape="0">
                    <a:schemeClr val="dk1">
                      <a:alpha val="40000"/>
                    </a:schemeClr>
                  </a:outerShdw>
                </a:effectLst>
                <a:latin typeface="Freestyle Script" panose="030804020302050B0404" pitchFamily="66" charset="0"/>
              </a:rPr>
              <a:t>: </a:t>
            </a:r>
            <a:r>
              <a:rPr lang="en-US" sz="2400" dirty="0" smtClean="0">
                <a:ln w="0"/>
                <a:effectLst>
                  <a:outerShdw blurRad="38100" dist="19050" dir="2700000" algn="tl" rotWithShape="0">
                    <a:schemeClr val="dk1">
                      <a:alpha val="40000"/>
                    </a:schemeClr>
                  </a:outerShdw>
                </a:effectLst>
                <a:latin typeface="Calibri" panose="020F0502020204030204" pitchFamily="34" charset="0"/>
              </a:rPr>
              <a:t>Collect of issues</a:t>
            </a:r>
            <a:endParaRPr lang="en-US" sz="2400" dirty="0" smtClean="0">
              <a:latin typeface="Calibri" panose="020F0502020204030204" pitchFamily="34" charset="0"/>
            </a:endParaRPr>
          </a:p>
          <a:p>
            <a:pPr marL="0" indent="0">
              <a:buNone/>
            </a:pPr>
            <a:endParaRPr lang="en-US" dirty="0" smtClean="0">
              <a:latin typeface="Freestyle Script" panose="030804020302050B0404" pitchFamily="66" charset="0"/>
            </a:endParaRPr>
          </a:p>
          <a:p>
            <a:endParaRPr lang="en-US" dirty="0" smtClean="0">
              <a:latin typeface="Freestyle Script" panose="030804020302050B0404" pitchFamily="66" charset="0"/>
            </a:endParaRPr>
          </a:p>
          <a:p>
            <a:pPr marL="548640" lvl="4" indent="0">
              <a:spcBef>
                <a:spcPts val="600"/>
              </a:spcBef>
              <a:buClr>
                <a:schemeClr val="accent1"/>
              </a:buClr>
              <a:buNone/>
            </a:pPr>
            <a:r>
              <a:rPr lang="en-US" sz="4400" dirty="0" smtClean="0">
                <a:ln w="0"/>
                <a:effectLst>
                  <a:outerShdw blurRad="38100" dist="19050" dir="2700000" algn="tl" rotWithShape="0">
                    <a:schemeClr val="dk1">
                      <a:alpha val="40000"/>
                    </a:schemeClr>
                  </a:outerShdw>
                </a:effectLst>
                <a:latin typeface="Freestyle Script" panose="030804020302050B0404" pitchFamily="66" charset="0"/>
              </a:rPr>
              <a:t>  </a:t>
            </a:r>
            <a:r>
              <a:rPr lang="en-US" sz="4800" dirty="0" smtClean="0">
                <a:ln w="0"/>
                <a:solidFill>
                  <a:srgbClr val="C00000"/>
                </a:solidFill>
                <a:effectLst>
                  <a:outerShdw blurRad="38100" dist="19050" dir="2700000" algn="tl" rotWithShape="0">
                    <a:schemeClr val="dk1">
                      <a:alpha val="40000"/>
                    </a:schemeClr>
                  </a:outerShdw>
                </a:effectLst>
                <a:latin typeface="Freestyle Script" panose="030804020302050B0404" pitchFamily="66" charset="0"/>
              </a:rPr>
              <a:t>Issues</a:t>
            </a:r>
            <a:endParaRPr lang="en-US" dirty="0">
              <a:latin typeface="Freestyle Script" panose="030804020302050B0404" pitchFamily="66" charset="0"/>
            </a:endParaRPr>
          </a:p>
          <a:p>
            <a:endParaRPr lang="en-US" dirty="0" smtClean="0">
              <a:latin typeface="Freestyle Script" panose="030804020302050B0404" pitchFamily="66" charset="0"/>
            </a:endParaRPr>
          </a:p>
          <a:p>
            <a:pPr marL="1463040" lvl="5" indent="0">
              <a:buNone/>
            </a:pPr>
            <a:endParaRPr lang="en-US" sz="4800" dirty="0" smtClean="0">
              <a:ln w="0"/>
              <a:solidFill>
                <a:srgbClr val="C00000"/>
              </a:solidFill>
              <a:effectLst>
                <a:outerShdw blurRad="38100" dist="19050" dir="2700000" algn="tl" rotWithShape="0">
                  <a:schemeClr val="dk1">
                    <a:alpha val="40000"/>
                  </a:schemeClr>
                </a:outerShdw>
              </a:effectLst>
              <a:latin typeface="Freestyle Script" panose="030804020302050B0404" pitchFamily="66" charset="0"/>
            </a:endParaRPr>
          </a:p>
          <a:p>
            <a:pPr marL="1463040" lvl="5" indent="0">
              <a:buNone/>
            </a:pPr>
            <a:r>
              <a:rPr lang="en-US" sz="4800" dirty="0" smtClean="0">
                <a:ln w="0"/>
                <a:solidFill>
                  <a:srgbClr val="C00000"/>
                </a:solidFill>
                <a:effectLst>
                  <a:outerShdw blurRad="38100" dist="19050" dir="2700000" algn="tl" rotWithShape="0">
                    <a:schemeClr val="dk1">
                      <a:alpha val="40000"/>
                    </a:schemeClr>
                  </a:outerShdw>
                </a:effectLst>
                <a:latin typeface="Freestyle Script" panose="030804020302050B0404" pitchFamily="66" charset="0"/>
              </a:rPr>
              <a:t>Work Flow </a:t>
            </a:r>
            <a:r>
              <a:rPr lang="en-US" sz="2400" dirty="0" smtClean="0">
                <a:ln w="0"/>
                <a:effectLst>
                  <a:outerShdw blurRad="38100" dist="19050" dir="2700000" algn="tl" rotWithShape="0">
                    <a:schemeClr val="dk1">
                      <a:alpha val="40000"/>
                    </a:schemeClr>
                  </a:outerShdw>
                </a:effectLst>
                <a:latin typeface="Freestyle Script" panose="030804020302050B0404" pitchFamily="66" charset="0"/>
              </a:rPr>
              <a:t>: </a:t>
            </a:r>
            <a:r>
              <a:rPr lang="en-US" sz="2400" dirty="0" smtClean="0">
                <a:ln w="0"/>
                <a:effectLst>
                  <a:outerShdw blurRad="38100" dist="19050" dir="2700000" algn="tl" rotWithShape="0">
                    <a:schemeClr val="dk1">
                      <a:alpha val="40000"/>
                    </a:schemeClr>
                  </a:outerShdw>
                </a:effectLst>
                <a:latin typeface="Calibri" panose="020F0502020204030204" pitchFamily="34" charset="0"/>
              </a:rPr>
              <a:t>The movement (Transition) of issues through various status</a:t>
            </a:r>
            <a:endParaRPr lang="en-US" sz="2400" dirty="0">
              <a:ln w="0"/>
              <a:effectLst>
                <a:outerShdw blurRad="38100" dist="19050" dir="2700000" algn="tl" rotWithShape="0">
                  <a:schemeClr val="dk1">
                    <a:alpha val="40000"/>
                  </a:schemeClr>
                </a:outerShdw>
              </a:effectLst>
              <a:latin typeface="Calibri" panose="020F0502020204030204" pitchFamily="34" charset="0"/>
            </a:endParaRPr>
          </a:p>
        </p:txBody>
      </p:sp>
      <p:sp>
        <p:nvSpPr>
          <p:cNvPr id="7" name="Curved Right Arrow 6"/>
          <p:cNvSpPr/>
          <p:nvPr/>
        </p:nvSpPr>
        <p:spPr>
          <a:xfrm>
            <a:off x="609600" y="1905000"/>
            <a:ext cx="533400" cy="1371600"/>
          </a:xfrm>
          <a:prstGeom prst="curvedRightArrow">
            <a:avLst/>
          </a:prstGeom>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endParaRPr lang="en-US">
              <a:solidFill>
                <a:schemeClr val="tx1"/>
              </a:solidFill>
            </a:endParaRPr>
          </a:p>
        </p:txBody>
      </p:sp>
      <p:sp>
        <p:nvSpPr>
          <p:cNvPr id="8" name="Curved Right Arrow 7"/>
          <p:cNvSpPr/>
          <p:nvPr/>
        </p:nvSpPr>
        <p:spPr>
          <a:xfrm>
            <a:off x="1295400" y="3688080"/>
            <a:ext cx="533400" cy="1447800"/>
          </a:xfrm>
          <a:prstGeom prst="curvedRightArrow">
            <a:avLst/>
          </a:prstGeom>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endParaRPr lang="en-US">
              <a:solidFill>
                <a:schemeClr val="tx1"/>
              </a:solidFill>
            </a:endParaRPr>
          </a:p>
        </p:txBody>
      </p:sp>
      <p:pic>
        <p:nvPicPr>
          <p:cNvPr id="9" name="Picture 8"/>
          <p:cNvPicPr>
            <a:picLocks noChangeAspect="1"/>
          </p:cNvPicPr>
          <p:nvPr/>
        </p:nvPicPr>
        <p:blipFill>
          <a:blip r:embed="rId3"/>
          <a:stretch>
            <a:fillRect/>
          </a:stretch>
        </p:blipFill>
        <p:spPr>
          <a:xfrm>
            <a:off x="2667000" y="2995581"/>
            <a:ext cx="812747" cy="662019"/>
          </a:xfrm>
          <a:prstGeom prst="rect">
            <a:avLst/>
          </a:prstGeom>
        </p:spPr>
      </p:pic>
      <p:pic>
        <p:nvPicPr>
          <p:cNvPr id="10" name="Picture 9"/>
          <p:cNvPicPr>
            <a:picLocks noChangeAspect="1"/>
          </p:cNvPicPr>
          <p:nvPr/>
        </p:nvPicPr>
        <p:blipFill>
          <a:blip r:embed="rId4"/>
          <a:stretch>
            <a:fillRect/>
          </a:stretch>
        </p:blipFill>
        <p:spPr>
          <a:xfrm>
            <a:off x="3953213" y="2843139"/>
            <a:ext cx="835482" cy="832550"/>
          </a:xfrm>
          <a:prstGeom prst="rect">
            <a:avLst/>
          </a:prstGeom>
        </p:spPr>
      </p:pic>
      <p:pic>
        <p:nvPicPr>
          <p:cNvPr id="11" name="Picture 10"/>
          <p:cNvPicPr>
            <a:picLocks noChangeAspect="1"/>
          </p:cNvPicPr>
          <p:nvPr/>
        </p:nvPicPr>
        <p:blipFill>
          <a:blip r:embed="rId5"/>
          <a:stretch>
            <a:fillRect/>
          </a:stretch>
        </p:blipFill>
        <p:spPr>
          <a:xfrm>
            <a:off x="5333426" y="2843138"/>
            <a:ext cx="1256520" cy="992775"/>
          </a:xfrm>
          <a:prstGeom prst="rect">
            <a:avLst/>
          </a:prstGeom>
        </p:spPr>
      </p:pic>
      <p:pic>
        <p:nvPicPr>
          <p:cNvPr id="13" name="Picture 12"/>
          <p:cNvPicPr>
            <a:picLocks noChangeAspect="1"/>
          </p:cNvPicPr>
          <p:nvPr/>
        </p:nvPicPr>
        <p:blipFill>
          <a:blip r:embed="rId6"/>
          <a:stretch>
            <a:fillRect/>
          </a:stretch>
        </p:blipFill>
        <p:spPr>
          <a:xfrm>
            <a:off x="7370744" y="2995581"/>
            <a:ext cx="634853" cy="585819"/>
          </a:xfrm>
          <a:prstGeom prst="rect">
            <a:avLst/>
          </a:prstGeom>
        </p:spPr>
      </p:pic>
      <p:sp>
        <p:nvSpPr>
          <p:cNvPr id="15" name="TextBox 14"/>
          <p:cNvSpPr txBox="1"/>
          <p:nvPr/>
        </p:nvSpPr>
        <p:spPr>
          <a:xfrm>
            <a:off x="3927813" y="3650503"/>
            <a:ext cx="1524000" cy="261610"/>
          </a:xfrm>
          <a:prstGeom prst="rect">
            <a:avLst/>
          </a:prstGeom>
          <a:noFill/>
        </p:spPr>
        <p:txBody>
          <a:bodyPr wrap="square" rtlCol="0">
            <a:spAutoFit/>
          </a:bodyPr>
          <a:lstStyle/>
          <a:p>
            <a:r>
              <a:rPr lang="en-US" sz="1100" dirty="0" smtClean="0"/>
              <a:t>Bug Testing</a:t>
            </a:r>
            <a:endParaRPr lang="en-US" sz="1100" dirty="0"/>
          </a:p>
        </p:txBody>
      </p:sp>
      <p:sp>
        <p:nvSpPr>
          <p:cNvPr id="16" name="TextBox 15"/>
          <p:cNvSpPr txBox="1"/>
          <p:nvPr/>
        </p:nvSpPr>
        <p:spPr>
          <a:xfrm>
            <a:off x="7162800" y="3657601"/>
            <a:ext cx="1524000" cy="261610"/>
          </a:xfrm>
          <a:prstGeom prst="rect">
            <a:avLst/>
          </a:prstGeom>
          <a:noFill/>
        </p:spPr>
        <p:txBody>
          <a:bodyPr wrap="square" rtlCol="0">
            <a:spAutoFit/>
          </a:bodyPr>
          <a:lstStyle/>
          <a:p>
            <a:r>
              <a:rPr lang="en-US" sz="1100" dirty="0" smtClean="0"/>
              <a:t>Risk/ Issues</a:t>
            </a:r>
            <a:endParaRPr lang="en-US" sz="1100" dirty="0"/>
          </a:p>
        </p:txBody>
      </p:sp>
    </p:spTree>
    <p:extLst>
      <p:ext uri="{BB962C8B-B14F-4D97-AF65-F5344CB8AC3E}">
        <p14:creationId xmlns:p14="http://schemas.microsoft.com/office/powerpoint/2010/main" val="2189548161"/>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smtClean="0"/>
              <a:t>Work Flow of Issues</a:t>
            </a:r>
            <a:endParaRPr lang="en-US" dirty="0"/>
          </a:p>
        </p:txBody>
      </p:sp>
      <p:sp>
        <p:nvSpPr>
          <p:cNvPr id="5" name="Content Placeholder 4"/>
          <p:cNvSpPr>
            <a:spLocks noGrp="1"/>
          </p:cNvSpPr>
          <p:nvPr>
            <p:ph sz="half" idx="1"/>
          </p:nvPr>
        </p:nvSpPr>
        <p:spPr/>
        <p:txBody>
          <a:bodyPr/>
          <a:lstStyle/>
          <a:p>
            <a:r>
              <a:rPr lang="en-US" sz="2000" b="1" dirty="0" smtClean="0">
                <a:latin typeface="Calibri" panose="020F0502020204030204" pitchFamily="34" charset="0"/>
              </a:rPr>
              <a:t>Bug</a:t>
            </a:r>
          </a:p>
        </p:txBody>
      </p:sp>
      <p:sp>
        <p:nvSpPr>
          <p:cNvPr id="6" name="Content Placeholder 5"/>
          <p:cNvSpPr>
            <a:spLocks noGrp="1"/>
          </p:cNvSpPr>
          <p:nvPr>
            <p:ph sz="half" idx="2"/>
          </p:nvPr>
        </p:nvSpPr>
        <p:spPr/>
        <p:txBody>
          <a:bodyPr>
            <a:normAutofit/>
          </a:bodyPr>
          <a:lstStyle/>
          <a:p>
            <a:r>
              <a:rPr lang="en-US" sz="2000" b="1" dirty="0" smtClean="0">
                <a:latin typeface="Calibri" panose="020F0502020204030204" pitchFamily="34" charset="0"/>
              </a:rPr>
              <a:t>Technical Task </a:t>
            </a:r>
            <a:endParaRPr lang="en-US" sz="2000" b="1" dirty="0">
              <a:latin typeface="Calibri" panose="020F0502020204030204" pitchFamily="34" charset="0"/>
            </a:endParaRPr>
          </a:p>
        </p:txBody>
      </p:sp>
      <p:pic>
        <p:nvPicPr>
          <p:cNvPr id="7" name="Picture 6"/>
          <p:cNvPicPr>
            <a:picLocks noChangeAspect="1"/>
          </p:cNvPicPr>
          <p:nvPr/>
        </p:nvPicPr>
        <p:blipFill>
          <a:blip r:embed="rId3"/>
          <a:stretch>
            <a:fillRect/>
          </a:stretch>
        </p:blipFill>
        <p:spPr>
          <a:xfrm>
            <a:off x="1905000" y="1716679"/>
            <a:ext cx="841321" cy="835224"/>
          </a:xfrm>
          <a:prstGeom prst="rect">
            <a:avLst/>
          </a:prstGeom>
        </p:spPr>
      </p:pic>
      <p:pic>
        <p:nvPicPr>
          <p:cNvPr id="8" name="Picture 7"/>
          <p:cNvPicPr>
            <a:picLocks noChangeAspect="1"/>
          </p:cNvPicPr>
          <p:nvPr/>
        </p:nvPicPr>
        <p:blipFill>
          <a:blip r:embed="rId4"/>
          <a:stretch>
            <a:fillRect/>
          </a:stretch>
        </p:blipFill>
        <p:spPr>
          <a:xfrm>
            <a:off x="6629400" y="1770393"/>
            <a:ext cx="812747" cy="662019"/>
          </a:xfrm>
          <a:prstGeom prst="rect">
            <a:avLst/>
          </a:prstGeom>
        </p:spPr>
      </p:pic>
      <p:pic>
        <p:nvPicPr>
          <p:cNvPr id="9" name="Picture 8"/>
          <p:cNvPicPr>
            <a:picLocks noChangeAspect="1"/>
          </p:cNvPicPr>
          <p:nvPr/>
        </p:nvPicPr>
        <p:blipFill>
          <a:blip r:embed="rId5"/>
          <a:stretch>
            <a:fillRect/>
          </a:stretch>
        </p:blipFill>
        <p:spPr>
          <a:xfrm>
            <a:off x="971931" y="2883453"/>
            <a:ext cx="3336798" cy="3197305"/>
          </a:xfrm>
          <a:prstGeom prst="rect">
            <a:avLst/>
          </a:prstGeom>
        </p:spPr>
      </p:pic>
      <p:pic>
        <p:nvPicPr>
          <p:cNvPr id="10" name="Picture 9"/>
          <p:cNvPicPr>
            <a:picLocks noChangeAspect="1"/>
          </p:cNvPicPr>
          <p:nvPr/>
        </p:nvPicPr>
        <p:blipFill>
          <a:blip r:embed="rId6"/>
          <a:stretch>
            <a:fillRect/>
          </a:stretch>
        </p:blipFill>
        <p:spPr>
          <a:xfrm>
            <a:off x="5249830" y="2686548"/>
            <a:ext cx="3044952" cy="3394209"/>
          </a:xfrm>
          <a:prstGeom prst="rect">
            <a:avLst/>
          </a:prstGeom>
        </p:spPr>
      </p:pic>
    </p:spTree>
    <p:extLst>
      <p:ext uri="{BB962C8B-B14F-4D97-AF65-F5344CB8AC3E}">
        <p14:creationId xmlns:p14="http://schemas.microsoft.com/office/powerpoint/2010/main" val="1664546666"/>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Agenda</a:t>
            </a:r>
            <a:endParaRPr lang="en-US" dirty="0"/>
          </a:p>
        </p:txBody>
      </p:sp>
      <p:graphicFrame>
        <p:nvGraphicFramePr>
          <p:cNvPr id="4" name="Content Placeholder 3"/>
          <p:cNvGraphicFramePr>
            <a:graphicFrameLocks noGrp="1"/>
          </p:cNvGraphicFramePr>
          <p:nvPr>
            <p:ph idx="1"/>
            <p:extLst>
              <p:ext uri="{D42A27DB-BD31-4B8C-83A1-F6EECF244321}">
                <p14:modId xmlns:p14="http://schemas.microsoft.com/office/powerpoint/2010/main" val="2251977765"/>
              </p:ext>
            </p:extLst>
          </p:nvPr>
        </p:nvGraphicFramePr>
        <p:xfrm>
          <a:off x="857250" y="2057400"/>
          <a:ext cx="7404100" cy="403860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3957324893"/>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Заголовок 1"/>
          <p:cNvSpPr>
            <a:spLocks noGrp="1"/>
          </p:cNvSpPr>
          <p:nvPr>
            <p:ph type="title"/>
          </p:nvPr>
        </p:nvSpPr>
        <p:spPr>
          <a:xfrm>
            <a:off x="1214414" y="214290"/>
            <a:ext cx="7239000" cy="1143000"/>
          </a:xfrm>
        </p:spPr>
        <p:txBody>
          <a:bodyPr>
            <a:normAutofit fontScale="90000"/>
          </a:bodyPr>
          <a:lstStyle/>
          <a:p>
            <a:pPr lvl="0" algn="ctr"/>
            <a:r>
              <a:rPr lang="en-AU" dirty="0" smtClean="0"/>
              <a:t/>
            </a:r>
            <a:br>
              <a:rPr lang="en-AU" dirty="0" smtClean="0"/>
            </a:br>
            <a:endParaRPr lang="ru-RU" dirty="0"/>
          </a:p>
        </p:txBody>
      </p:sp>
      <p:sp>
        <p:nvSpPr>
          <p:cNvPr id="26" name="Заголовок 1"/>
          <p:cNvSpPr txBox="1">
            <a:spLocks/>
          </p:cNvSpPr>
          <p:nvPr/>
        </p:nvSpPr>
        <p:spPr>
          <a:xfrm>
            <a:off x="838200" y="1219200"/>
            <a:ext cx="8005786" cy="709590"/>
          </a:xfrm>
          <a:prstGeom prst="rect">
            <a:avLst/>
          </a:prstGeom>
        </p:spPr>
        <p:txBody>
          <a:bodyPr vert="horz" lIns="45715" tIns="0" rIns="45715" bIns="0" anchor="b" anchorCtr="0">
            <a:normAutofit fontScale="97500"/>
          </a:bodyPr>
          <a:lstStyle/>
          <a:p>
            <a:pPr defTabSz="914305">
              <a:defRPr/>
            </a:pPr>
            <a:r>
              <a:rPr lang="en-US" sz="3200" b="1" cap="all" spc="300" dirty="0" smtClean="0">
                <a:ln w="500">
                  <a:solidFill>
                    <a:schemeClr val="tx2">
                      <a:shade val="20000"/>
                      <a:satMod val="120000"/>
                    </a:schemeClr>
                  </a:solidFill>
                </a:ln>
                <a:solidFill>
                  <a:srgbClr val="3399FF"/>
                </a:solidFill>
                <a:effectLst>
                  <a:glow rad="139700">
                    <a:schemeClr val="accent6">
                      <a:satMod val="175000"/>
                      <a:alpha val="40000"/>
                    </a:schemeClr>
                  </a:glow>
                </a:effectLst>
                <a:latin typeface="Georgia" pitchFamily="18" charset="0"/>
                <a:ea typeface="+mj-ea"/>
                <a:cs typeface="+mj-cs"/>
              </a:rPr>
              <a:t>Task MANAGENT PROCESS</a:t>
            </a:r>
          </a:p>
        </p:txBody>
      </p:sp>
      <p:pic>
        <p:nvPicPr>
          <p:cNvPr id="3" name="Picture 2"/>
          <p:cNvPicPr>
            <a:picLocks noChangeAspect="1"/>
          </p:cNvPicPr>
          <p:nvPr/>
        </p:nvPicPr>
        <p:blipFill>
          <a:blip r:embed="rId3"/>
          <a:stretch>
            <a:fillRect/>
          </a:stretch>
        </p:blipFill>
        <p:spPr>
          <a:xfrm>
            <a:off x="685800" y="2514600"/>
            <a:ext cx="5791200" cy="3200400"/>
          </a:xfrm>
          <a:prstGeom prst="rect">
            <a:avLst/>
          </a:prstGeom>
        </p:spPr>
      </p:pic>
    </p:spTree>
    <p:extLst>
      <p:ext uri="{BB962C8B-B14F-4D97-AF65-F5344CB8AC3E}">
        <p14:creationId xmlns:p14="http://schemas.microsoft.com/office/powerpoint/2010/main" val="1487623002"/>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Task Work Flow</a:t>
            </a:r>
            <a:endParaRPr lang="en-US" dirty="0"/>
          </a:p>
        </p:txBody>
      </p:sp>
      <p:graphicFrame>
        <p:nvGraphicFramePr>
          <p:cNvPr id="4" name="Content Placeholder 3"/>
          <p:cNvGraphicFramePr>
            <a:graphicFrameLocks noGrp="1"/>
          </p:cNvGraphicFramePr>
          <p:nvPr>
            <p:ph idx="1"/>
            <p:extLst>
              <p:ext uri="{D42A27DB-BD31-4B8C-83A1-F6EECF244321}">
                <p14:modId xmlns:p14="http://schemas.microsoft.com/office/powerpoint/2010/main" val="1114501898"/>
              </p:ext>
            </p:extLst>
          </p:nvPr>
        </p:nvGraphicFramePr>
        <p:xfrm>
          <a:off x="609600" y="1295400"/>
          <a:ext cx="3581400" cy="516572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pic>
        <p:nvPicPr>
          <p:cNvPr id="6" name="Picture 5"/>
          <p:cNvPicPr>
            <a:picLocks noChangeAspect="1"/>
          </p:cNvPicPr>
          <p:nvPr/>
        </p:nvPicPr>
        <p:blipFill>
          <a:blip r:embed="rId7"/>
          <a:stretch>
            <a:fillRect/>
          </a:stretch>
        </p:blipFill>
        <p:spPr>
          <a:xfrm>
            <a:off x="5715000" y="1752600"/>
            <a:ext cx="1929611" cy="3939984"/>
          </a:xfrm>
          <a:prstGeom prst="rect">
            <a:avLst/>
          </a:prstGeom>
        </p:spPr>
      </p:pic>
      <p:sp>
        <p:nvSpPr>
          <p:cNvPr id="7" name="Right Arrow 6"/>
          <p:cNvSpPr/>
          <p:nvPr/>
        </p:nvSpPr>
        <p:spPr>
          <a:xfrm>
            <a:off x="4419600" y="3505200"/>
            <a:ext cx="533400" cy="304800"/>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559736157"/>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74" name="Group 73"/>
          <p:cNvGrpSpPr/>
          <p:nvPr/>
        </p:nvGrpSpPr>
        <p:grpSpPr>
          <a:xfrm>
            <a:off x="4872665" y="1224634"/>
            <a:ext cx="2594935" cy="5099966"/>
            <a:chOff x="5867400" y="1219949"/>
            <a:chExt cx="3139475" cy="4842716"/>
          </a:xfrm>
        </p:grpSpPr>
        <p:sp>
          <p:nvSpPr>
            <p:cNvPr id="18" name="Flowchart: Terminator 17"/>
            <p:cNvSpPr/>
            <p:nvPr/>
          </p:nvSpPr>
          <p:spPr>
            <a:xfrm>
              <a:off x="5867400" y="1219949"/>
              <a:ext cx="1281418" cy="799171"/>
            </a:xfrm>
            <a:prstGeom prst="flowChartTerminator">
              <a:avLst/>
            </a:prstGeom>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r>
                <a:rPr lang="en-US" sz="1400" b="1" dirty="0" smtClean="0">
                  <a:solidFill>
                    <a:schemeClr val="tx1"/>
                  </a:solidFill>
                  <a:latin typeface="Calibri" panose="020F0502020204030204" pitchFamily="34" charset="0"/>
                </a:rPr>
                <a:t>Open</a:t>
              </a:r>
              <a:endParaRPr lang="en-US" sz="1400" b="1" dirty="0">
                <a:solidFill>
                  <a:schemeClr val="tx1"/>
                </a:solidFill>
                <a:latin typeface="Calibri" panose="020F0502020204030204" pitchFamily="34" charset="0"/>
              </a:endParaRPr>
            </a:p>
          </p:txBody>
        </p:sp>
        <p:sp>
          <p:nvSpPr>
            <p:cNvPr id="19" name="Flowchart: Terminator 18"/>
            <p:cNvSpPr/>
            <p:nvPr/>
          </p:nvSpPr>
          <p:spPr>
            <a:xfrm>
              <a:off x="5867400" y="2489126"/>
              <a:ext cx="1281418" cy="799171"/>
            </a:xfrm>
            <a:prstGeom prst="flowChartTerminator">
              <a:avLst/>
            </a:prstGeom>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r>
                <a:rPr lang="en-US" sz="1400" b="1" dirty="0" smtClean="0">
                  <a:solidFill>
                    <a:schemeClr val="tx1"/>
                  </a:solidFill>
                  <a:latin typeface="Calibri" panose="020F0502020204030204" pitchFamily="34" charset="0"/>
                </a:rPr>
                <a:t>In progress</a:t>
              </a:r>
              <a:endParaRPr lang="en-US" sz="1400" b="1" dirty="0">
                <a:solidFill>
                  <a:schemeClr val="tx1"/>
                </a:solidFill>
                <a:latin typeface="Calibri" panose="020F0502020204030204" pitchFamily="34" charset="0"/>
              </a:endParaRPr>
            </a:p>
          </p:txBody>
        </p:sp>
        <p:sp>
          <p:nvSpPr>
            <p:cNvPr id="20" name="Flowchart: Terminator 19"/>
            <p:cNvSpPr/>
            <p:nvPr/>
          </p:nvSpPr>
          <p:spPr>
            <a:xfrm>
              <a:off x="5887587" y="3838248"/>
              <a:ext cx="1281418" cy="799171"/>
            </a:xfrm>
            <a:prstGeom prst="flowChartTerminator">
              <a:avLst/>
            </a:prstGeom>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r>
                <a:rPr lang="en-US" sz="1400" b="1" dirty="0" smtClean="0">
                  <a:solidFill>
                    <a:schemeClr val="tx1"/>
                  </a:solidFill>
                  <a:latin typeface="Calibri" panose="020F0502020204030204" pitchFamily="34" charset="0"/>
                </a:rPr>
                <a:t>Resolved</a:t>
              </a:r>
              <a:endParaRPr lang="en-US" sz="1400" b="1" dirty="0">
                <a:solidFill>
                  <a:schemeClr val="tx1"/>
                </a:solidFill>
                <a:latin typeface="Calibri" panose="020F0502020204030204" pitchFamily="34" charset="0"/>
              </a:endParaRPr>
            </a:p>
          </p:txBody>
        </p:sp>
        <p:sp>
          <p:nvSpPr>
            <p:cNvPr id="21" name="Flowchart: Terminator 20"/>
            <p:cNvSpPr/>
            <p:nvPr/>
          </p:nvSpPr>
          <p:spPr>
            <a:xfrm>
              <a:off x="5897241" y="5263494"/>
              <a:ext cx="1281418" cy="799171"/>
            </a:xfrm>
            <a:prstGeom prst="flowChartTerminator">
              <a:avLst/>
            </a:prstGeom>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r>
                <a:rPr lang="en-US" sz="1400" b="1" dirty="0" smtClean="0">
                  <a:solidFill>
                    <a:schemeClr val="tx1"/>
                  </a:solidFill>
                  <a:latin typeface="Calibri" panose="020F0502020204030204" pitchFamily="34" charset="0"/>
                </a:rPr>
                <a:t>Closed</a:t>
              </a:r>
              <a:endParaRPr lang="en-US" sz="1400" b="1" dirty="0">
                <a:solidFill>
                  <a:schemeClr val="tx1"/>
                </a:solidFill>
                <a:latin typeface="Calibri" panose="020F0502020204030204" pitchFamily="34" charset="0"/>
              </a:endParaRPr>
            </a:p>
          </p:txBody>
        </p:sp>
        <p:sp>
          <p:nvSpPr>
            <p:cNvPr id="22" name="Flowchart: Terminator 21"/>
            <p:cNvSpPr/>
            <p:nvPr/>
          </p:nvSpPr>
          <p:spPr>
            <a:xfrm>
              <a:off x="7725457" y="2989415"/>
              <a:ext cx="1281418" cy="799171"/>
            </a:xfrm>
            <a:prstGeom prst="flowChartTerminator">
              <a:avLst/>
            </a:prstGeom>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r>
                <a:rPr lang="en-US" sz="1400" b="1" dirty="0" smtClean="0">
                  <a:solidFill>
                    <a:schemeClr val="tx1"/>
                  </a:solidFill>
                  <a:latin typeface="Calibri" panose="020F0502020204030204" pitchFamily="34" charset="0"/>
                </a:rPr>
                <a:t>Reopened</a:t>
              </a:r>
              <a:endParaRPr lang="en-US" sz="1400" b="1" dirty="0">
                <a:solidFill>
                  <a:schemeClr val="tx1"/>
                </a:solidFill>
                <a:latin typeface="Calibri" panose="020F0502020204030204" pitchFamily="34" charset="0"/>
              </a:endParaRPr>
            </a:p>
          </p:txBody>
        </p:sp>
        <p:cxnSp>
          <p:nvCxnSpPr>
            <p:cNvPr id="24" name="Straight Arrow Connector 23"/>
            <p:cNvCxnSpPr>
              <a:endCxn id="19" idx="0"/>
            </p:cNvCxnSpPr>
            <p:nvPr/>
          </p:nvCxnSpPr>
          <p:spPr>
            <a:xfrm>
              <a:off x="6508109" y="2101452"/>
              <a:ext cx="0" cy="387674"/>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cxnSp>
          <p:nvCxnSpPr>
            <p:cNvPr id="28" name="Straight Arrow Connector 27"/>
            <p:cNvCxnSpPr/>
            <p:nvPr/>
          </p:nvCxnSpPr>
          <p:spPr>
            <a:xfrm>
              <a:off x="6537950" y="3400912"/>
              <a:ext cx="0" cy="387674"/>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cxnSp>
          <p:nvCxnSpPr>
            <p:cNvPr id="29" name="Straight Arrow Connector 28"/>
            <p:cNvCxnSpPr/>
            <p:nvPr/>
          </p:nvCxnSpPr>
          <p:spPr>
            <a:xfrm>
              <a:off x="6552871" y="4744582"/>
              <a:ext cx="0" cy="387674"/>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cxnSp>
          <p:nvCxnSpPr>
            <p:cNvPr id="35" name="Elbow Connector 34"/>
            <p:cNvCxnSpPr>
              <a:stCxn id="21" idx="3"/>
              <a:endCxn id="22" idx="2"/>
            </p:cNvCxnSpPr>
            <p:nvPr/>
          </p:nvCxnSpPr>
          <p:spPr>
            <a:xfrm flipV="1">
              <a:off x="7178659" y="3788586"/>
              <a:ext cx="1187507" cy="1874494"/>
            </a:xfrm>
            <a:prstGeom prst="bentConnector2">
              <a:avLst/>
            </a:prstGeom>
            <a:ln>
              <a:tailEnd type="triangle"/>
            </a:ln>
          </p:spPr>
          <p:style>
            <a:lnRef idx="2">
              <a:schemeClr val="dk1"/>
            </a:lnRef>
            <a:fillRef idx="0">
              <a:schemeClr val="dk1"/>
            </a:fillRef>
            <a:effectRef idx="1">
              <a:schemeClr val="dk1"/>
            </a:effectRef>
            <a:fontRef idx="minor">
              <a:schemeClr val="tx1"/>
            </a:fontRef>
          </p:style>
        </p:cxnSp>
        <p:cxnSp>
          <p:nvCxnSpPr>
            <p:cNvPr id="39" name="Elbow Connector 38"/>
            <p:cNvCxnSpPr>
              <a:stCxn id="22" idx="0"/>
              <a:endCxn id="18" idx="3"/>
            </p:cNvCxnSpPr>
            <p:nvPr/>
          </p:nvCxnSpPr>
          <p:spPr>
            <a:xfrm rot="16200000" flipV="1">
              <a:off x="7072552" y="1695801"/>
              <a:ext cx="1369881" cy="1217347"/>
            </a:xfrm>
            <a:prstGeom prst="bentConnector2">
              <a:avLst/>
            </a:prstGeom>
            <a:ln>
              <a:tailEnd type="triangle"/>
            </a:ln>
          </p:spPr>
          <p:style>
            <a:lnRef idx="2">
              <a:schemeClr val="dk1"/>
            </a:lnRef>
            <a:fillRef idx="0">
              <a:schemeClr val="dk1"/>
            </a:fillRef>
            <a:effectRef idx="1">
              <a:schemeClr val="dk1"/>
            </a:effectRef>
            <a:fontRef idx="minor">
              <a:schemeClr val="tx1"/>
            </a:fontRef>
          </p:style>
        </p:cxnSp>
        <p:cxnSp>
          <p:nvCxnSpPr>
            <p:cNvPr id="41" name="Straight Connector 40"/>
            <p:cNvCxnSpPr>
              <a:stCxn id="20" idx="3"/>
            </p:cNvCxnSpPr>
            <p:nvPr/>
          </p:nvCxnSpPr>
          <p:spPr>
            <a:xfrm>
              <a:off x="7169005" y="4237833"/>
              <a:ext cx="1197161" cy="3230"/>
            </a:xfrm>
            <a:prstGeom prst="line">
              <a:avLst/>
            </a:prstGeom>
          </p:spPr>
          <p:style>
            <a:lnRef idx="2">
              <a:schemeClr val="dk1"/>
            </a:lnRef>
            <a:fillRef idx="0">
              <a:schemeClr val="dk1"/>
            </a:fillRef>
            <a:effectRef idx="1">
              <a:schemeClr val="dk1"/>
            </a:effectRef>
            <a:fontRef idx="minor">
              <a:schemeClr val="tx1"/>
            </a:fontRef>
          </p:style>
        </p:cxnSp>
      </p:grpSp>
      <p:grpSp>
        <p:nvGrpSpPr>
          <p:cNvPr id="73" name="Group 72"/>
          <p:cNvGrpSpPr/>
          <p:nvPr/>
        </p:nvGrpSpPr>
        <p:grpSpPr>
          <a:xfrm>
            <a:off x="961442" y="1224634"/>
            <a:ext cx="3519024" cy="4842716"/>
            <a:chOff x="2414088" y="1173391"/>
            <a:chExt cx="3519024" cy="4842716"/>
          </a:xfrm>
        </p:grpSpPr>
        <p:sp>
          <p:nvSpPr>
            <p:cNvPr id="5" name="TextBox 4"/>
            <p:cNvSpPr txBox="1"/>
            <p:nvPr/>
          </p:nvSpPr>
          <p:spPr>
            <a:xfrm>
              <a:off x="2414088" y="2157790"/>
              <a:ext cx="1143000" cy="276999"/>
            </a:xfrm>
            <a:prstGeom prst="rect">
              <a:avLst/>
            </a:prstGeom>
            <a:noFill/>
          </p:spPr>
          <p:txBody>
            <a:bodyPr wrap="square" rtlCol="0">
              <a:spAutoFit/>
            </a:bodyPr>
            <a:lstStyle/>
            <a:p>
              <a:r>
                <a:rPr lang="en-US" sz="1200" b="1" dirty="0" smtClean="0">
                  <a:latin typeface="Calibri" panose="020F0502020204030204" pitchFamily="34" charset="0"/>
                </a:rPr>
                <a:t>Scrum Master</a:t>
              </a:r>
              <a:endParaRPr lang="en-US" sz="1200" b="1" dirty="0">
                <a:latin typeface="Calibri" panose="020F0502020204030204" pitchFamily="34" charset="0"/>
              </a:endParaRPr>
            </a:p>
          </p:txBody>
        </p:sp>
        <p:pic>
          <p:nvPicPr>
            <p:cNvPr id="56" name="Picture 55"/>
            <p:cNvPicPr>
              <a:picLocks noChangeAspect="1"/>
            </p:cNvPicPr>
            <p:nvPr/>
          </p:nvPicPr>
          <p:blipFill>
            <a:blip r:embed="rId2"/>
            <a:stretch>
              <a:fillRect/>
            </a:stretch>
          </p:blipFill>
          <p:spPr>
            <a:xfrm>
              <a:off x="2485427" y="2978457"/>
              <a:ext cx="1179035" cy="1093011"/>
            </a:xfrm>
            <a:prstGeom prst="rect">
              <a:avLst/>
            </a:prstGeom>
          </p:spPr>
        </p:pic>
        <p:pic>
          <p:nvPicPr>
            <p:cNvPr id="4" name="Picture 3"/>
            <p:cNvPicPr>
              <a:picLocks noChangeAspect="1"/>
            </p:cNvPicPr>
            <p:nvPr/>
          </p:nvPicPr>
          <p:blipFill>
            <a:blip r:embed="rId3"/>
            <a:stretch>
              <a:fillRect/>
            </a:stretch>
          </p:blipFill>
          <p:spPr>
            <a:xfrm>
              <a:off x="2519404" y="1173391"/>
              <a:ext cx="753395" cy="1019780"/>
            </a:xfrm>
            <a:prstGeom prst="rect">
              <a:avLst/>
            </a:prstGeom>
          </p:spPr>
        </p:pic>
        <p:pic>
          <p:nvPicPr>
            <p:cNvPr id="50" name="Picture 49"/>
            <p:cNvPicPr>
              <a:picLocks noChangeAspect="1"/>
            </p:cNvPicPr>
            <p:nvPr/>
          </p:nvPicPr>
          <p:blipFill>
            <a:blip r:embed="rId4"/>
            <a:stretch>
              <a:fillRect/>
            </a:stretch>
          </p:blipFill>
          <p:spPr>
            <a:xfrm>
              <a:off x="4157983" y="1252648"/>
              <a:ext cx="863970" cy="948423"/>
            </a:xfrm>
            <a:prstGeom prst="rect">
              <a:avLst/>
            </a:prstGeom>
          </p:spPr>
        </p:pic>
        <p:cxnSp>
          <p:nvCxnSpPr>
            <p:cNvPr id="52" name="Straight Connector 51"/>
            <p:cNvCxnSpPr/>
            <p:nvPr/>
          </p:nvCxnSpPr>
          <p:spPr>
            <a:xfrm>
              <a:off x="3429000" y="1817756"/>
              <a:ext cx="728983"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54" name="Straight Arrow Connector 53"/>
            <p:cNvCxnSpPr/>
            <p:nvPr/>
          </p:nvCxnSpPr>
          <p:spPr>
            <a:xfrm>
              <a:off x="4877565" y="1817756"/>
              <a:ext cx="714594"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58" name="TextBox 57"/>
            <p:cNvSpPr txBox="1"/>
            <p:nvPr/>
          </p:nvSpPr>
          <p:spPr>
            <a:xfrm>
              <a:off x="2538998" y="3962069"/>
              <a:ext cx="1071891" cy="285159"/>
            </a:xfrm>
            <a:prstGeom prst="rect">
              <a:avLst/>
            </a:prstGeom>
            <a:noFill/>
          </p:spPr>
          <p:txBody>
            <a:bodyPr wrap="square" rtlCol="0">
              <a:spAutoFit/>
            </a:bodyPr>
            <a:lstStyle/>
            <a:p>
              <a:r>
                <a:rPr lang="en-US" sz="1200" b="1" dirty="0" smtClean="0">
                  <a:latin typeface="Calibri" panose="020F0502020204030204" pitchFamily="34" charset="0"/>
                </a:rPr>
                <a:t>Project team</a:t>
              </a:r>
              <a:endParaRPr lang="en-US" sz="1200" b="1" dirty="0">
                <a:latin typeface="Calibri" panose="020F0502020204030204" pitchFamily="34" charset="0"/>
              </a:endParaRPr>
            </a:p>
          </p:txBody>
        </p:sp>
        <p:cxnSp>
          <p:nvCxnSpPr>
            <p:cNvPr id="59" name="Straight Connector 58"/>
            <p:cNvCxnSpPr/>
            <p:nvPr/>
          </p:nvCxnSpPr>
          <p:spPr>
            <a:xfrm flipV="1">
              <a:off x="3715391" y="3696285"/>
              <a:ext cx="547558" cy="4684"/>
            </a:xfrm>
            <a:prstGeom prst="line">
              <a:avLst/>
            </a:prstGeom>
          </p:spPr>
          <p:style>
            <a:lnRef idx="1">
              <a:schemeClr val="accent1"/>
            </a:lnRef>
            <a:fillRef idx="0">
              <a:schemeClr val="accent1"/>
            </a:fillRef>
            <a:effectRef idx="0">
              <a:schemeClr val="accent1"/>
            </a:effectRef>
            <a:fontRef idx="minor">
              <a:schemeClr val="tx1"/>
            </a:fontRef>
          </p:style>
        </p:cxnSp>
        <p:cxnSp>
          <p:nvCxnSpPr>
            <p:cNvPr id="61" name="Straight Arrow Connector 60"/>
            <p:cNvCxnSpPr/>
            <p:nvPr/>
          </p:nvCxnSpPr>
          <p:spPr>
            <a:xfrm>
              <a:off x="5117075" y="3639492"/>
              <a:ext cx="714594"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pic>
          <p:nvPicPr>
            <p:cNvPr id="62" name="Picture 61"/>
            <p:cNvPicPr>
              <a:picLocks noChangeAspect="1"/>
            </p:cNvPicPr>
            <p:nvPr/>
          </p:nvPicPr>
          <p:blipFill>
            <a:blip r:embed="rId5"/>
            <a:stretch>
              <a:fillRect/>
            </a:stretch>
          </p:blipFill>
          <p:spPr>
            <a:xfrm>
              <a:off x="4093689" y="3039626"/>
              <a:ext cx="1169352" cy="1133270"/>
            </a:xfrm>
            <a:prstGeom prst="rect">
              <a:avLst/>
            </a:prstGeom>
          </p:spPr>
        </p:pic>
        <p:pic>
          <p:nvPicPr>
            <p:cNvPr id="63" name="Picture 62"/>
            <p:cNvPicPr>
              <a:picLocks noChangeAspect="1"/>
            </p:cNvPicPr>
            <p:nvPr/>
          </p:nvPicPr>
          <p:blipFill>
            <a:blip r:embed="rId6"/>
            <a:stretch>
              <a:fillRect/>
            </a:stretch>
          </p:blipFill>
          <p:spPr>
            <a:xfrm>
              <a:off x="4262949" y="4905500"/>
              <a:ext cx="1000091" cy="822328"/>
            </a:xfrm>
            <a:prstGeom prst="rect">
              <a:avLst/>
            </a:prstGeom>
          </p:spPr>
        </p:pic>
        <p:pic>
          <p:nvPicPr>
            <p:cNvPr id="64" name="Picture 63"/>
            <p:cNvPicPr>
              <a:picLocks noChangeAspect="1"/>
            </p:cNvPicPr>
            <p:nvPr/>
          </p:nvPicPr>
          <p:blipFill>
            <a:blip r:embed="rId3"/>
            <a:stretch>
              <a:fillRect/>
            </a:stretch>
          </p:blipFill>
          <p:spPr>
            <a:xfrm>
              <a:off x="2557843" y="4676032"/>
              <a:ext cx="753395" cy="1019780"/>
            </a:xfrm>
            <a:prstGeom prst="rect">
              <a:avLst/>
            </a:prstGeom>
          </p:spPr>
        </p:pic>
        <p:sp>
          <p:nvSpPr>
            <p:cNvPr id="65" name="TextBox 64"/>
            <p:cNvSpPr txBox="1"/>
            <p:nvPr/>
          </p:nvSpPr>
          <p:spPr>
            <a:xfrm>
              <a:off x="2460257" y="5730948"/>
              <a:ext cx="1071891" cy="285159"/>
            </a:xfrm>
            <a:prstGeom prst="rect">
              <a:avLst/>
            </a:prstGeom>
            <a:noFill/>
          </p:spPr>
          <p:txBody>
            <a:bodyPr wrap="square" rtlCol="0">
              <a:spAutoFit/>
            </a:bodyPr>
            <a:lstStyle/>
            <a:p>
              <a:r>
                <a:rPr lang="en-US" sz="1200" b="1" dirty="0" smtClean="0">
                  <a:latin typeface="Calibri" panose="020F0502020204030204" pitchFamily="34" charset="0"/>
                </a:rPr>
                <a:t>Scrum Master</a:t>
              </a:r>
              <a:endParaRPr lang="en-US" sz="1200" b="1" dirty="0">
                <a:latin typeface="Calibri" panose="020F0502020204030204" pitchFamily="34" charset="0"/>
              </a:endParaRPr>
            </a:p>
          </p:txBody>
        </p:sp>
        <p:cxnSp>
          <p:nvCxnSpPr>
            <p:cNvPr id="66" name="Straight Connector 65"/>
            <p:cNvCxnSpPr/>
            <p:nvPr/>
          </p:nvCxnSpPr>
          <p:spPr>
            <a:xfrm flipV="1">
              <a:off x="3648900" y="5382652"/>
              <a:ext cx="547558" cy="4684"/>
            </a:xfrm>
            <a:prstGeom prst="line">
              <a:avLst/>
            </a:prstGeom>
          </p:spPr>
          <p:style>
            <a:lnRef idx="1">
              <a:schemeClr val="accent1"/>
            </a:lnRef>
            <a:fillRef idx="0">
              <a:schemeClr val="accent1"/>
            </a:fillRef>
            <a:effectRef idx="0">
              <a:schemeClr val="accent1"/>
            </a:effectRef>
            <a:fontRef idx="minor">
              <a:schemeClr val="tx1"/>
            </a:fontRef>
          </p:style>
        </p:cxnSp>
        <p:cxnSp>
          <p:nvCxnSpPr>
            <p:cNvPr id="67" name="Straight Arrow Connector 66"/>
            <p:cNvCxnSpPr/>
            <p:nvPr/>
          </p:nvCxnSpPr>
          <p:spPr>
            <a:xfrm>
              <a:off x="5218518" y="5325859"/>
              <a:ext cx="714594"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grpSp>
      <p:sp>
        <p:nvSpPr>
          <p:cNvPr id="76" name="Title 1"/>
          <p:cNvSpPr>
            <a:spLocks noGrp="1"/>
          </p:cNvSpPr>
          <p:nvPr>
            <p:ph type="title"/>
          </p:nvPr>
        </p:nvSpPr>
        <p:spPr>
          <a:xfrm>
            <a:off x="857250" y="152400"/>
            <a:ext cx="7406640" cy="1356360"/>
          </a:xfrm>
        </p:spPr>
        <p:txBody>
          <a:bodyPr/>
          <a:lstStyle/>
          <a:p>
            <a:r>
              <a:rPr lang="en-US" dirty="0" smtClean="0"/>
              <a:t>Task Management Process</a:t>
            </a:r>
            <a:endParaRPr lang="en-US" dirty="0"/>
          </a:p>
        </p:txBody>
      </p:sp>
    </p:spTree>
    <p:extLst>
      <p:ext uri="{BB962C8B-B14F-4D97-AF65-F5344CB8AC3E}">
        <p14:creationId xmlns:p14="http://schemas.microsoft.com/office/powerpoint/2010/main" val="3786079136"/>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Flowchart: Terminator 17"/>
          <p:cNvSpPr/>
          <p:nvPr/>
        </p:nvSpPr>
        <p:spPr>
          <a:xfrm>
            <a:off x="1548111" y="1371600"/>
            <a:ext cx="1105565" cy="344559"/>
          </a:xfrm>
          <a:prstGeom prst="flowChartTerminator">
            <a:avLst/>
          </a:prstGeom>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r>
              <a:rPr lang="en-US" sz="1400" b="1" dirty="0" smtClean="0">
                <a:solidFill>
                  <a:schemeClr val="tx1"/>
                </a:solidFill>
                <a:latin typeface="Calibri" panose="020F0502020204030204" pitchFamily="34" charset="0"/>
              </a:rPr>
              <a:t>Open</a:t>
            </a:r>
            <a:endParaRPr lang="en-US" sz="1400" b="1" dirty="0">
              <a:solidFill>
                <a:schemeClr val="tx1"/>
              </a:solidFill>
              <a:latin typeface="Calibri" panose="020F0502020204030204" pitchFamily="34" charset="0"/>
            </a:endParaRPr>
          </a:p>
        </p:txBody>
      </p:sp>
      <p:sp>
        <p:nvSpPr>
          <p:cNvPr id="19" name="Flowchart: Terminator 18"/>
          <p:cNvSpPr/>
          <p:nvPr/>
        </p:nvSpPr>
        <p:spPr>
          <a:xfrm>
            <a:off x="4518894" y="2585730"/>
            <a:ext cx="1433919" cy="455524"/>
          </a:xfrm>
          <a:prstGeom prst="flowChartTerminator">
            <a:avLst/>
          </a:prstGeom>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r>
              <a:rPr lang="en-US" sz="1400" b="1" dirty="0" smtClean="0">
                <a:solidFill>
                  <a:schemeClr val="tx1"/>
                </a:solidFill>
                <a:latin typeface="Calibri" panose="020F0502020204030204" pitchFamily="34" charset="0"/>
              </a:rPr>
              <a:t>In progress</a:t>
            </a:r>
            <a:endParaRPr lang="en-US" sz="1400" b="1" dirty="0">
              <a:solidFill>
                <a:schemeClr val="tx1"/>
              </a:solidFill>
              <a:latin typeface="Calibri" panose="020F0502020204030204" pitchFamily="34" charset="0"/>
            </a:endParaRPr>
          </a:p>
        </p:txBody>
      </p:sp>
      <p:sp>
        <p:nvSpPr>
          <p:cNvPr id="20" name="Flowchart: Terminator 19"/>
          <p:cNvSpPr/>
          <p:nvPr/>
        </p:nvSpPr>
        <p:spPr>
          <a:xfrm>
            <a:off x="4501849" y="3125938"/>
            <a:ext cx="1468010" cy="419809"/>
          </a:xfrm>
          <a:prstGeom prst="flowChartTerminator">
            <a:avLst/>
          </a:prstGeom>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r>
              <a:rPr lang="en-US" sz="1400" b="1" dirty="0" smtClean="0">
                <a:solidFill>
                  <a:schemeClr val="tx1"/>
                </a:solidFill>
                <a:latin typeface="Calibri" panose="020F0502020204030204" pitchFamily="34" charset="0"/>
              </a:rPr>
              <a:t>Resolved</a:t>
            </a:r>
            <a:endParaRPr lang="en-US" sz="1400" b="1" dirty="0">
              <a:solidFill>
                <a:schemeClr val="tx1"/>
              </a:solidFill>
              <a:latin typeface="Calibri" panose="020F0502020204030204" pitchFamily="34" charset="0"/>
            </a:endParaRPr>
          </a:p>
        </p:txBody>
      </p:sp>
      <p:sp>
        <p:nvSpPr>
          <p:cNvPr id="21" name="Flowchart: Terminator 20"/>
          <p:cNvSpPr/>
          <p:nvPr/>
        </p:nvSpPr>
        <p:spPr>
          <a:xfrm>
            <a:off x="6249598" y="5018188"/>
            <a:ext cx="1252849" cy="371416"/>
          </a:xfrm>
          <a:prstGeom prst="flowChartTerminator">
            <a:avLst/>
          </a:prstGeom>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r>
              <a:rPr lang="en-US" sz="1400" b="1" dirty="0" smtClean="0">
                <a:solidFill>
                  <a:schemeClr val="tx1"/>
                </a:solidFill>
                <a:latin typeface="Calibri" panose="020F0502020204030204" pitchFamily="34" charset="0"/>
              </a:rPr>
              <a:t>Closed</a:t>
            </a:r>
            <a:endParaRPr lang="en-US" sz="1400" b="1" dirty="0">
              <a:solidFill>
                <a:schemeClr val="tx1"/>
              </a:solidFill>
              <a:latin typeface="Calibri" panose="020F0502020204030204" pitchFamily="34" charset="0"/>
            </a:endParaRPr>
          </a:p>
        </p:txBody>
      </p:sp>
      <p:sp>
        <p:nvSpPr>
          <p:cNvPr id="22" name="Flowchart: Terminator 21"/>
          <p:cNvSpPr/>
          <p:nvPr/>
        </p:nvSpPr>
        <p:spPr>
          <a:xfrm>
            <a:off x="6249598" y="4557166"/>
            <a:ext cx="1252849" cy="419601"/>
          </a:xfrm>
          <a:prstGeom prst="flowChartTerminator">
            <a:avLst/>
          </a:prstGeom>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r>
              <a:rPr lang="en-US" sz="1400" b="1" dirty="0" smtClean="0">
                <a:solidFill>
                  <a:schemeClr val="tx1"/>
                </a:solidFill>
                <a:latin typeface="Calibri" panose="020F0502020204030204" pitchFamily="34" charset="0"/>
              </a:rPr>
              <a:t>Reopened</a:t>
            </a:r>
            <a:endParaRPr lang="en-US" sz="1400" b="1" dirty="0">
              <a:solidFill>
                <a:schemeClr val="tx1"/>
              </a:solidFill>
              <a:latin typeface="Calibri" panose="020F0502020204030204" pitchFamily="34" charset="0"/>
            </a:endParaRPr>
          </a:p>
        </p:txBody>
      </p:sp>
      <p:grpSp>
        <p:nvGrpSpPr>
          <p:cNvPr id="6" name="Group 5"/>
          <p:cNvGrpSpPr/>
          <p:nvPr/>
        </p:nvGrpSpPr>
        <p:grpSpPr>
          <a:xfrm>
            <a:off x="447929" y="1487778"/>
            <a:ext cx="1405921" cy="1391164"/>
            <a:chOff x="1052976" y="1304228"/>
            <a:chExt cx="1143000" cy="1261398"/>
          </a:xfrm>
        </p:grpSpPr>
        <p:sp>
          <p:nvSpPr>
            <p:cNvPr id="5" name="TextBox 4"/>
            <p:cNvSpPr txBox="1"/>
            <p:nvPr/>
          </p:nvSpPr>
          <p:spPr>
            <a:xfrm>
              <a:off x="1052976" y="2288627"/>
              <a:ext cx="1143000" cy="276999"/>
            </a:xfrm>
            <a:prstGeom prst="rect">
              <a:avLst/>
            </a:prstGeom>
            <a:noFill/>
          </p:spPr>
          <p:txBody>
            <a:bodyPr wrap="square" rtlCol="0">
              <a:spAutoFit/>
            </a:bodyPr>
            <a:lstStyle/>
            <a:p>
              <a:r>
                <a:rPr lang="en-US" sz="1200" b="1" dirty="0" smtClean="0">
                  <a:latin typeface="Calibri" panose="020F0502020204030204" pitchFamily="34" charset="0"/>
                </a:rPr>
                <a:t>Scrum Master</a:t>
              </a:r>
              <a:endParaRPr lang="en-US" sz="1200" b="1" dirty="0">
                <a:latin typeface="Calibri" panose="020F0502020204030204" pitchFamily="34" charset="0"/>
              </a:endParaRPr>
            </a:p>
          </p:txBody>
        </p:sp>
        <p:pic>
          <p:nvPicPr>
            <p:cNvPr id="4" name="Picture 3"/>
            <p:cNvPicPr>
              <a:picLocks noChangeAspect="1"/>
            </p:cNvPicPr>
            <p:nvPr/>
          </p:nvPicPr>
          <p:blipFill>
            <a:blip r:embed="rId2"/>
            <a:stretch>
              <a:fillRect/>
            </a:stretch>
          </p:blipFill>
          <p:spPr>
            <a:xfrm>
              <a:off x="1158292" y="1304228"/>
              <a:ext cx="753395" cy="1019780"/>
            </a:xfrm>
            <a:prstGeom prst="rect">
              <a:avLst/>
            </a:prstGeom>
          </p:spPr>
        </p:pic>
      </p:grpSp>
      <p:pic>
        <p:nvPicPr>
          <p:cNvPr id="50" name="Picture 49"/>
          <p:cNvPicPr>
            <a:picLocks noChangeAspect="1"/>
          </p:cNvPicPr>
          <p:nvPr/>
        </p:nvPicPr>
        <p:blipFill>
          <a:blip r:embed="rId3"/>
          <a:stretch>
            <a:fillRect/>
          </a:stretch>
        </p:blipFill>
        <p:spPr>
          <a:xfrm>
            <a:off x="2316213" y="1935659"/>
            <a:ext cx="842129" cy="845993"/>
          </a:xfrm>
          <a:prstGeom prst="rect">
            <a:avLst/>
          </a:prstGeom>
        </p:spPr>
      </p:pic>
      <p:cxnSp>
        <p:nvCxnSpPr>
          <p:cNvPr id="52" name="Straight Connector 51"/>
          <p:cNvCxnSpPr/>
          <p:nvPr/>
        </p:nvCxnSpPr>
        <p:spPr>
          <a:xfrm flipV="1">
            <a:off x="1704711" y="2384177"/>
            <a:ext cx="627045" cy="7006"/>
          </a:xfrm>
          <a:prstGeom prst="line">
            <a:avLst/>
          </a:prstGeom>
        </p:spPr>
        <p:style>
          <a:lnRef idx="1">
            <a:schemeClr val="dk1"/>
          </a:lnRef>
          <a:fillRef idx="0">
            <a:schemeClr val="dk1"/>
          </a:fillRef>
          <a:effectRef idx="0">
            <a:schemeClr val="dk1"/>
          </a:effectRef>
          <a:fontRef idx="minor">
            <a:schemeClr val="tx1"/>
          </a:fontRef>
        </p:style>
      </p:cxnSp>
      <p:grpSp>
        <p:nvGrpSpPr>
          <p:cNvPr id="3" name="Group 2"/>
          <p:cNvGrpSpPr/>
          <p:nvPr/>
        </p:nvGrpSpPr>
        <p:grpSpPr>
          <a:xfrm>
            <a:off x="3013251" y="2878942"/>
            <a:ext cx="1453566" cy="1041744"/>
            <a:chOff x="7732990" y="3119841"/>
            <a:chExt cx="1179035" cy="1203845"/>
          </a:xfrm>
        </p:grpSpPr>
        <p:pic>
          <p:nvPicPr>
            <p:cNvPr id="56" name="Picture 55"/>
            <p:cNvPicPr>
              <a:picLocks noChangeAspect="1"/>
            </p:cNvPicPr>
            <p:nvPr/>
          </p:nvPicPr>
          <p:blipFill>
            <a:blip r:embed="rId4"/>
            <a:stretch>
              <a:fillRect/>
            </a:stretch>
          </p:blipFill>
          <p:spPr>
            <a:xfrm>
              <a:off x="7732990" y="3119841"/>
              <a:ext cx="1179035" cy="1093011"/>
            </a:xfrm>
            <a:prstGeom prst="rect">
              <a:avLst/>
            </a:prstGeom>
          </p:spPr>
        </p:pic>
        <p:sp>
          <p:nvSpPr>
            <p:cNvPr id="58" name="TextBox 57"/>
            <p:cNvSpPr txBox="1"/>
            <p:nvPr/>
          </p:nvSpPr>
          <p:spPr>
            <a:xfrm>
              <a:off x="7786563" y="4038527"/>
              <a:ext cx="1071891" cy="285159"/>
            </a:xfrm>
            <a:prstGeom prst="rect">
              <a:avLst/>
            </a:prstGeom>
            <a:noFill/>
          </p:spPr>
          <p:txBody>
            <a:bodyPr wrap="square" rtlCol="0">
              <a:spAutoFit/>
            </a:bodyPr>
            <a:lstStyle/>
            <a:p>
              <a:r>
                <a:rPr lang="en-US" sz="1200" b="1" dirty="0" smtClean="0">
                  <a:latin typeface="Calibri" panose="020F0502020204030204" pitchFamily="34" charset="0"/>
                </a:rPr>
                <a:t>Project team</a:t>
              </a:r>
              <a:endParaRPr lang="en-US" sz="1200" b="1" dirty="0">
                <a:latin typeface="Calibri" panose="020F0502020204030204" pitchFamily="34" charset="0"/>
              </a:endParaRPr>
            </a:p>
          </p:txBody>
        </p:sp>
      </p:grpSp>
      <p:cxnSp>
        <p:nvCxnSpPr>
          <p:cNvPr id="59" name="Straight Connector 58"/>
          <p:cNvCxnSpPr/>
          <p:nvPr/>
        </p:nvCxnSpPr>
        <p:spPr>
          <a:xfrm flipV="1">
            <a:off x="2980460" y="2370212"/>
            <a:ext cx="647692" cy="5070"/>
          </a:xfrm>
          <a:prstGeom prst="line">
            <a:avLst/>
          </a:prstGeom>
        </p:spPr>
        <p:style>
          <a:lnRef idx="1">
            <a:schemeClr val="accent1"/>
          </a:lnRef>
          <a:fillRef idx="0">
            <a:schemeClr val="accent1"/>
          </a:fillRef>
          <a:effectRef idx="0">
            <a:schemeClr val="accent1"/>
          </a:effectRef>
          <a:fontRef idx="minor">
            <a:schemeClr val="tx1"/>
          </a:fontRef>
        </p:style>
      </p:cxnSp>
      <p:pic>
        <p:nvPicPr>
          <p:cNvPr id="62" name="Picture 61"/>
          <p:cNvPicPr>
            <a:picLocks noChangeAspect="1"/>
          </p:cNvPicPr>
          <p:nvPr/>
        </p:nvPicPr>
        <p:blipFill>
          <a:blip r:embed="rId5"/>
          <a:stretch>
            <a:fillRect/>
          </a:stretch>
        </p:blipFill>
        <p:spPr>
          <a:xfrm>
            <a:off x="3664614" y="4216907"/>
            <a:ext cx="899466" cy="797733"/>
          </a:xfrm>
          <a:prstGeom prst="rect">
            <a:avLst/>
          </a:prstGeom>
        </p:spPr>
      </p:pic>
      <p:pic>
        <p:nvPicPr>
          <p:cNvPr id="63" name="Picture 62"/>
          <p:cNvPicPr>
            <a:picLocks noChangeAspect="1"/>
          </p:cNvPicPr>
          <p:nvPr/>
        </p:nvPicPr>
        <p:blipFill>
          <a:blip r:embed="rId6"/>
          <a:stretch>
            <a:fillRect/>
          </a:stretch>
        </p:blipFill>
        <p:spPr>
          <a:xfrm>
            <a:off x="7697151" y="5303795"/>
            <a:ext cx="976060" cy="734457"/>
          </a:xfrm>
          <a:prstGeom prst="rect">
            <a:avLst/>
          </a:prstGeom>
        </p:spPr>
      </p:pic>
      <p:cxnSp>
        <p:nvCxnSpPr>
          <p:cNvPr id="10" name="Straight Arrow Connector 9"/>
          <p:cNvCxnSpPr/>
          <p:nvPr/>
        </p:nvCxnSpPr>
        <p:spPr>
          <a:xfrm>
            <a:off x="3613580" y="2384177"/>
            <a:ext cx="0" cy="542809"/>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4" name="Straight Connector 13"/>
          <p:cNvCxnSpPr/>
          <p:nvPr/>
        </p:nvCxnSpPr>
        <p:spPr>
          <a:xfrm>
            <a:off x="4048221" y="3995089"/>
            <a:ext cx="0" cy="265566"/>
          </a:xfrm>
          <a:prstGeom prst="line">
            <a:avLst/>
          </a:prstGeom>
        </p:spPr>
        <p:style>
          <a:lnRef idx="1">
            <a:schemeClr val="dk1"/>
          </a:lnRef>
          <a:fillRef idx="0">
            <a:schemeClr val="dk1"/>
          </a:fillRef>
          <a:effectRef idx="0">
            <a:schemeClr val="dk1"/>
          </a:effectRef>
          <a:fontRef idx="minor">
            <a:schemeClr val="tx1"/>
          </a:fontRef>
        </p:style>
      </p:cxnSp>
      <p:grpSp>
        <p:nvGrpSpPr>
          <p:cNvPr id="44" name="Group 43"/>
          <p:cNvGrpSpPr/>
          <p:nvPr/>
        </p:nvGrpSpPr>
        <p:grpSpPr>
          <a:xfrm>
            <a:off x="5042209" y="5014639"/>
            <a:ext cx="1607114" cy="1404793"/>
            <a:chOff x="1052976" y="1304228"/>
            <a:chExt cx="1143000" cy="1261398"/>
          </a:xfrm>
        </p:grpSpPr>
        <p:sp>
          <p:nvSpPr>
            <p:cNvPr id="45" name="TextBox 44"/>
            <p:cNvSpPr txBox="1"/>
            <p:nvPr/>
          </p:nvSpPr>
          <p:spPr>
            <a:xfrm>
              <a:off x="1052976" y="2288627"/>
              <a:ext cx="1143000" cy="276999"/>
            </a:xfrm>
            <a:prstGeom prst="rect">
              <a:avLst/>
            </a:prstGeom>
            <a:noFill/>
          </p:spPr>
          <p:txBody>
            <a:bodyPr wrap="square" rtlCol="0">
              <a:spAutoFit/>
            </a:bodyPr>
            <a:lstStyle/>
            <a:p>
              <a:r>
                <a:rPr lang="en-US" sz="1200" b="1" dirty="0" smtClean="0">
                  <a:latin typeface="Calibri" panose="020F0502020204030204" pitchFamily="34" charset="0"/>
                </a:rPr>
                <a:t>Scrum Master</a:t>
              </a:r>
              <a:endParaRPr lang="en-US" sz="1200" b="1" dirty="0">
                <a:latin typeface="Calibri" panose="020F0502020204030204" pitchFamily="34" charset="0"/>
              </a:endParaRPr>
            </a:p>
          </p:txBody>
        </p:sp>
        <p:pic>
          <p:nvPicPr>
            <p:cNvPr id="46" name="Picture 45"/>
            <p:cNvPicPr>
              <a:picLocks noChangeAspect="1"/>
            </p:cNvPicPr>
            <p:nvPr/>
          </p:nvPicPr>
          <p:blipFill>
            <a:blip r:embed="rId2"/>
            <a:stretch>
              <a:fillRect/>
            </a:stretch>
          </p:blipFill>
          <p:spPr>
            <a:xfrm>
              <a:off x="1158292" y="1304228"/>
              <a:ext cx="753395" cy="1019780"/>
            </a:xfrm>
            <a:prstGeom prst="rect">
              <a:avLst/>
            </a:prstGeom>
          </p:spPr>
        </p:pic>
      </p:grpSp>
      <p:cxnSp>
        <p:nvCxnSpPr>
          <p:cNvPr id="16" name="Straight Connector 15"/>
          <p:cNvCxnSpPr/>
          <p:nvPr/>
        </p:nvCxnSpPr>
        <p:spPr>
          <a:xfrm flipH="1">
            <a:off x="4142743" y="5014639"/>
            <a:ext cx="1" cy="770300"/>
          </a:xfrm>
          <a:prstGeom prst="line">
            <a:avLst/>
          </a:prstGeom>
        </p:spPr>
        <p:style>
          <a:lnRef idx="1">
            <a:schemeClr val="dk1"/>
          </a:lnRef>
          <a:fillRef idx="0">
            <a:schemeClr val="dk1"/>
          </a:fillRef>
          <a:effectRef idx="0">
            <a:schemeClr val="dk1"/>
          </a:effectRef>
          <a:fontRef idx="minor">
            <a:schemeClr val="tx1"/>
          </a:fontRef>
        </p:style>
      </p:cxnSp>
      <p:cxnSp>
        <p:nvCxnSpPr>
          <p:cNvPr id="23" name="Straight Arrow Connector 22"/>
          <p:cNvCxnSpPr/>
          <p:nvPr/>
        </p:nvCxnSpPr>
        <p:spPr>
          <a:xfrm flipV="1">
            <a:off x="4161751" y="5784940"/>
            <a:ext cx="965058" cy="13558"/>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37" name="Straight Arrow Connector 36"/>
          <p:cNvCxnSpPr/>
          <p:nvPr/>
        </p:nvCxnSpPr>
        <p:spPr>
          <a:xfrm>
            <a:off x="6227988" y="5661031"/>
            <a:ext cx="1374904" cy="19986"/>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60" name="Title 1"/>
          <p:cNvSpPr>
            <a:spLocks noGrp="1"/>
          </p:cNvSpPr>
          <p:nvPr>
            <p:ph type="title"/>
          </p:nvPr>
        </p:nvSpPr>
        <p:spPr>
          <a:xfrm>
            <a:off x="857250" y="152400"/>
            <a:ext cx="7406640" cy="1356360"/>
          </a:xfrm>
        </p:spPr>
        <p:txBody>
          <a:bodyPr/>
          <a:lstStyle/>
          <a:p>
            <a:r>
              <a:rPr lang="en-US" dirty="0" smtClean="0"/>
              <a:t>Task Management Process</a:t>
            </a:r>
            <a:endParaRPr lang="en-US" dirty="0"/>
          </a:p>
        </p:txBody>
      </p:sp>
    </p:spTree>
    <p:extLst>
      <p:ext uri="{BB962C8B-B14F-4D97-AF65-F5344CB8AC3E}">
        <p14:creationId xmlns:p14="http://schemas.microsoft.com/office/powerpoint/2010/main" val="336657851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8"/>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9"/>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0"/>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21"/>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2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 grpId="0" animBg="1"/>
      <p:bldP spid="19" grpId="0" animBg="1"/>
      <p:bldP spid="20" grpId="0" animBg="1"/>
      <p:bldP spid="21" grpId="0" animBg="1"/>
      <p:bldP spid="22" grpId="0" animBg="1"/>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Step1: Assign Task</a:t>
            </a:r>
            <a:endParaRPr lang="en-US" dirty="0"/>
          </a:p>
        </p:txBody>
      </p:sp>
      <p:pic>
        <p:nvPicPr>
          <p:cNvPr id="4" name="Picture 3"/>
          <p:cNvPicPr>
            <a:picLocks noChangeAspect="1"/>
          </p:cNvPicPr>
          <p:nvPr/>
        </p:nvPicPr>
        <p:blipFill>
          <a:blip r:embed="rId2"/>
          <a:stretch>
            <a:fillRect/>
          </a:stretch>
        </p:blipFill>
        <p:spPr>
          <a:xfrm>
            <a:off x="407670" y="1600200"/>
            <a:ext cx="8305800" cy="5029200"/>
          </a:xfrm>
          <a:prstGeom prst="rect">
            <a:avLst/>
          </a:prstGeom>
        </p:spPr>
      </p:pic>
    </p:spTree>
    <p:extLst>
      <p:ext uri="{BB962C8B-B14F-4D97-AF65-F5344CB8AC3E}">
        <p14:creationId xmlns:p14="http://schemas.microsoft.com/office/powerpoint/2010/main" val="2713137355"/>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Step 2: Screen of assignee</a:t>
            </a:r>
            <a:endParaRPr lang="en-US" dirty="0"/>
          </a:p>
        </p:txBody>
      </p:sp>
      <p:pic>
        <p:nvPicPr>
          <p:cNvPr id="4" name="Picture 3"/>
          <p:cNvPicPr>
            <a:picLocks noChangeAspect="1"/>
          </p:cNvPicPr>
          <p:nvPr/>
        </p:nvPicPr>
        <p:blipFill>
          <a:blip r:embed="rId2"/>
          <a:stretch>
            <a:fillRect/>
          </a:stretch>
        </p:blipFill>
        <p:spPr>
          <a:xfrm>
            <a:off x="445770" y="1600200"/>
            <a:ext cx="8229600" cy="4876800"/>
          </a:xfrm>
          <a:prstGeom prst="rect">
            <a:avLst/>
          </a:prstGeom>
        </p:spPr>
      </p:pic>
    </p:spTree>
    <p:extLst>
      <p:ext uri="{BB962C8B-B14F-4D97-AF65-F5344CB8AC3E}">
        <p14:creationId xmlns:p14="http://schemas.microsoft.com/office/powerpoint/2010/main" val="794394986"/>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Step 2: Resolved Task</a:t>
            </a:r>
            <a:endParaRPr lang="en-US" dirty="0"/>
          </a:p>
        </p:txBody>
      </p:sp>
      <p:pic>
        <p:nvPicPr>
          <p:cNvPr id="4" name="Picture 3"/>
          <p:cNvPicPr>
            <a:picLocks noChangeAspect="1"/>
          </p:cNvPicPr>
          <p:nvPr/>
        </p:nvPicPr>
        <p:blipFill>
          <a:blip r:embed="rId2"/>
          <a:stretch>
            <a:fillRect/>
          </a:stretch>
        </p:blipFill>
        <p:spPr>
          <a:xfrm>
            <a:off x="445770" y="1828800"/>
            <a:ext cx="8229600" cy="4857750"/>
          </a:xfrm>
          <a:prstGeom prst="rect">
            <a:avLst/>
          </a:prstGeom>
        </p:spPr>
      </p:pic>
    </p:spTree>
    <p:extLst>
      <p:ext uri="{BB962C8B-B14F-4D97-AF65-F5344CB8AC3E}">
        <p14:creationId xmlns:p14="http://schemas.microsoft.com/office/powerpoint/2010/main" val="2736552262"/>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Step 3: Close </a:t>
            </a:r>
            <a:r>
              <a:rPr lang="en-US" dirty="0" smtClean="0"/>
              <a:t>Task</a:t>
            </a:r>
            <a:endParaRPr lang="en-US" dirty="0"/>
          </a:p>
        </p:txBody>
      </p:sp>
      <p:pic>
        <p:nvPicPr>
          <p:cNvPr id="4" name="Picture 3"/>
          <p:cNvPicPr>
            <a:picLocks noChangeAspect="1"/>
          </p:cNvPicPr>
          <p:nvPr/>
        </p:nvPicPr>
        <p:blipFill>
          <a:blip r:embed="rId2"/>
          <a:stretch>
            <a:fillRect/>
          </a:stretch>
        </p:blipFill>
        <p:spPr>
          <a:xfrm>
            <a:off x="369570" y="1600200"/>
            <a:ext cx="8382000" cy="4876800"/>
          </a:xfrm>
          <a:prstGeom prst="rect">
            <a:avLst/>
          </a:prstGeom>
        </p:spPr>
      </p:pic>
    </p:spTree>
    <p:extLst>
      <p:ext uri="{BB962C8B-B14F-4D97-AF65-F5344CB8AC3E}">
        <p14:creationId xmlns:p14="http://schemas.microsoft.com/office/powerpoint/2010/main" val="3860312322"/>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Step 3: Close Task</a:t>
            </a:r>
            <a:endParaRPr lang="en-US" dirty="0"/>
          </a:p>
        </p:txBody>
      </p:sp>
      <p:pic>
        <p:nvPicPr>
          <p:cNvPr id="4" name="Picture 3"/>
          <p:cNvPicPr>
            <a:picLocks noChangeAspect="1"/>
          </p:cNvPicPr>
          <p:nvPr/>
        </p:nvPicPr>
        <p:blipFill>
          <a:blip r:embed="rId2"/>
          <a:stretch>
            <a:fillRect/>
          </a:stretch>
        </p:blipFill>
        <p:spPr>
          <a:xfrm>
            <a:off x="304800" y="1676400"/>
            <a:ext cx="8229600" cy="3124200"/>
          </a:xfrm>
          <a:prstGeom prst="rect">
            <a:avLst/>
          </a:prstGeom>
        </p:spPr>
      </p:pic>
      <p:pic>
        <p:nvPicPr>
          <p:cNvPr id="5" name="Picture 4"/>
          <p:cNvPicPr>
            <a:picLocks noChangeAspect="1"/>
          </p:cNvPicPr>
          <p:nvPr/>
        </p:nvPicPr>
        <p:blipFill>
          <a:blip r:embed="rId3"/>
          <a:stretch>
            <a:fillRect/>
          </a:stretch>
        </p:blipFill>
        <p:spPr>
          <a:xfrm>
            <a:off x="426720" y="5467717"/>
            <a:ext cx="8267700" cy="1076325"/>
          </a:xfrm>
          <a:prstGeom prst="rect">
            <a:avLst/>
          </a:prstGeom>
        </p:spPr>
      </p:pic>
      <p:sp>
        <p:nvSpPr>
          <p:cNvPr id="6" name="Down Arrow 5"/>
          <p:cNvSpPr/>
          <p:nvPr/>
        </p:nvSpPr>
        <p:spPr>
          <a:xfrm>
            <a:off x="3950970" y="5063271"/>
            <a:ext cx="609600" cy="381000"/>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110001302"/>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Rectangle 11"/>
          <p:cNvSpPr/>
          <p:nvPr/>
        </p:nvSpPr>
        <p:spPr>
          <a:xfrm>
            <a:off x="5868144" y="6413109"/>
            <a:ext cx="3278501" cy="338554"/>
          </a:xfrm>
          <a:prstGeom prst="rect">
            <a:avLst/>
          </a:prstGeom>
          <a:solidFill>
            <a:schemeClr val="accent1">
              <a:lumMod val="60000"/>
              <a:lumOff val="40000"/>
            </a:schemeClr>
          </a:solidFill>
        </p:spPr>
        <p:txBody>
          <a:bodyPr wrap="square">
            <a:spAutoFit/>
          </a:bodyPr>
          <a:lstStyle/>
          <a:p>
            <a:pPr algn="r"/>
            <a:r>
              <a:rPr lang="en-AU" sz="1600" b="1" dirty="0" smtClean="0">
                <a:solidFill>
                  <a:schemeClr val="bg1"/>
                </a:solidFill>
              </a:rPr>
              <a:t>Project Management Systems</a:t>
            </a:r>
            <a:endParaRPr lang="en-US" sz="1600" dirty="0">
              <a:solidFill>
                <a:schemeClr val="bg1"/>
              </a:solidFill>
            </a:endParaRPr>
          </a:p>
        </p:txBody>
      </p:sp>
      <p:pic>
        <p:nvPicPr>
          <p:cNvPr id="13" name="Picture 4"/>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42035" y="6235226"/>
            <a:ext cx="1261613" cy="5781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6" name="Slide Number Placeholder 5"/>
          <p:cNvSpPr>
            <a:spLocks noGrp="1"/>
          </p:cNvSpPr>
          <p:nvPr>
            <p:ph type="sldNum" sz="quarter" idx="12"/>
          </p:nvPr>
        </p:nvSpPr>
        <p:spPr>
          <a:xfrm>
            <a:off x="8388424" y="293704"/>
            <a:ext cx="648072" cy="365125"/>
          </a:xfrm>
        </p:spPr>
        <p:txBody>
          <a:bodyPr/>
          <a:lstStyle/>
          <a:p>
            <a:fld id="{8DECE1D8-A886-488B-B3C3-5AB32A4CFBD9}" type="slidenum">
              <a:rPr lang="en-US" sz="3600" smtClean="0"/>
              <a:pPr/>
              <a:t>25</a:t>
            </a:fld>
            <a:endParaRPr lang="en-US" sz="3600" dirty="0"/>
          </a:p>
        </p:txBody>
      </p:sp>
      <p:sp>
        <p:nvSpPr>
          <p:cNvPr id="16" name="TextBox 15"/>
          <p:cNvSpPr txBox="1"/>
          <p:nvPr/>
        </p:nvSpPr>
        <p:spPr>
          <a:xfrm>
            <a:off x="5286380" y="2000240"/>
            <a:ext cx="3429024" cy="553998"/>
          </a:xfrm>
          <a:prstGeom prst="rect">
            <a:avLst/>
          </a:prstGeom>
          <a:noFill/>
        </p:spPr>
        <p:txBody>
          <a:bodyPr wrap="square" rtlCol="0">
            <a:spAutoFit/>
            <a:scene3d>
              <a:camera prst="orthographicFront"/>
              <a:lightRig rig="flat" dir="tl"/>
            </a:scene3d>
            <a:sp3d contourW="19050" prstMaterial="clear">
              <a:bevelT w="50800" h="50800"/>
              <a:contourClr>
                <a:schemeClr val="accent5">
                  <a:tint val="70000"/>
                  <a:satMod val="180000"/>
                  <a:alpha val="70000"/>
                </a:schemeClr>
              </a:contourClr>
            </a:sp3d>
          </a:bodyPr>
          <a:lstStyle/>
          <a:p>
            <a:r>
              <a:rPr lang="ru-RU" sz="3000" b="1" dirty="0" smtClean="0">
                <a:ln/>
                <a:solidFill>
                  <a:schemeClr val="accent5">
                    <a:tint val="50000"/>
                    <a:satMod val="180000"/>
                  </a:schemeClr>
                </a:solidFill>
              </a:rPr>
              <a:t> </a:t>
            </a:r>
            <a:endParaRPr lang="en-US" sz="3000" b="1" dirty="0">
              <a:ln/>
              <a:solidFill>
                <a:schemeClr val="accent5">
                  <a:tint val="50000"/>
                  <a:satMod val="180000"/>
                </a:schemeClr>
              </a:solidFill>
            </a:endParaRPr>
          </a:p>
        </p:txBody>
      </p:sp>
      <p:pic>
        <p:nvPicPr>
          <p:cNvPr id="21" name="Рисунок 20" descr="idea_tree.jpg"/>
          <p:cNvPicPr>
            <a:picLocks noChangeAspect="1"/>
          </p:cNvPicPr>
          <p:nvPr/>
        </p:nvPicPr>
        <p:blipFill>
          <a:blip r:embed="rId4" cstate="print"/>
          <a:stretch>
            <a:fillRect/>
          </a:stretch>
        </p:blipFill>
        <p:spPr>
          <a:xfrm>
            <a:off x="1285852" y="1071546"/>
            <a:ext cx="2952744" cy="3936992"/>
          </a:xfrm>
          <a:prstGeom prst="rect">
            <a:avLst/>
          </a:prstGeom>
          <a:solidFill>
            <a:srgbClr val="FFFFFF">
              <a:shade val="85000"/>
            </a:srgbClr>
          </a:solidFill>
          <a:ln w="190500" cap="rnd">
            <a:solidFill>
              <a:schemeClr val="tx2">
                <a:lumMod val="40000"/>
                <a:lumOff val="60000"/>
              </a:schemeClr>
            </a:solidFill>
          </a:ln>
          <a:effectLst>
            <a:outerShdw blurRad="50000" algn="tl" rotWithShape="0">
              <a:srgbClr val="000000">
                <a:alpha val="41000"/>
              </a:srgbClr>
            </a:outerShdw>
          </a:effectLst>
          <a:scene3d>
            <a:camera prst="orthographicFront"/>
            <a:lightRig rig="twoPt" dir="t">
              <a:rot lat="0" lon="0" rev="7800000"/>
            </a:lightRig>
          </a:scene3d>
          <a:sp3d contourW="6350">
            <a:bevelT w="50800" h="16510"/>
            <a:contourClr>
              <a:srgbClr val="C0C0C0"/>
            </a:contourClr>
          </a:sp3d>
        </p:spPr>
      </p:pic>
      <p:pic>
        <p:nvPicPr>
          <p:cNvPr id="22" name="Рисунок 21" descr="idea_tree.jpg"/>
          <p:cNvPicPr>
            <a:picLocks noChangeAspect="1"/>
          </p:cNvPicPr>
          <p:nvPr/>
        </p:nvPicPr>
        <p:blipFill>
          <a:blip r:embed="rId4" cstate="print"/>
          <a:stretch>
            <a:fillRect/>
          </a:stretch>
        </p:blipFill>
        <p:spPr>
          <a:xfrm rot="588552">
            <a:off x="1242446" y="1079979"/>
            <a:ext cx="2952744" cy="3936992"/>
          </a:xfrm>
          <a:prstGeom prst="rect">
            <a:avLst/>
          </a:prstGeom>
          <a:solidFill>
            <a:srgbClr val="FFFFFF">
              <a:shade val="85000"/>
            </a:srgbClr>
          </a:solidFill>
          <a:ln w="190500" cap="rnd">
            <a:solidFill>
              <a:schemeClr val="tx2">
                <a:lumMod val="40000"/>
                <a:lumOff val="60000"/>
              </a:schemeClr>
            </a:solidFill>
          </a:ln>
          <a:effectLst>
            <a:outerShdw blurRad="50000" algn="tl" rotWithShape="0">
              <a:srgbClr val="000000">
                <a:alpha val="41000"/>
              </a:srgbClr>
            </a:outerShdw>
          </a:effectLst>
          <a:scene3d>
            <a:camera prst="orthographicFront"/>
            <a:lightRig rig="twoPt" dir="t">
              <a:rot lat="0" lon="0" rev="7800000"/>
            </a:lightRig>
          </a:scene3d>
          <a:sp3d contourW="6350">
            <a:bevelT w="50800" h="16510"/>
            <a:contourClr>
              <a:srgbClr val="C0C0C0"/>
            </a:contourClr>
          </a:sp3d>
        </p:spPr>
      </p:pic>
      <p:sp>
        <p:nvSpPr>
          <p:cNvPr id="8" name="TextBox 7"/>
          <p:cNvSpPr txBox="1"/>
          <p:nvPr/>
        </p:nvSpPr>
        <p:spPr>
          <a:xfrm>
            <a:off x="4565407" y="1828800"/>
            <a:ext cx="4438680" cy="3046988"/>
          </a:xfrm>
          <a:prstGeom prst="rect">
            <a:avLst/>
          </a:prstGeom>
          <a:noFill/>
        </p:spPr>
        <p:txBody>
          <a:bodyPr wrap="square" rtlCol="0">
            <a:spAutoFit/>
          </a:bodyPr>
          <a:lstStyle/>
          <a:p>
            <a:pPr lvl="0"/>
            <a:r>
              <a:rPr lang="en-US" sz="5400" b="1" dirty="0" smtClean="0">
                <a:solidFill>
                  <a:schemeClr val="tx2"/>
                </a:solidFill>
              </a:rPr>
              <a:t>Bug Management Process</a:t>
            </a:r>
            <a:endParaRPr lang="ru-RU" sz="5400" b="1" dirty="0" smtClean="0">
              <a:solidFill>
                <a:schemeClr val="tx2"/>
              </a:solidFill>
            </a:endParaRPr>
          </a:p>
          <a:p>
            <a:r>
              <a:rPr lang="ru-RU" sz="3000" b="1" dirty="0" smtClean="0">
                <a:solidFill>
                  <a:schemeClr val="tx2"/>
                </a:solidFill>
              </a:rPr>
              <a:t> </a:t>
            </a:r>
            <a:endParaRPr lang="en-US" sz="3000" b="1" dirty="0">
              <a:solidFill>
                <a:schemeClr val="tx2"/>
              </a:solidFill>
            </a:endParaRPr>
          </a:p>
        </p:txBody>
      </p:sp>
    </p:spTree>
    <p:extLst>
      <p:ext uri="{BB962C8B-B14F-4D97-AF65-F5344CB8AC3E}">
        <p14:creationId xmlns:p14="http://schemas.microsoft.com/office/powerpoint/2010/main" val="2506989823"/>
      </p:ext>
    </p:extLst>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Bug Work Flow</a:t>
            </a:r>
            <a:endParaRPr lang="en-US" dirty="0"/>
          </a:p>
        </p:txBody>
      </p:sp>
      <p:graphicFrame>
        <p:nvGraphicFramePr>
          <p:cNvPr id="4" name="Content Placeholder 3"/>
          <p:cNvGraphicFramePr>
            <a:graphicFrameLocks noGrp="1"/>
          </p:cNvGraphicFramePr>
          <p:nvPr>
            <p:ph idx="1"/>
            <p:extLst>
              <p:ext uri="{D42A27DB-BD31-4B8C-83A1-F6EECF244321}">
                <p14:modId xmlns:p14="http://schemas.microsoft.com/office/powerpoint/2010/main" val="2605247552"/>
              </p:ext>
            </p:extLst>
          </p:nvPr>
        </p:nvGraphicFramePr>
        <p:xfrm>
          <a:off x="609600" y="1295400"/>
          <a:ext cx="3581400" cy="516572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pic>
        <p:nvPicPr>
          <p:cNvPr id="6" name="Picture 5"/>
          <p:cNvPicPr>
            <a:picLocks noChangeAspect="1"/>
          </p:cNvPicPr>
          <p:nvPr/>
        </p:nvPicPr>
        <p:blipFill>
          <a:blip r:embed="rId7"/>
          <a:stretch>
            <a:fillRect/>
          </a:stretch>
        </p:blipFill>
        <p:spPr>
          <a:xfrm>
            <a:off x="5486400" y="1752600"/>
            <a:ext cx="2158211" cy="3939984"/>
          </a:xfrm>
          <a:prstGeom prst="rect">
            <a:avLst/>
          </a:prstGeom>
        </p:spPr>
      </p:pic>
      <p:sp>
        <p:nvSpPr>
          <p:cNvPr id="7" name="Right Arrow 6"/>
          <p:cNvSpPr/>
          <p:nvPr/>
        </p:nvSpPr>
        <p:spPr>
          <a:xfrm>
            <a:off x="4419600" y="3505200"/>
            <a:ext cx="533400" cy="304800"/>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557219454"/>
      </p:ext>
    </p:extLst>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 name="Title 1"/>
          <p:cNvSpPr>
            <a:spLocks noGrp="1"/>
          </p:cNvSpPr>
          <p:nvPr>
            <p:ph type="title"/>
          </p:nvPr>
        </p:nvSpPr>
        <p:spPr/>
        <p:txBody>
          <a:bodyPr/>
          <a:lstStyle/>
          <a:p>
            <a:r>
              <a:rPr lang="en-US" dirty="0" smtClean="0"/>
              <a:t>Bug Management Process</a:t>
            </a:r>
            <a:endParaRPr lang="en-US" dirty="0"/>
          </a:p>
        </p:txBody>
      </p:sp>
      <p:grpSp>
        <p:nvGrpSpPr>
          <p:cNvPr id="11" name="Group 10"/>
          <p:cNvGrpSpPr/>
          <p:nvPr/>
        </p:nvGrpSpPr>
        <p:grpSpPr>
          <a:xfrm>
            <a:off x="365348" y="1968802"/>
            <a:ext cx="1422606" cy="1109086"/>
            <a:chOff x="365349" y="1438977"/>
            <a:chExt cx="1289543" cy="1063340"/>
          </a:xfrm>
        </p:grpSpPr>
        <p:sp>
          <p:nvSpPr>
            <p:cNvPr id="5" name="TextBox 4"/>
            <p:cNvSpPr txBox="1"/>
            <p:nvPr/>
          </p:nvSpPr>
          <p:spPr>
            <a:xfrm>
              <a:off x="466328" y="2220101"/>
              <a:ext cx="1188564" cy="282216"/>
            </a:xfrm>
            <a:prstGeom prst="rect">
              <a:avLst/>
            </a:prstGeom>
            <a:noFill/>
          </p:spPr>
          <p:txBody>
            <a:bodyPr wrap="square" rtlCol="0">
              <a:spAutoFit/>
            </a:bodyPr>
            <a:lstStyle/>
            <a:p>
              <a:r>
                <a:rPr lang="en-US" sz="1200" b="1" dirty="0" smtClean="0">
                  <a:latin typeface="Calibri" panose="020F0502020204030204" pitchFamily="34" charset="0"/>
                </a:rPr>
                <a:t>SQA</a:t>
              </a:r>
              <a:endParaRPr lang="en-US" sz="1200" b="1" dirty="0">
                <a:latin typeface="Calibri" panose="020F0502020204030204" pitchFamily="34" charset="0"/>
              </a:endParaRPr>
            </a:p>
          </p:txBody>
        </p:sp>
        <p:pic>
          <p:nvPicPr>
            <p:cNvPr id="2" name="Picture 1"/>
            <p:cNvPicPr>
              <a:picLocks noChangeAspect="1"/>
            </p:cNvPicPr>
            <p:nvPr/>
          </p:nvPicPr>
          <p:blipFill>
            <a:blip r:embed="rId2"/>
            <a:stretch>
              <a:fillRect/>
            </a:stretch>
          </p:blipFill>
          <p:spPr>
            <a:xfrm>
              <a:off x="365349" y="1438977"/>
              <a:ext cx="777652" cy="781124"/>
            </a:xfrm>
            <a:prstGeom prst="rect">
              <a:avLst/>
            </a:prstGeom>
          </p:spPr>
        </p:pic>
      </p:grpSp>
      <p:grpSp>
        <p:nvGrpSpPr>
          <p:cNvPr id="33" name="Group 32"/>
          <p:cNvGrpSpPr/>
          <p:nvPr/>
        </p:nvGrpSpPr>
        <p:grpSpPr>
          <a:xfrm>
            <a:off x="4858878" y="5338549"/>
            <a:ext cx="1422606" cy="1109086"/>
            <a:chOff x="365349" y="1438977"/>
            <a:chExt cx="1289543" cy="1063340"/>
          </a:xfrm>
        </p:grpSpPr>
        <p:sp>
          <p:nvSpPr>
            <p:cNvPr id="34" name="TextBox 33"/>
            <p:cNvSpPr txBox="1"/>
            <p:nvPr/>
          </p:nvSpPr>
          <p:spPr>
            <a:xfrm>
              <a:off x="466328" y="2220101"/>
              <a:ext cx="1188564" cy="282216"/>
            </a:xfrm>
            <a:prstGeom prst="rect">
              <a:avLst/>
            </a:prstGeom>
            <a:noFill/>
          </p:spPr>
          <p:txBody>
            <a:bodyPr wrap="square" rtlCol="0">
              <a:spAutoFit/>
            </a:bodyPr>
            <a:lstStyle/>
            <a:p>
              <a:r>
                <a:rPr lang="en-US" sz="1200" b="1" dirty="0" smtClean="0">
                  <a:latin typeface="Calibri" panose="020F0502020204030204" pitchFamily="34" charset="0"/>
                </a:rPr>
                <a:t>SQA</a:t>
              </a:r>
              <a:endParaRPr lang="en-US" sz="1200" b="1" dirty="0">
                <a:latin typeface="Calibri" panose="020F0502020204030204" pitchFamily="34" charset="0"/>
              </a:endParaRPr>
            </a:p>
          </p:txBody>
        </p:sp>
        <p:pic>
          <p:nvPicPr>
            <p:cNvPr id="35" name="Picture 34"/>
            <p:cNvPicPr>
              <a:picLocks noChangeAspect="1"/>
            </p:cNvPicPr>
            <p:nvPr/>
          </p:nvPicPr>
          <p:blipFill>
            <a:blip r:embed="rId2"/>
            <a:stretch>
              <a:fillRect/>
            </a:stretch>
          </p:blipFill>
          <p:spPr>
            <a:xfrm>
              <a:off x="365349" y="1438977"/>
              <a:ext cx="777652" cy="781124"/>
            </a:xfrm>
            <a:prstGeom prst="rect">
              <a:avLst/>
            </a:prstGeom>
          </p:spPr>
        </p:pic>
      </p:grpSp>
      <p:sp>
        <p:nvSpPr>
          <p:cNvPr id="18" name="Flowchart: Terminator 17"/>
          <p:cNvSpPr/>
          <p:nvPr/>
        </p:nvSpPr>
        <p:spPr>
          <a:xfrm>
            <a:off x="2074689" y="1752600"/>
            <a:ext cx="1031085" cy="331997"/>
          </a:xfrm>
          <a:prstGeom prst="flowChartTerminator">
            <a:avLst/>
          </a:prstGeom>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r>
              <a:rPr lang="en-US" sz="1400" b="1" dirty="0" smtClean="0">
                <a:solidFill>
                  <a:schemeClr val="tx1"/>
                </a:solidFill>
                <a:latin typeface="Calibri" panose="020F0502020204030204" pitchFamily="34" charset="0"/>
              </a:rPr>
              <a:t>Open</a:t>
            </a:r>
            <a:endParaRPr lang="en-US" sz="1400" b="1" dirty="0">
              <a:solidFill>
                <a:schemeClr val="tx1"/>
              </a:solidFill>
              <a:latin typeface="Calibri" panose="020F0502020204030204" pitchFamily="34" charset="0"/>
            </a:endParaRPr>
          </a:p>
        </p:txBody>
      </p:sp>
      <p:sp>
        <p:nvSpPr>
          <p:cNvPr id="19" name="Flowchart: Terminator 18"/>
          <p:cNvSpPr/>
          <p:nvPr/>
        </p:nvSpPr>
        <p:spPr>
          <a:xfrm>
            <a:off x="4005764" y="2877827"/>
            <a:ext cx="1337319" cy="438916"/>
          </a:xfrm>
          <a:prstGeom prst="flowChartTerminator">
            <a:avLst/>
          </a:prstGeom>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r>
              <a:rPr lang="en-US" sz="1400" b="1" dirty="0" smtClean="0">
                <a:solidFill>
                  <a:schemeClr val="tx1"/>
                </a:solidFill>
                <a:latin typeface="Calibri" panose="020F0502020204030204" pitchFamily="34" charset="0"/>
              </a:rPr>
              <a:t>In progress</a:t>
            </a:r>
            <a:endParaRPr lang="en-US" sz="1400" b="1" dirty="0">
              <a:solidFill>
                <a:schemeClr val="tx1"/>
              </a:solidFill>
              <a:latin typeface="Calibri" panose="020F0502020204030204" pitchFamily="34" charset="0"/>
            </a:endParaRPr>
          </a:p>
        </p:txBody>
      </p:sp>
      <p:sp>
        <p:nvSpPr>
          <p:cNvPr id="20" name="Flowchart: Terminator 19"/>
          <p:cNvSpPr/>
          <p:nvPr/>
        </p:nvSpPr>
        <p:spPr>
          <a:xfrm>
            <a:off x="4027332" y="3447869"/>
            <a:ext cx="1369114" cy="404503"/>
          </a:xfrm>
          <a:prstGeom prst="flowChartTerminator">
            <a:avLst/>
          </a:prstGeom>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r>
              <a:rPr lang="en-US" sz="1400" b="1" dirty="0" smtClean="0">
                <a:solidFill>
                  <a:schemeClr val="tx1"/>
                </a:solidFill>
                <a:latin typeface="Calibri" panose="020F0502020204030204" pitchFamily="34" charset="0"/>
              </a:rPr>
              <a:t>Resolved</a:t>
            </a:r>
            <a:endParaRPr lang="en-US" sz="1400" b="1" dirty="0">
              <a:solidFill>
                <a:schemeClr val="tx1"/>
              </a:solidFill>
              <a:latin typeface="Calibri" panose="020F0502020204030204" pitchFamily="34" charset="0"/>
            </a:endParaRPr>
          </a:p>
        </p:txBody>
      </p:sp>
      <p:sp>
        <p:nvSpPr>
          <p:cNvPr id="21" name="Flowchart: Terminator 20"/>
          <p:cNvSpPr/>
          <p:nvPr/>
        </p:nvSpPr>
        <p:spPr>
          <a:xfrm>
            <a:off x="5584841" y="4499499"/>
            <a:ext cx="1168447" cy="357874"/>
          </a:xfrm>
          <a:prstGeom prst="flowChartTerminator">
            <a:avLst/>
          </a:prstGeom>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r>
              <a:rPr lang="en-US" sz="1400" b="1" dirty="0" smtClean="0">
                <a:solidFill>
                  <a:schemeClr val="tx1"/>
                </a:solidFill>
                <a:latin typeface="Calibri" panose="020F0502020204030204" pitchFamily="34" charset="0"/>
              </a:rPr>
              <a:t>Closed</a:t>
            </a:r>
            <a:endParaRPr lang="en-US" sz="1400" b="1" dirty="0">
              <a:solidFill>
                <a:schemeClr val="tx1"/>
              </a:solidFill>
              <a:latin typeface="Calibri" panose="020F0502020204030204" pitchFamily="34" charset="0"/>
            </a:endParaRPr>
          </a:p>
        </p:txBody>
      </p:sp>
      <p:sp>
        <p:nvSpPr>
          <p:cNvPr id="22" name="Flowchart: Terminator 21"/>
          <p:cNvSpPr/>
          <p:nvPr/>
        </p:nvSpPr>
        <p:spPr>
          <a:xfrm>
            <a:off x="5605683" y="4918822"/>
            <a:ext cx="1168447" cy="404303"/>
          </a:xfrm>
          <a:prstGeom prst="flowChartTerminator">
            <a:avLst/>
          </a:prstGeom>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r>
              <a:rPr lang="en-US" sz="1400" b="1" dirty="0" smtClean="0">
                <a:solidFill>
                  <a:schemeClr val="tx1"/>
                </a:solidFill>
                <a:latin typeface="Calibri" panose="020F0502020204030204" pitchFamily="34" charset="0"/>
              </a:rPr>
              <a:t>Reopened</a:t>
            </a:r>
            <a:endParaRPr lang="en-US" sz="1400" b="1" dirty="0">
              <a:solidFill>
                <a:schemeClr val="tx1"/>
              </a:solidFill>
              <a:latin typeface="Calibri" panose="020F0502020204030204" pitchFamily="34" charset="0"/>
            </a:endParaRPr>
          </a:p>
        </p:txBody>
      </p:sp>
      <p:cxnSp>
        <p:nvCxnSpPr>
          <p:cNvPr id="52" name="Straight Connector 51"/>
          <p:cNvCxnSpPr/>
          <p:nvPr/>
        </p:nvCxnSpPr>
        <p:spPr>
          <a:xfrm flipV="1">
            <a:off x="1475430" y="2616318"/>
            <a:ext cx="584802" cy="6750"/>
          </a:xfrm>
          <a:prstGeom prst="line">
            <a:avLst/>
          </a:prstGeom>
        </p:spPr>
        <p:style>
          <a:lnRef idx="1">
            <a:schemeClr val="dk1"/>
          </a:lnRef>
          <a:fillRef idx="0">
            <a:schemeClr val="dk1"/>
          </a:fillRef>
          <a:effectRef idx="0">
            <a:schemeClr val="dk1"/>
          </a:effectRef>
          <a:fontRef idx="minor">
            <a:schemeClr val="tx1"/>
          </a:fontRef>
        </p:style>
      </p:cxnSp>
      <p:sp>
        <p:nvSpPr>
          <p:cNvPr id="58" name="TextBox 57"/>
          <p:cNvSpPr txBox="1"/>
          <p:nvPr/>
        </p:nvSpPr>
        <p:spPr>
          <a:xfrm>
            <a:off x="2757416" y="3859044"/>
            <a:ext cx="1232450" cy="288916"/>
          </a:xfrm>
          <a:prstGeom prst="rect">
            <a:avLst/>
          </a:prstGeom>
          <a:noFill/>
        </p:spPr>
        <p:txBody>
          <a:bodyPr wrap="square" rtlCol="0">
            <a:spAutoFit/>
          </a:bodyPr>
          <a:lstStyle/>
          <a:p>
            <a:pPr algn="ctr"/>
            <a:r>
              <a:rPr lang="en-US" sz="1200" b="1" dirty="0" smtClean="0">
                <a:latin typeface="Calibri" panose="020F0502020204030204" pitchFamily="34" charset="0"/>
              </a:rPr>
              <a:t>Developer</a:t>
            </a:r>
            <a:endParaRPr lang="en-US" sz="1200" b="1" dirty="0">
              <a:latin typeface="Calibri" panose="020F0502020204030204" pitchFamily="34" charset="0"/>
            </a:endParaRPr>
          </a:p>
        </p:txBody>
      </p:sp>
      <p:cxnSp>
        <p:nvCxnSpPr>
          <p:cNvPr id="59" name="Straight Connector 58"/>
          <p:cNvCxnSpPr/>
          <p:nvPr/>
        </p:nvCxnSpPr>
        <p:spPr>
          <a:xfrm flipV="1">
            <a:off x="2665234" y="2602861"/>
            <a:ext cx="604058" cy="4886"/>
          </a:xfrm>
          <a:prstGeom prst="line">
            <a:avLst/>
          </a:prstGeom>
        </p:spPr>
        <p:style>
          <a:lnRef idx="1">
            <a:schemeClr val="accent1"/>
          </a:lnRef>
          <a:fillRef idx="0">
            <a:schemeClr val="accent1"/>
          </a:fillRef>
          <a:effectRef idx="0">
            <a:schemeClr val="accent1"/>
          </a:effectRef>
          <a:fontRef idx="minor">
            <a:schemeClr val="tx1"/>
          </a:fontRef>
        </p:style>
      </p:cxnSp>
      <p:cxnSp>
        <p:nvCxnSpPr>
          <p:cNvPr id="10" name="Straight Arrow Connector 9"/>
          <p:cNvCxnSpPr/>
          <p:nvPr/>
        </p:nvCxnSpPr>
        <p:spPr>
          <a:xfrm>
            <a:off x="3255702" y="2616318"/>
            <a:ext cx="0" cy="523019"/>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4" name="Straight Connector 13"/>
          <p:cNvCxnSpPr/>
          <p:nvPr/>
        </p:nvCxnSpPr>
        <p:spPr>
          <a:xfrm>
            <a:off x="3661063" y="4168497"/>
            <a:ext cx="0" cy="255883"/>
          </a:xfrm>
          <a:prstGeom prst="line">
            <a:avLst/>
          </a:prstGeom>
        </p:spPr>
        <p:style>
          <a:lnRef idx="1">
            <a:schemeClr val="dk1"/>
          </a:lnRef>
          <a:fillRef idx="0">
            <a:schemeClr val="dk1"/>
          </a:fillRef>
          <a:effectRef idx="0">
            <a:schemeClr val="dk1"/>
          </a:effectRef>
          <a:fontRef idx="minor">
            <a:schemeClr val="tx1"/>
          </a:fontRef>
        </p:style>
      </p:cxnSp>
      <p:cxnSp>
        <p:nvCxnSpPr>
          <p:cNvPr id="16" name="Straight Connector 15"/>
          <p:cNvCxnSpPr/>
          <p:nvPr/>
        </p:nvCxnSpPr>
        <p:spPr>
          <a:xfrm flipH="1">
            <a:off x="3749217" y="5150876"/>
            <a:ext cx="1" cy="742216"/>
          </a:xfrm>
          <a:prstGeom prst="line">
            <a:avLst/>
          </a:prstGeom>
        </p:spPr>
        <p:style>
          <a:lnRef idx="1">
            <a:schemeClr val="dk1"/>
          </a:lnRef>
          <a:fillRef idx="0">
            <a:schemeClr val="dk1"/>
          </a:fillRef>
          <a:effectRef idx="0">
            <a:schemeClr val="dk1"/>
          </a:effectRef>
          <a:fontRef idx="minor">
            <a:schemeClr val="tx1"/>
          </a:fontRef>
        </p:style>
      </p:cxnSp>
      <p:cxnSp>
        <p:nvCxnSpPr>
          <p:cNvPr id="23" name="Straight Arrow Connector 22"/>
          <p:cNvCxnSpPr/>
          <p:nvPr/>
        </p:nvCxnSpPr>
        <p:spPr>
          <a:xfrm flipV="1">
            <a:off x="3766944" y="5893092"/>
            <a:ext cx="900044" cy="13064"/>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37" name="Straight Arrow Connector 36"/>
          <p:cNvCxnSpPr/>
          <p:nvPr/>
        </p:nvCxnSpPr>
        <p:spPr>
          <a:xfrm>
            <a:off x="5693983" y="5773701"/>
            <a:ext cx="1282280" cy="19257"/>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pic>
        <p:nvPicPr>
          <p:cNvPr id="8" name="Picture 7"/>
          <p:cNvPicPr>
            <a:picLocks noChangeAspect="1"/>
          </p:cNvPicPr>
          <p:nvPr/>
        </p:nvPicPr>
        <p:blipFill>
          <a:blip r:embed="rId3"/>
          <a:stretch>
            <a:fillRect/>
          </a:stretch>
        </p:blipFill>
        <p:spPr>
          <a:xfrm>
            <a:off x="1851798" y="2195624"/>
            <a:ext cx="919174" cy="869044"/>
          </a:xfrm>
          <a:prstGeom prst="rect">
            <a:avLst/>
          </a:prstGeom>
        </p:spPr>
      </p:pic>
      <p:pic>
        <p:nvPicPr>
          <p:cNvPr id="9" name="Picture 8"/>
          <p:cNvPicPr>
            <a:picLocks noChangeAspect="1"/>
          </p:cNvPicPr>
          <p:nvPr/>
        </p:nvPicPr>
        <p:blipFill>
          <a:blip r:embed="rId4"/>
          <a:stretch>
            <a:fillRect/>
          </a:stretch>
        </p:blipFill>
        <p:spPr>
          <a:xfrm>
            <a:off x="2757416" y="3003514"/>
            <a:ext cx="1232450" cy="892949"/>
          </a:xfrm>
          <a:prstGeom prst="rect">
            <a:avLst/>
          </a:prstGeom>
        </p:spPr>
      </p:pic>
      <p:pic>
        <p:nvPicPr>
          <p:cNvPr id="12" name="Picture 11"/>
          <p:cNvPicPr>
            <a:picLocks noChangeAspect="1"/>
          </p:cNvPicPr>
          <p:nvPr/>
        </p:nvPicPr>
        <p:blipFill>
          <a:blip r:embed="rId5"/>
          <a:stretch>
            <a:fillRect/>
          </a:stretch>
        </p:blipFill>
        <p:spPr>
          <a:xfrm>
            <a:off x="3237278" y="4414621"/>
            <a:ext cx="921003" cy="782006"/>
          </a:xfrm>
          <a:prstGeom prst="rect">
            <a:avLst/>
          </a:prstGeom>
        </p:spPr>
      </p:pic>
      <p:pic>
        <p:nvPicPr>
          <p:cNvPr id="13" name="Picture 12"/>
          <p:cNvPicPr>
            <a:picLocks noChangeAspect="1"/>
          </p:cNvPicPr>
          <p:nvPr/>
        </p:nvPicPr>
        <p:blipFill>
          <a:blip r:embed="rId6"/>
          <a:stretch>
            <a:fillRect/>
          </a:stretch>
        </p:blipFill>
        <p:spPr>
          <a:xfrm>
            <a:off x="6783536" y="4857373"/>
            <a:ext cx="2055663" cy="1619627"/>
          </a:xfrm>
          <a:prstGeom prst="rect">
            <a:avLst/>
          </a:prstGeom>
        </p:spPr>
      </p:pic>
    </p:spTree>
    <p:extLst>
      <p:ext uri="{BB962C8B-B14F-4D97-AF65-F5344CB8AC3E}">
        <p14:creationId xmlns:p14="http://schemas.microsoft.com/office/powerpoint/2010/main" val="343713687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8"/>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9"/>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0"/>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21"/>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2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 grpId="0" animBg="1"/>
      <p:bldP spid="19" grpId="0" animBg="1"/>
      <p:bldP spid="20" grpId="0" animBg="1"/>
      <p:bldP spid="21" grpId="0" animBg="1"/>
      <p:bldP spid="22" grpId="0" animBg="1"/>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Step1: Assign Bug</a:t>
            </a:r>
            <a:endParaRPr lang="en-US" dirty="0"/>
          </a:p>
        </p:txBody>
      </p:sp>
      <p:pic>
        <p:nvPicPr>
          <p:cNvPr id="4" name="Picture 3"/>
          <p:cNvPicPr>
            <a:picLocks noChangeAspect="1"/>
          </p:cNvPicPr>
          <p:nvPr/>
        </p:nvPicPr>
        <p:blipFill>
          <a:blip r:embed="rId2"/>
          <a:stretch>
            <a:fillRect/>
          </a:stretch>
        </p:blipFill>
        <p:spPr>
          <a:xfrm>
            <a:off x="457200" y="1600200"/>
            <a:ext cx="8229600" cy="5105400"/>
          </a:xfrm>
          <a:prstGeom prst="rect">
            <a:avLst/>
          </a:prstGeom>
        </p:spPr>
      </p:pic>
    </p:spTree>
    <p:extLst>
      <p:ext uri="{BB962C8B-B14F-4D97-AF65-F5344CB8AC3E}">
        <p14:creationId xmlns:p14="http://schemas.microsoft.com/office/powerpoint/2010/main" val="2584388047"/>
      </p:ext>
    </p:extLst>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Step 2: Resolved Bug</a:t>
            </a:r>
            <a:endParaRPr lang="en-US" dirty="0"/>
          </a:p>
        </p:txBody>
      </p:sp>
      <p:pic>
        <p:nvPicPr>
          <p:cNvPr id="4" name="Picture 3"/>
          <p:cNvPicPr>
            <a:picLocks noChangeAspect="1"/>
          </p:cNvPicPr>
          <p:nvPr/>
        </p:nvPicPr>
        <p:blipFill>
          <a:blip r:embed="rId2"/>
          <a:stretch>
            <a:fillRect/>
          </a:stretch>
        </p:blipFill>
        <p:spPr>
          <a:xfrm>
            <a:off x="462566" y="1600200"/>
            <a:ext cx="8224234" cy="4876800"/>
          </a:xfrm>
          <a:prstGeom prst="rect">
            <a:avLst/>
          </a:prstGeom>
        </p:spPr>
      </p:pic>
    </p:spTree>
    <p:extLst>
      <p:ext uri="{BB962C8B-B14F-4D97-AF65-F5344CB8AC3E}">
        <p14:creationId xmlns:p14="http://schemas.microsoft.com/office/powerpoint/2010/main" val="3006158579"/>
      </p:ext>
    </p:extLst>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68680" y="228600"/>
            <a:ext cx="7406640" cy="1356360"/>
          </a:xfrm>
        </p:spPr>
        <p:txBody>
          <a:bodyPr/>
          <a:lstStyle/>
          <a:p>
            <a:r>
              <a:rPr lang="en-US" dirty="0" smtClean="0"/>
              <a:t>Step 3: Closed Bug</a:t>
            </a:r>
            <a:endParaRPr lang="en-US" dirty="0"/>
          </a:p>
        </p:txBody>
      </p:sp>
      <p:pic>
        <p:nvPicPr>
          <p:cNvPr id="5" name="Picture 4"/>
          <p:cNvPicPr>
            <a:picLocks noChangeAspect="1"/>
          </p:cNvPicPr>
          <p:nvPr/>
        </p:nvPicPr>
        <p:blipFill>
          <a:blip r:embed="rId2"/>
          <a:stretch>
            <a:fillRect/>
          </a:stretch>
        </p:blipFill>
        <p:spPr>
          <a:xfrm>
            <a:off x="457200" y="1371600"/>
            <a:ext cx="8229600" cy="4724400"/>
          </a:xfrm>
          <a:prstGeom prst="rect">
            <a:avLst/>
          </a:prstGeom>
        </p:spPr>
      </p:pic>
    </p:spTree>
    <p:extLst>
      <p:ext uri="{BB962C8B-B14F-4D97-AF65-F5344CB8AC3E}">
        <p14:creationId xmlns:p14="http://schemas.microsoft.com/office/powerpoint/2010/main" val="877507365"/>
      </p:ext>
    </p:extLst>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Agenda</a:t>
            </a:r>
            <a:endParaRPr lang="en-US" dirty="0"/>
          </a:p>
        </p:txBody>
      </p:sp>
      <p:graphicFrame>
        <p:nvGraphicFramePr>
          <p:cNvPr id="4" name="Content Placeholder 3"/>
          <p:cNvGraphicFramePr>
            <a:graphicFrameLocks noGrp="1"/>
          </p:cNvGraphicFramePr>
          <p:nvPr>
            <p:ph idx="1"/>
            <p:extLst>
              <p:ext uri="{D42A27DB-BD31-4B8C-83A1-F6EECF244321}">
                <p14:modId xmlns:p14="http://schemas.microsoft.com/office/powerpoint/2010/main" val="2741515607"/>
              </p:ext>
            </p:extLst>
          </p:nvPr>
        </p:nvGraphicFramePr>
        <p:xfrm>
          <a:off x="857250" y="2057400"/>
          <a:ext cx="7404100" cy="403860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1120098259"/>
      </p:ext>
    </p:extLst>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Personal Dashboard</a:t>
            </a:r>
            <a:endParaRPr lang="en-US" dirty="0"/>
          </a:p>
        </p:txBody>
      </p:sp>
      <p:pic>
        <p:nvPicPr>
          <p:cNvPr id="4" name="Picture 3"/>
          <p:cNvPicPr>
            <a:picLocks noChangeAspect="1"/>
          </p:cNvPicPr>
          <p:nvPr/>
        </p:nvPicPr>
        <p:blipFill>
          <a:blip r:embed="rId2"/>
          <a:stretch>
            <a:fillRect/>
          </a:stretch>
        </p:blipFill>
        <p:spPr>
          <a:xfrm>
            <a:off x="488632" y="1600200"/>
            <a:ext cx="8143875" cy="5017168"/>
          </a:xfrm>
          <a:prstGeom prst="rect">
            <a:avLst/>
          </a:prstGeom>
        </p:spPr>
      </p:pic>
    </p:spTree>
    <p:extLst>
      <p:ext uri="{BB962C8B-B14F-4D97-AF65-F5344CB8AC3E}">
        <p14:creationId xmlns:p14="http://schemas.microsoft.com/office/powerpoint/2010/main" val="1826972277"/>
      </p:ext>
    </p:extLst>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Quality Dashboard</a:t>
            </a:r>
            <a:endParaRPr lang="en-US" dirty="0"/>
          </a:p>
        </p:txBody>
      </p:sp>
      <p:pic>
        <p:nvPicPr>
          <p:cNvPr id="5" name="Picture 4"/>
          <p:cNvPicPr>
            <a:picLocks noChangeAspect="1"/>
          </p:cNvPicPr>
          <p:nvPr/>
        </p:nvPicPr>
        <p:blipFill>
          <a:blip r:embed="rId2"/>
          <a:stretch>
            <a:fillRect/>
          </a:stretch>
        </p:blipFill>
        <p:spPr>
          <a:xfrm>
            <a:off x="441759" y="1600200"/>
            <a:ext cx="8237621" cy="4889513"/>
          </a:xfrm>
          <a:prstGeom prst="rect">
            <a:avLst/>
          </a:prstGeom>
        </p:spPr>
      </p:pic>
    </p:spTree>
    <p:extLst>
      <p:ext uri="{BB962C8B-B14F-4D97-AF65-F5344CB8AC3E}">
        <p14:creationId xmlns:p14="http://schemas.microsoft.com/office/powerpoint/2010/main" val="1048295578"/>
      </p:ext>
    </p:extLst>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Agile </a:t>
            </a:r>
            <a:r>
              <a:rPr lang="en-US" dirty="0" smtClean="0"/>
              <a:t>Dashboard</a:t>
            </a:r>
            <a:endParaRPr lang="en-US" dirty="0"/>
          </a:p>
        </p:txBody>
      </p:sp>
      <p:pic>
        <p:nvPicPr>
          <p:cNvPr id="4" name="Picture 3"/>
          <p:cNvPicPr>
            <a:picLocks noChangeAspect="1"/>
          </p:cNvPicPr>
          <p:nvPr/>
        </p:nvPicPr>
        <p:blipFill>
          <a:blip r:embed="rId3"/>
          <a:stretch>
            <a:fillRect/>
          </a:stretch>
        </p:blipFill>
        <p:spPr>
          <a:xfrm>
            <a:off x="305803" y="1752600"/>
            <a:ext cx="8509533" cy="4686300"/>
          </a:xfrm>
          <a:prstGeom prst="rect">
            <a:avLst/>
          </a:prstGeom>
        </p:spPr>
      </p:pic>
    </p:spTree>
    <p:extLst>
      <p:ext uri="{BB962C8B-B14F-4D97-AF65-F5344CB8AC3E}">
        <p14:creationId xmlns:p14="http://schemas.microsoft.com/office/powerpoint/2010/main" val="2926661624"/>
      </p:ext>
    </p:extLst>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Agenda</a:t>
            </a:r>
            <a:endParaRPr lang="en-US" dirty="0"/>
          </a:p>
        </p:txBody>
      </p:sp>
      <p:graphicFrame>
        <p:nvGraphicFramePr>
          <p:cNvPr id="4" name="Content Placeholder 3"/>
          <p:cNvGraphicFramePr>
            <a:graphicFrameLocks noGrp="1"/>
          </p:cNvGraphicFramePr>
          <p:nvPr>
            <p:ph idx="1"/>
            <p:extLst>
              <p:ext uri="{D42A27DB-BD31-4B8C-83A1-F6EECF244321}">
                <p14:modId xmlns:p14="http://schemas.microsoft.com/office/powerpoint/2010/main" val="3987647883"/>
              </p:ext>
            </p:extLst>
          </p:nvPr>
        </p:nvGraphicFramePr>
        <p:xfrm>
          <a:off x="857250" y="2057400"/>
          <a:ext cx="7404100" cy="403860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2848411431"/>
      </p:ext>
    </p:extLst>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Case Study 1: Tracking Task</a:t>
            </a:r>
            <a:endParaRPr lang="en-US" dirty="0"/>
          </a:p>
        </p:txBody>
      </p:sp>
      <p:sp>
        <p:nvSpPr>
          <p:cNvPr id="3" name="Content Placeholder 2"/>
          <p:cNvSpPr>
            <a:spLocks noGrp="1"/>
          </p:cNvSpPr>
          <p:nvPr>
            <p:ph idx="1"/>
          </p:nvPr>
        </p:nvSpPr>
        <p:spPr/>
        <p:txBody>
          <a:bodyPr/>
          <a:lstStyle/>
          <a:p>
            <a:r>
              <a:rPr lang="en-US" dirty="0" smtClean="0"/>
              <a:t>Assign Task</a:t>
            </a:r>
          </a:p>
          <a:p>
            <a:r>
              <a:rPr lang="en-US" dirty="0" smtClean="0"/>
              <a:t>Resolved task</a:t>
            </a:r>
          </a:p>
          <a:p>
            <a:r>
              <a:rPr lang="en-US" dirty="0" smtClean="0"/>
              <a:t>Close Task</a:t>
            </a:r>
            <a:endParaRPr lang="en-US" dirty="0"/>
          </a:p>
        </p:txBody>
      </p:sp>
    </p:spTree>
    <p:extLst>
      <p:ext uri="{BB962C8B-B14F-4D97-AF65-F5344CB8AC3E}">
        <p14:creationId xmlns:p14="http://schemas.microsoft.com/office/powerpoint/2010/main" val="1405771591"/>
      </p:ext>
    </p:extLst>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Case Study 2: Tracking Bug</a:t>
            </a:r>
            <a:endParaRPr lang="en-US" dirty="0"/>
          </a:p>
        </p:txBody>
      </p:sp>
      <p:sp>
        <p:nvSpPr>
          <p:cNvPr id="3" name="Content Placeholder 2"/>
          <p:cNvSpPr>
            <a:spLocks noGrp="1"/>
          </p:cNvSpPr>
          <p:nvPr>
            <p:ph idx="1"/>
          </p:nvPr>
        </p:nvSpPr>
        <p:spPr/>
        <p:txBody>
          <a:bodyPr/>
          <a:lstStyle/>
          <a:p>
            <a:r>
              <a:rPr lang="en-US" dirty="0" smtClean="0"/>
              <a:t>Assign bug</a:t>
            </a:r>
          </a:p>
          <a:p>
            <a:r>
              <a:rPr lang="en-US" dirty="0" smtClean="0"/>
              <a:t>Resolved bug</a:t>
            </a:r>
          </a:p>
          <a:p>
            <a:r>
              <a:rPr lang="en-US" dirty="0" smtClean="0"/>
              <a:t>Close bug</a:t>
            </a:r>
          </a:p>
          <a:p>
            <a:pPr marL="0" indent="0">
              <a:buNone/>
            </a:pPr>
            <a:endParaRPr lang="en-US" dirty="0"/>
          </a:p>
        </p:txBody>
      </p:sp>
    </p:spTree>
    <p:extLst>
      <p:ext uri="{BB962C8B-B14F-4D97-AF65-F5344CB8AC3E}">
        <p14:creationId xmlns:p14="http://schemas.microsoft.com/office/powerpoint/2010/main" val="1245402394"/>
      </p:ext>
    </p:extLst>
  </p:cSld>
  <p:clrMapOvr>
    <a:masterClrMapping/>
  </p:clrMapOvr>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Case study 3</a:t>
            </a:r>
            <a:endParaRPr lang="en-US" dirty="0"/>
          </a:p>
        </p:txBody>
      </p:sp>
      <p:sp>
        <p:nvSpPr>
          <p:cNvPr id="3" name="Content Placeholder 2"/>
          <p:cNvSpPr>
            <a:spLocks noGrp="1"/>
          </p:cNvSpPr>
          <p:nvPr>
            <p:ph idx="1"/>
          </p:nvPr>
        </p:nvSpPr>
        <p:spPr/>
        <p:txBody>
          <a:bodyPr/>
          <a:lstStyle/>
          <a:p>
            <a:r>
              <a:rPr lang="en-US" dirty="0" smtClean="0"/>
              <a:t>Create Dash board</a:t>
            </a:r>
          </a:p>
          <a:p>
            <a:pPr marL="0" indent="0">
              <a:buNone/>
            </a:pPr>
            <a:endParaRPr lang="en-US" dirty="0"/>
          </a:p>
        </p:txBody>
      </p:sp>
    </p:spTree>
    <p:extLst>
      <p:ext uri="{BB962C8B-B14F-4D97-AF65-F5344CB8AC3E}">
        <p14:creationId xmlns:p14="http://schemas.microsoft.com/office/powerpoint/2010/main" val="532709692"/>
      </p:ext>
    </p:extLst>
  </p:cSld>
  <p:clrMapOvr>
    <a:masterClrMapping/>
  </p:clrMapOvr>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 name="Рисунок 19" descr="collaboration.jpg"/>
          <p:cNvPicPr>
            <a:picLocks noChangeAspect="1"/>
          </p:cNvPicPr>
          <p:nvPr/>
        </p:nvPicPr>
        <p:blipFill>
          <a:blip r:embed="rId3" cstate="print"/>
          <a:stretch>
            <a:fillRect/>
          </a:stretch>
        </p:blipFill>
        <p:spPr>
          <a:xfrm>
            <a:off x="196715" y="1142984"/>
            <a:ext cx="8718685" cy="5334016"/>
          </a:xfrm>
          <a:prstGeom prst="rect">
            <a:avLst/>
          </a:prstGeom>
          <a:ln>
            <a:noFill/>
          </a:ln>
          <a:effectLst>
            <a:softEdge rad="112500"/>
          </a:effectLst>
        </p:spPr>
      </p:pic>
      <p:sp>
        <p:nvSpPr>
          <p:cNvPr id="21" name="Прямоугольник 20"/>
          <p:cNvSpPr/>
          <p:nvPr/>
        </p:nvSpPr>
        <p:spPr>
          <a:xfrm>
            <a:off x="179512" y="188640"/>
            <a:ext cx="6203686" cy="892552"/>
          </a:xfrm>
          <a:prstGeom prst="rect">
            <a:avLst/>
          </a:prstGeom>
        </p:spPr>
        <p:txBody>
          <a:bodyPr wrap="none">
            <a:spAutoFit/>
          </a:bodyPr>
          <a:lstStyle/>
          <a:p>
            <a:r>
              <a:rPr lang="en-US" sz="3000" b="1" dirty="0" smtClean="0">
                <a:solidFill>
                  <a:schemeClr val="tx2"/>
                </a:solidFill>
              </a:rPr>
              <a:t>Remember…</a:t>
            </a:r>
          </a:p>
          <a:p>
            <a:r>
              <a:rPr lang="en-US" sz="2200" dirty="0" smtClean="0">
                <a:solidFill>
                  <a:schemeClr val="tx2"/>
                </a:solidFill>
              </a:rPr>
              <a:t>Individuals and interactions over processes and tools</a:t>
            </a:r>
            <a:endParaRPr lang="ru-RU" sz="2200" dirty="0" smtClean="0">
              <a:solidFill>
                <a:schemeClr val="tx2"/>
              </a:solidFill>
            </a:endParaRPr>
          </a:p>
        </p:txBody>
      </p:sp>
    </p:spTree>
    <p:extLst>
      <p:ext uri="{BB962C8B-B14F-4D97-AF65-F5344CB8AC3E}">
        <p14:creationId xmlns:p14="http://schemas.microsoft.com/office/powerpoint/2010/main" val="2114881930"/>
      </p:ext>
    </p:extLst>
  </p:cSld>
  <p:clrMapOvr>
    <a:masterClrMapping/>
  </p:clrMapOvr>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Прямоугольник 19"/>
          <p:cNvSpPr/>
          <p:nvPr/>
        </p:nvSpPr>
        <p:spPr>
          <a:xfrm>
            <a:off x="3286116" y="571480"/>
            <a:ext cx="2052870" cy="553998"/>
          </a:xfrm>
          <a:prstGeom prst="rect">
            <a:avLst/>
          </a:prstGeom>
        </p:spPr>
        <p:txBody>
          <a:bodyPr wrap="none">
            <a:spAutoFit/>
          </a:bodyPr>
          <a:lstStyle/>
          <a:p>
            <a:r>
              <a:rPr lang="en-AU" sz="3000" b="1" dirty="0" smtClean="0">
                <a:solidFill>
                  <a:schemeClr val="tx2"/>
                </a:solidFill>
              </a:rPr>
              <a:t>Thank you !</a:t>
            </a:r>
            <a:endParaRPr lang="ru-RU" sz="3000" b="1" dirty="0" smtClean="0">
              <a:solidFill>
                <a:schemeClr val="tx2"/>
              </a:solidFill>
            </a:endParaRPr>
          </a:p>
        </p:txBody>
      </p:sp>
      <p:pic>
        <p:nvPicPr>
          <p:cNvPr id="7" name="Рисунок 6" descr="purple_ask_me_button-p145105749267707482t5sj_400.jpg"/>
          <p:cNvPicPr>
            <a:picLocks noChangeAspect="1"/>
          </p:cNvPicPr>
          <p:nvPr/>
        </p:nvPicPr>
        <p:blipFill>
          <a:blip r:embed="rId3" cstate="print"/>
          <a:stretch>
            <a:fillRect/>
          </a:stretch>
        </p:blipFill>
        <p:spPr>
          <a:xfrm>
            <a:off x="2357422" y="1571612"/>
            <a:ext cx="4119578" cy="4119578"/>
          </a:xfrm>
          <a:prstGeom prst="rect">
            <a:avLst/>
          </a:prstGeom>
        </p:spPr>
      </p:pic>
    </p:spTree>
    <p:extLst>
      <p:ext uri="{BB962C8B-B14F-4D97-AF65-F5344CB8AC3E}">
        <p14:creationId xmlns:p14="http://schemas.microsoft.com/office/powerpoint/2010/main" val="3299530153"/>
      </p:ext>
    </p:extLst>
  </p:cSld>
  <p:clrMapOvr>
    <a:masterClrMapping/>
  </p:clrMapOvr>
  <p:timing>
    <p:tnLst>
      <p:par>
        <p:cTn id="1" dur="indefinite" restart="never" nodeType="tmRoot"/>
      </p:par>
    </p:tnLst>
  </p:timing>
</p:sld>
</file>

<file path=ppt/theme/theme1.xml><?xml version="1.0" encoding="utf-8"?>
<a:theme xmlns:a="http://schemas.openxmlformats.org/drawingml/2006/main" name="Basis">
  <a:themeElements>
    <a:clrScheme name="Basis">
      <a:dk1>
        <a:srgbClr val="000000"/>
      </a:dk1>
      <a:lt1>
        <a:sysClr val="window" lastClr="FFFFFF"/>
      </a:lt1>
      <a:dk2>
        <a:srgbClr val="5E5E5E"/>
      </a:dk2>
      <a:lt2>
        <a:srgbClr val="DDDDDD"/>
      </a:lt2>
      <a:accent1>
        <a:srgbClr val="DF5327"/>
      </a:accent1>
      <a:accent2>
        <a:srgbClr val="A6B727"/>
      </a:accent2>
      <a:accent3>
        <a:srgbClr val="FE9E00"/>
      </a:accent3>
      <a:accent4>
        <a:srgbClr val="418AB3"/>
      </a:accent4>
      <a:accent5>
        <a:srgbClr val="D7D447"/>
      </a:accent5>
      <a:accent6>
        <a:srgbClr val="838383"/>
      </a:accent6>
      <a:hlink>
        <a:srgbClr val="F59E00"/>
      </a:hlink>
      <a:folHlink>
        <a:srgbClr val="B2B2B2"/>
      </a:folHlink>
    </a:clrScheme>
    <a:fontScheme name="Basis">
      <a:majorFont>
        <a:latin typeface="Corbel" panose="020B05030202040202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orbel" panose="020B05030202040202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Basis">
      <a:fillStyleLst>
        <a:solidFill>
          <a:schemeClr val="phClr"/>
        </a:solidFill>
        <a:solidFill>
          <a:schemeClr val="phClr">
            <a:tint val="55000"/>
            <a:satMod val="130000"/>
          </a:schemeClr>
        </a:solidFill>
        <a:gradFill rotWithShape="1">
          <a:gsLst>
            <a:gs pos="0">
              <a:schemeClr val="phClr"/>
            </a:gs>
            <a:gs pos="90000">
              <a:schemeClr val="phClr">
                <a:shade val="100000"/>
                <a:satMod val="105000"/>
              </a:schemeClr>
            </a:gs>
            <a:gs pos="100000">
              <a:schemeClr val="phClr">
                <a:shade val="80000"/>
                <a:satMod val="120000"/>
              </a:schemeClr>
            </a:gs>
          </a:gsLst>
          <a:path path="circle">
            <a:fillToRect l="100000" t="100000" r="100000" b="100000"/>
          </a:path>
        </a:gradFill>
      </a:fillStyleLst>
      <a:lnStyleLst>
        <a:ln w="10000" cap="flat" cmpd="sng" algn="ctr">
          <a:solidFill>
            <a:schemeClr val="phClr"/>
          </a:solidFill>
          <a:prstDash val="solid"/>
        </a:ln>
        <a:ln w="19050" cap="flat" cmpd="sng" algn="ctr">
          <a:solidFill>
            <a:schemeClr val="phClr"/>
          </a:solidFill>
          <a:prstDash val="solid"/>
        </a:ln>
        <a:ln w="53975" cap="flat" cmpd="dbl" algn="ctr">
          <a:solidFill>
            <a:schemeClr val="phClr"/>
          </a:solidFill>
          <a:prstDash val="solid"/>
        </a:ln>
      </a:lnStyleLst>
      <a:effectStyleLst>
        <a:effectStyle>
          <a:effectLst/>
        </a:effectStyle>
        <a:effectStyle>
          <a:effectLst>
            <a:outerShdw blurRad="38100" dist="25400" dir="5400000" rotWithShape="0">
              <a:srgbClr val="000000">
                <a:alpha val="45000"/>
              </a:srgbClr>
            </a:outerShdw>
          </a:effectLst>
        </a:effectStyle>
        <a:effectStyle>
          <a:effectLst>
            <a:outerShdw blurRad="38100" dist="25400" dir="5400000" rotWithShape="0">
              <a:srgbClr val="000000">
                <a:alpha val="45000"/>
              </a:srgbClr>
            </a:outerShdw>
          </a:effectLst>
          <a:scene3d>
            <a:camera prst="orthographicFront">
              <a:rot lat="0" lon="0" rev="0"/>
            </a:camera>
            <a:lightRig rig="brightRoom" dir="t"/>
          </a:scene3d>
          <a:sp3d extrusionH="12700" contourW="25400" prstMaterial="flat">
            <a:bevelT w="63500" h="152400" prst="angle"/>
            <a:contourClr>
              <a:schemeClr val="phClr">
                <a:shade val="27000"/>
                <a:satMod val="120000"/>
              </a:schemeClr>
            </a:contourClr>
          </a:sp3d>
        </a:effectStyle>
      </a:effectStyleLst>
      <a:bgFillStyleLst>
        <a:solidFill>
          <a:schemeClr val="phClr"/>
        </a:solidFill>
        <a:solidFill>
          <a:schemeClr val="phClr">
            <a:tint val="95000"/>
            <a:shade val="95000"/>
            <a:satMod val="140000"/>
          </a:schemeClr>
        </a:solidFill>
        <a:solidFill>
          <a:schemeClr val="phClr">
            <a:tint val="90000"/>
            <a:shade val="85000"/>
            <a:satMod val="160000"/>
            <a:lumMod val="110000"/>
          </a:schemeClr>
        </a:solidFill>
      </a:bgFillStyleLst>
    </a:fmtScheme>
  </a:themeElements>
  <a:objectDefaults/>
  <a:extraClrSchemeLst/>
  <a:extLst>
    <a:ext uri="{05A4C25C-085E-4340-85A3-A5531E510DB2}">
      <thm15:themeFamily xmlns:thm15="http://schemas.microsoft.com/office/thememl/2012/main" name="Basis" id="{5665723A-49BA-4B57-8411-A56F8F207965}" vid="{446C221D-F63F-4DD8-B509-CFE168687BF2}"/>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TC103457444[[fn=Basis]]</Template>
  <TotalTime>2780</TotalTime>
  <Words>750</Words>
  <Application>Microsoft Office PowerPoint</Application>
  <PresentationFormat>On-screen Show (4:3)</PresentationFormat>
  <Paragraphs>228</Paragraphs>
  <Slides>40</Slides>
  <Notes>20</Notes>
  <HiddenSlides>0</HiddenSlides>
  <MMClips>0</MMClips>
  <ScaleCrop>false</ScaleCrop>
  <HeadingPairs>
    <vt:vector size="6" baseType="variant">
      <vt:variant>
        <vt:lpstr>Fonts Used</vt:lpstr>
      </vt:variant>
      <vt:variant>
        <vt:i4>10</vt:i4>
      </vt:variant>
      <vt:variant>
        <vt:lpstr>Theme</vt:lpstr>
      </vt:variant>
      <vt:variant>
        <vt:i4>1</vt:i4>
      </vt:variant>
      <vt:variant>
        <vt:lpstr>Slide Titles</vt:lpstr>
      </vt:variant>
      <vt:variant>
        <vt:i4>40</vt:i4>
      </vt:variant>
    </vt:vector>
  </HeadingPairs>
  <TitlesOfParts>
    <vt:vector size="51" baseType="lpstr">
      <vt:lpstr>Arial</vt:lpstr>
      <vt:lpstr>Calibri</vt:lpstr>
      <vt:lpstr>Corbel</vt:lpstr>
      <vt:lpstr>DejaVu Sans</vt:lpstr>
      <vt:lpstr>Freestyle Script</vt:lpstr>
      <vt:lpstr>Georgia</vt:lpstr>
      <vt:lpstr>Gill Sans</vt:lpstr>
      <vt:lpstr>Impact</vt:lpstr>
      <vt:lpstr>Times New Roman</vt:lpstr>
      <vt:lpstr>ヒラギノ角ゴ ProN W3</vt:lpstr>
      <vt:lpstr>Basis</vt:lpstr>
      <vt:lpstr>Jira Overview</vt:lpstr>
      <vt:lpstr>Objective</vt:lpstr>
      <vt:lpstr>Agenda</vt:lpstr>
      <vt:lpstr>Agenda</vt:lpstr>
      <vt:lpstr>What is Jira?</vt:lpstr>
      <vt:lpstr>PowerPoint Presentation</vt:lpstr>
      <vt:lpstr>Search and Reporting</vt:lpstr>
      <vt:lpstr>Customizable Work Flow and Fields</vt:lpstr>
      <vt:lpstr>Dash Board</vt:lpstr>
      <vt:lpstr>Agile Development </vt:lpstr>
      <vt:lpstr>Agenda</vt:lpstr>
      <vt:lpstr>PowerPoint Presentation</vt:lpstr>
      <vt:lpstr>Jira Concept</vt:lpstr>
      <vt:lpstr>Work Flow of Issues</vt:lpstr>
      <vt:lpstr>Agenda</vt:lpstr>
      <vt:lpstr> </vt:lpstr>
      <vt:lpstr>Task Work Flow</vt:lpstr>
      <vt:lpstr>Task Management Process</vt:lpstr>
      <vt:lpstr>Task Management Process</vt:lpstr>
      <vt:lpstr>Step1: Assign Task</vt:lpstr>
      <vt:lpstr>Step 2: Screen of assignee</vt:lpstr>
      <vt:lpstr>Step 2: Resolved Task</vt:lpstr>
      <vt:lpstr>Step 3: Close Task</vt:lpstr>
      <vt:lpstr>Step 3: Close Task</vt:lpstr>
      <vt:lpstr>PowerPoint Presentation</vt:lpstr>
      <vt:lpstr>Bug Work Flow</vt:lpstr>
      <vt:lpstr>Bug Management Process</vt:lpstr>
      <vt:lpstr>Step1: Assign Bug</vt:lpstr>
      <vt:lpstr>Step 2: Resolved Bug</vt:lpstr>
      <vt:lpstr>Step 3: Closed Bug</vt:lpstr>
      <vt:lpstr>Agenda</vt:lpstr>
      <vt:lpstr>Personal Dashboard</vt:lpstr>
      <vt:lpstr>Quality Dashboard</vt:lpstr>
      <vt:lpstr>Agile Dashboard</vt:lpstr>
      <vt:lpstr>Agenda</vt:lpstr>
      <vt:lpstr>Case Study 1: Tracking Task</vt:lpstr>
      <vt:lpstr>Case Study 2: Tracking Bug</vt:lpstr>
      <vt:lpstr>Case study 3</vt:lpstr>
      <vt:lpstr>PowerPoint Presentation</vt:lpstr>
      <vt:lpstr>PowerPoint Presentation</vt:lpstr>
    </vt:vector>
  </TitlesOfParts>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Overview Jira</dc:title>
  <dc:creator>Tran Viet Dung</dc:creator>
  <cp:lastModifiedBy>Sony</cp:lastModifiedBy>
  <cp:revision>91</cp:revision>
  <dcterms:created xsi:type="dcterms:W3CDTF">2014-01-04T17:21:49Z</dcterms:created>
  <dcterms:modified xsi:type="dcterms:W3CDTF">2014-01-22T10:27:03Z</dcterms:modified>
</cp:coreProperties>
</file>