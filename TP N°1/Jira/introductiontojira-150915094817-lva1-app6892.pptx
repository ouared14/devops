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jpg" ContentType="image/jp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</p:sldIdLst>
  <p:sldSz cx="16256000" cy="9144000"/>
  <p:notesSz cx="16256000" cy="9144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02025" y="3975924"/>
            <a:ext cx="13651948" cy="11836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0" i="0">
                <a:solidFill>
                  <a:schemeClr val="bg1"/>
                </a:solidFill>
                <a:latin typeface="Arial Narrow"/>
                <a:cs typeface="Arial Narrow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438400" y="5120640"/>
            <a:ext cx="11379200" cy="2286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00" b="0" i="0">
                <a:solidFill>
                  <a:srgbClr val="004479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6324357" cy="4414794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772900" y="6527800"/>
            <a:ext cx="4483100" cy="2616200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87300" y="7886089"/>
            <a:ext cx="2076352" cy="1130910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350" y="6349"/>
            <a:ext cx="16249650" cy="9137650"/>
          </a:xfrm>
          <a:prstGeom prst="rect">
            <a:avLst/>
          </a:prstGeom>
        </p:spPr>
      </p:pic>
      <p:sp>
        <p:nvSpPr>
          <p:cNvPr id="21" name="bg object 21"/>
          <p:cNvSpPr/>
          <p:nvPr/>
        </p:nvSpPr>
        <p:spPr>
          <a:xfrm>
            <a:off x="6350" y="6350"/>
            <a:ext cx="16249650" cy="9137650"/>
          </a:xfrm>
          <a:custGeom>
            <a:avLst/>
            <a:gdLst/>
            <a:ahLst/>
            <a:cxnLst/>
            <a:rect l="l" t="t" r="r" b="b"/>
            <a:pathLst>
              <a:path w="16249650" h="9137650">
                <a:moveTo>
                  <a:pt x="0" y="9137650"/>
                </a:moveTo>
                <a:lnTo>
                  <a:pt x="0" y="0"/>
                </a:lnTo>
                <a:lnTo>
                  <a:pt x="1624965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22" name="bg object 2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-2432" y="7086086"/>
            <a:ext cx="4066429" cy="2057913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1440902" y="6978484"/>
            <a:ext cx="4815099" cy="2165515"/>
          </a:xfrm>
          <a:prstGeom prst="rect">
            <a:avLst/>
          </a:prstGeom>
        </p:spPr>
      </p:pic>
      <p:sp>
        <p:nvSpPr>
          <p:cNvPr id="24" name="bg object 24"/>
          <p:cNvSpPr/>
          <p:nvPr/>
        </p:nvSpPr>
        <p:spPr>
          <a:xfrm>
            <a:off x="14984046" y="330203"/>
            <a:ext cx="916305" cy="188595"/>
          </a:xfrm>
          <a:custGeom>
            <a:avLst/>
            <a:gdLst/>
            <a:ahLst/>
            <a:cxnLst/>
            <a:rect l="l" t="t" r="r" b="b"/>
            <a:pathLst>
              <a:path w="916305" h="188595">
                <a:moveTo>
                  <a:pt x="901633" y="0"/>
                </a:moveTo>
                <a:lnTo>
                  <a:pt x="891333" y="0"/>
                </a:lnTo>
                <a:lnTo>
                  <a:pt x="887866" y="888"/>
                </a:lnTo>
                <a:lnTo>
                  <a:pt x="841667" y="24592"/>
                </a:lnTo>
                <a:lnTo>
                  <a:pt x="797144" y="44172"/>
                </a:lnTo>
                <a:lnTo>
                  <a:pt x="751382" y="61250"/>
                </a:lnTo>
                <a:lnTo>
                  <a:pt x="704512" y="75792"/>
                </a:lnTo>
                <a:lnTo>
                  <a:pt x="656665" y="87766"/>
                </a:lnTo>
                <a:lnTo>
                  <a:pt x="607972" y="97139"/>
                </a:lnTo>
                <a:lnTo>
                  <a:pt x="558566" y="103877"/>
                </a:lnTo>
                <a:lnTo>
                  <a:pt x="508577" y="107949"/>
                </a:lnTo>
                <a:lnTo>
                  <a:pt x="458136" y="109321"/>
                </a:lnTo>
                <a:lnTo>
                  <a:pt x="407692" y="107949"/>
                </a:lnTo>
                <a:lnTo>
                  <a:pt x="357701" y="103878"/>
                </a:lnTo>
                <a:lnTo>
                  <a:pt x="308294" y="97139"/>
                </a:lnTo>
                <a:lnTo>
                  <a:pt x="259601" y="87767"/>
                </a:lnTo>
                <a:lnTo>
                  <a:pt x="211754" y="75794"/>
                </a:lnTo>
                <a:lnTo>
                  <a:pt x="164884" y="61253"/>
                </a:lnTo>
                <a:lnTo>
                  <a:pt x="119121" y="44177"/>
                </a:lnTo>
                <a:lnTo>
                  <a:pt x="74596" y="24600"/>
                </a:lnTo>
                <a:lnTo>
                  <a:pt x="28406" y="888"/>
                </a:lnTo>
                <a:lnTo>
                  <a:pt x="24952" y="0"/>
                </a:lnTo>
                <a:lnTo>
                  <a:pt x="14639" y="0"/>
                </a:lnTo>
                <a:lnTo>
                  <a:pt x="8137" y="3262"/>
                </a:lnTo>
                <a:lnTo>
                  <a:pt x="4086" y="8718"/>
                </a:lnTo>
                <a:lnTo>
                  <a:pt x="731" y="15585"/>
                </a:lnTo>
                <a:lnTo>
                  <a:pt x="0" y="23474"/>
                </a:lnTo>
                <a:lnTo>
                  <a:pt x="2321" y="31362"/>
                </a:lnTo>
                <a:lnTo>
                  <a:pt x="47144" y="65540"/>
                </a:lnTo>
                <a:lnTo>
                  <a:pt x="87636" y="90281"/>
                </a:lnTo>
                <a:lnTo>
                  <a:pt x="129506" y="112389"/>
                </a:lnTo>
                <a:lnTo>
                  <a:pt x="172659" y="131800"/>
                </a:lnTo>
                <a:lnTo>
                  <a:pt x="217001" y="148451"/>
                </a:lnTo>
                <a:lnTo>
                  <a:pt x="263953" y="162714"/>
                </a:lnTo>
                <a:lnTo>
                  <a:pt x="311649" y="173845"/>
                </a:lnTo>
                <a:lnTo>
                  <a:pt x="359980" y="181825"/>
                </a:lnTo>
                <a:lnTo>
                  <a:pt x="408837" y="186635"/>
                </a:lnTo>
                <a:lnTo>
                  <a:pt x="458149" y="188257"/>
                </a:lnTo>
                <a:lnTo>
                  <a:pt x="507424" y="186635"/>
                </a:lnTo>
                <a:lnTo>
                  <a:pt x="556284" y="181825"/>
                </a:lnTo>
                <a:lnTo>
                  <a:pt x="604619" y="173845"/>
                </a:lnTo>
                <a:lnTo>
                  <a:pt x="652318" y="162714"/>
                </a:lnTo>
                <a:lnTo>
                  <a:pt x="699271" y="148451"/>
                </a:lnTo>
                <a:lnTo>
                  <a:pt x="743612" y="131796"/>
                </a:lnTo>
                <a:lnTo>
                  <a:pt x="786766" y="112381"/>
                </a:lnTo>
                <a:lnTo>
                  <a:pt x="828644" y="90265"/>
                </a:lnTo>
                <a:lnTo>
                  <a:pt x="869156" y="65509"/>
                </a:lnTo>
                <a:lnTo>
                  <a:pt x="908211" y="38172"/>
                </a:lnTo>
                <a:lnTo>
                  <a:pt x="916276" y="23460"/>
                </a:lnTo>
                <a:lnTo>
                  <a:pt x="915537" y="15583"/>
                </a:lnTo>
                <a:lnTo>
                  <a:pt x="912187" y="8729"/>
                </a:lnTo>
                <a:lnTo>
                  <a:pt x="908123" y="3262"/>
                </a:lnTo>
                <a:lnTo>
                  <a:pt x="901633" y="0"/>
                </a:lnTo>
                <a:close/>
              </a:path>
            </a:pathLst>
          </a:custGeom>
          <a:solidFill>
            <a:srgbClr val="9EC73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bg object 25"/>
          <p:cNvSpPr/>
          <p:nvPr/>
        </p:nvSpPr>
        <p:spPr>
          <a:xfrm>
            <a:off x="15127249" y="534197"/>
            <a:ext cx="629920" cy="634365"/>
          </a:xfrm>
          <a:custGeom>
            <a:avLst/>
            <a:gdLst/>
            <a:ahLst/>
            <a:cxnLst/>
            <a:rect l="l" t="t" r="r" b="b"/>
            <a:pathLst>
              <a:path w="629919" h="634365">
                <a:moveTo>
                  <a:pt x="616026" y="101"/>
                </a:moveTo>
                <a:lnTo>
                  <a:pt x="610285" y="101"/>
                </a:lnTo>
                <a:lnTo>
                  <a:pt x="608202" y="483"/>
                </a:lnTo>
                <a:lnTo>
                  <a:pt x="578528" y="11210"/>
                </a:lnTo>
                <a:lnTo>
                  <a:pt x="550952" y="19969"/>
                </a:lnTo>
                <a:lnTo>
                  <a:pt x="523885" y="27573"/>
                </a:lnTo>
                <a:lnTo>
                  <a:pt x="490715" y="35721"/>
                </a:lnTo>
                <a:lnTo>
                  <a:pt x="485089" y="40896"/>
                </a:lnTo>
                <a:lnTo>
                  <a:pt x="463442" y="87827"/>
                </a:lnTo>
                <a:lnTo>
                  <a:pt x="436553" y="128034"/>
                </a:lnTo>
                <a:lnTo>
                  <a:pt x="403792" y="168066"/>
                </a:lnTo>
                <a:lnTo>
                  <a:pt x="366865" y="208230"/>
                </a:lnTo>
                <a:lnTo>
                  <a:pt x="327482" y="248831"/>
                </a:lnTo>
                <a:lnTo>
                  <a:pt x="321055" y="254737"/>
                </a:lnTo>
                <a:lnTo>
                  <a:pt x="308838" y="254737"/>
                </a:lnTo>
                <a:lnTo>
                  <a:pt x="263016" y="208253"/>
                </a:lnTo>
                <a:lnTo>
                  <a:pt x="226089" y="168145"/>
                </a:lnTo>
                <a:lnTo>
                  <a:pt x="193328" y="128180"/>
                </a:lnTo>
                <a:lnTo>
                  <a:pt x="166438" y="88029"/>
                </a:lnTo>
                <a:lnTo>
                  <a:pt x="147129" y="47365"/>
                </a:lnTo>
                <a:lnTo>
                  <a:pt x="144805" y="41132"/>
                </a:lnTo>
                <a:lnTo>
                  <a:pt x="139166" y="35946"/>
                </a:lnTo>
                <a:lnTo>
                  <a:pt x="105976" y="27746"/>
                </a:lnTo>
                <a:lnTo>
                  <a:pt x="78879" y="20023"/>
                </a:lnTo>
                <a:lnTo>
                  <a:pt x="51287" y="11149"/>
                </a:lnTo>
                <a:lnTo>
                  <a:pt x="21602" y="372"/>
                </a:lnTo>
                <a:lnTo>
                  <a:pt x="19519" y="0"/>
                </a:lnTo>
                <a:lnTo>
                  <a:pt x="13779" y="0"/>
                </a:lnTo>
                <a:lnTo>
                  <a:pt x="10198" y="1159"/>
                </a:lnTo>
                <a:lnTo>
                  <a:pt x="2451" y="7087"/>
                </a:lnTo>
                <a:lnTo>
                  <a:pt x="0" y="12950"/>
                </a:lnTo>
                <a:lnTo>
                  <a:pt x="558" y="18575"/>
                </a:lnTo>
                <a:lnTo>
                  <a:pt x="7960" y="61043"/>
                </a:lnTo>
                <a:lnTo>
                  <a:pt x="21770" y="103404"/>
                </a:lnTo>
                <a:lnTo>
                  <a:pt x="42110" y="146027"/>
                </a:lnTo>
                <a:lnTo>
                  <a:pt x="69100" y="189280"/>
                </a:lnTo>
                <a:lnTo>
                  <a:pt x="99587" y="229630"/>
                </a:lnTo>
                <a:lnTo>
                  <a:pt x="133181" y="268678"/>
                </a:lnTo>
                <a:lnTo>
                  <a:pt x="168638" y="306647"/>
                </a:lnTo>
                <a:lnTo>
                  <a:pt x="242089" y="382228"/>
                </a:lnTo>
                <a:lnTo>
                  <a:pt x="277619" y="420403"/>
                </a:lnTo>
                <a:lnTo>
                  <a:pt x="310053" y="458615"/>
                </a:lnTo>
                <a:lnTo>
                  <a:pt x="338148" y="497190"/>
                </a:lnTo>
                <a:lnTo>
                  <a:pt x="360656" y="536455"/>
                </a:lnTo>
                <a:lnTo>
                  <a:pt x="376333" y="576735"/>
                </a:lnTo>
                <a:lnTo>
                  <a:pt x="383933" y="618357"/>
                </a:lnTo>
                <a:lnTo>
                  <a:pt x="384594" y="627279"/>
                </a:lnTo>
                <a:lnTo>
                  <a:pt x="392010" y="634198"/>
                </a:lnTo>
                <a:lnTo>
                  <a:pt x="509485" y="634198"/>
                </a:lnTo>
                <a:lnTo>
                  <a:pt x="513943" y="632274"/>
                </a:lnTo>
                <a:lnTo>
                  <a:pt x="520395" y="625480"/>
                </a:lnTo>
                <a:lnTo>
                  <a:pt x="522096" y="620934"/>
                </a:lnTo>
                <a:lnTo>
                  <a:pt x="521868" y="616243"/>
                </a:lnTo>
                <a:lnTo>
                  <a:pt x="515350" y="566558"/>
                </a:lnTo>
                <a:lnTo>
                  <a:pt x="500607" y="516483"/>
                </a:lnTo>
                <a:lnTo>
                  <a:pt x="477507" y="465666"/>
                </a:lnTo>
                <a:lnTo>
                  <a:pt x="445922" y="413754"/>
                </a:lnTo>
                <a:lnTo>
                  <a:pt x="409359" y="365061"/>
                </a:lnTo>
                <a:lnTo>
                  <a:pt x="411276" y="357985"/>
                </a:lnTo>
                <a:lnTo>
                  <a:pt x="461241" y="306643"/>
                </a:lnTo>
                <a:lnTo>
                  <a:pt x="496698" y="268674"/>
                </a:lnTo>
                <a:lnTo>
                  <a:pt x="530290" y="229629"/>
                </a:lnTo>
                <a:lnTo>
                  <a:pt x="560781" y="189280"/>
                </a:lnTo>
                <a:lnTo>
                  <a:pt x="587773" y="146078"/>
                </a:lnTo>
                <a:lnTo>
                  <a:pt x="608115" y="103567"/>
                </a:lnTo>
                <a:lnTo>
                  <a:pt x="621926" y="61318"/>
                </a:lnTo>
                <a:lnTo>
                  <a:pt x="629323" y="18901"/>
                </a:lnTo>
                <a:lnTo>
                  <a:pt x="629894" y="13197"/>
                </a:lnTo>
                <a:lnTo>
                  <a:pt x="627291" y="7133"/>
                </a:lnTo>
                <a:lnTo>
                  <a:pt x="622706" y="3611"/>
                </a:lnTo>
                <a:lnTo>
                  <a:pt x="619658" y="1294"/>
                </a:lnTo>
                <a:lnTo>
                  <a:pt x="616026" y="101"/>
                </a:lnTo>
                <a:close/>
              </a:path>
            </a:pathLst>
          </a:custGeom>
          <a:solidFill>
            <a:srgbClr val="59AEE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6" name="bg object 2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5234958" y="949714"/>
            <a:ext cx="169723" cy="218690"/>
          </a:xfrm>
          <a:prstGeom prst="rect">
            <a:avLst/>
          </a:prstGeom>
        </p:spPr>
      </p:pic>
      <p:pic>
        <p:nvPicPr>
          <p:cNvPr id="27" name="bg object 27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5368321" y="586825"/>
            <a:ext cx="147713" cy="115746"/>
          </a:xfrm>
          <a:prstGeom prst="rect">
            <a:avLst/>
          </a:prstGeom>
        </p:spPr>
      </p:pic>
      <p:sp>
        <p:nvSpPr>
          <p:cNvPr id="28" name="bg object 28"/>
          <p:cNvSpPr/>
          <p:nvPr/>
        </p:nvSpPr>
        <p:spPr>
          <a:xfrm>
            <a:off x="1257299" y="2476499"/>
            <a:ext cx="13512800" cy="0"/>
          </a:xfrm>
          <a:custGeom>
            <a:avLst/>
            <a:gdLst/>
            <a:ahLst/>
            <a:cxnLst/>
            <a:rect l="l" t="t" r="r" b="b"/>
            <a:pathLst>
              <a:path w="13512800" h="0">
                <a:moveTo>
                  <a:pt x="0" y="0"/>
                </a:moveTo>
                <a:lnTo>
                  <a:pt x="13512800" y="0"/>
                </a:lnTo>
              </a:path>
            </a:pathLst>
          </a:custGeom>
          <a:ln w="25400">
            <a:solidFill>
              <a:srgbClr val="5DB6E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000" b="0" i="0">
                <a:solidFill>
                  <a:schemeClr val="bg1"/>
                </a:solidFill>
                <a:latin typeface="Arial Narrow"/>
                <a:cs typeface="Arial Narrow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4200" b="0" i="0">
                <a:solidFill>
                  <a:srgbClr val="004479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000" b="0" i="0">
                <a:solidFill>
                  <a:schemeClr val="bg1"/>
                </a:solidFill>
                <a:latin typeface="Arial Narrow"/>
                <a:cs typeface="Arial Narrow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812800" y="2103120"/>
            <a:ext cx="7071360" cy="6035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8371840" y="2103120"/>
            <a:ext cx="7071360" cy="6035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000" b="0" i="0">
                <a:solidFill>
                  <a:schemeClr val="bg1"/>
                </a:solidFill>
                <a:latin typeface="Arial Narrow"/>
                <a:cs typeface="Arial Narrow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Relationship Id="rId8" Type="http://schemas.openxmlformats.org/officeDocument/2006/relationships/image" Target="../media/image2.png"/><Relationship Id="rId9" Type="http://schemas.openxmlformats.org/officeDocument/2006/relationships/image" Target="../media/image3.pn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16256000" y="0"/>
                </a:moveTo>
                <a:lnTo>
                  <a:pt x="0" y="0"/>
                </a:lnTo>
                <a:lnTo>
                  <a:pt x="0" y="9144000"/>
                </a:lnTo>
                <a:lnTo>
                  <a:pt x="16256000" y="9144000"/>
                </a:lnTo>
                <a:lnTo>
                  <a:pt x="16256000" y="0"/>
                </a:lnTo>
                <a:close/>
              </a:path>
            </a:pathLst>
          </a:custGeom>
          <a:solidFill>
            <a:srgbClr val="002452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6324357" cy="4414794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1772900" y="6527800"/>
            <a:ext cx="4483100" cy="2616200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87300" y="7886089"/>
            <a:ext cx="2076352" cy="113091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19200" y="955040"/>
            <a:ext cx="14279244" cy="1473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0" i="0">
                <a:solidFill>
                  <a:schemeClr val="bg1"/>
                </a:solidFill>
                <a:latin typeface="Arial Narrow"/>
                <a:cs typeface="Arial Narrow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365250" y="2306125"/>
            <a:ext cx="11157585" cy="2768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00" b="0" i="0">
                <a:solidFill>
                  <a:srgbClr val="004479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5527040" y="8503920"/>
            <a:ext cx="5201920" cy="457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812800" y="8503920"/>
            <a:ext cx="3738880" cy="457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1704320" y="8503920"/>
            <a:ext cx="3738880" cy="457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3.jpg"/><Relationship Id="rId3" Type="http://schemas.openxmlformats.org/officeDocument/2006/relationships/image" Target="../media/image14.pn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5.pn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jp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image" Target="../media/image19.pn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jp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image" Target="../media/image20.jp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3" Type="http://schemas.openxmlformats.org/officeDocument/2006/relationships/image" Target="../media/image25.jp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image" Target="../media/image28.pn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4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5.png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36.jpg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://extranet.atlassian.com/jira" TargetMode="External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4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44.png"/><Relationship Id="rId12" Type="http://schemas.openxmlformats.org/officeDocument/2006/relationships/image" Target="../media/image45.png"/><Relationship Id="rId13" Type="http://schemas.openxmlformats.org/officeDocument/2006/relationships/image" Target="../media/image38.png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6.jpg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7.jpg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8.png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9.png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50.png"/></Relationships>
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/Relationships>
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jp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image" Target="../media/image51.jpg"/></Relationships>
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2.png"/><Relationship Id="rId3" Type="http://schemas.openxmlformats.org/officeDocument/2006/relationships/image" Target="../media/image53.png"/><Relationship Id="rId4" Type="http://schemas.openxmlformats.org/officeDocument/2006/relationships/image" Target="../media/image54.png"/><Relationship Id="rId5" Type="http://schemas.openxmlformats.org/officeDocument/2006/relationships/image" Target="../media/image3.png"/><Relationship Id="rId6" Type="http://schemas.openxmlformats.org/officeDocument/2006/relationships/image" Target="../media/image55.png"/></Relationships>
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2.png"/><Relationship Id="rId3" Type="http://schemas.openxmlformats.org/officeDocument/2006/relationships/image" Target="../media/image53.png"/><Relationship Id="rId4" Type="http://schemas.openxmlformats.org/officeDocument/2006/relationships/image" Target="../media/image54.png"/><Relationship Id="rId5" Type="http://schemas.openxmlformats.org/officeDocument/2006/relationships/image" Target="../media/image3.png"/><Relationship Id="rId6" Type="http://schemas.openxmlformats.org/officeDocument/2006/relationships/image" Target="../media/image56.jpg"/></Relationships>
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7.png"/><Relationship Id="rId3" Type="http://schemas.openxmlformats.org/officeDocument/2006/relationships/image" Target="../media/image53.png"/><Relationship Id="rId4" Type="http://schemas.openxmlformats.org/officeDocument/2006/relationships/image" Target="../media/image54.png"/><Relationship Id="rId5" Type="http://schemas.openxmlformats.org/officeDocument/2006/relationships/image" Target="../media/image3.png"/><Relationship Id="rId6" Type="http://schemas.openxmlformats.org/officeDocument/2006/relationships/image" Target="../media/image58.png"/><Relationship Id="rId7" Type="http://schemas.openxmlformats.org/officeDocument/2006/relationships/image" Target="../media/image59.png"/></Relationships>
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60.png"/></Relationships>
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1.pn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16256000" y="0"/>
                </a:moveTo>
                <a:lnTo>
                  <a:pt x="0" y="0"/>
                </a:lnTo>
                <a:lnTo>
                  <a:pt x="0" y="9144000"/>
                </a:lnTo>
                <a:lnTo>
                  <a:pt x="16256000" y="9144000"/>
                </a:lnTo>
                <a:lnTo>
                  <a:pt x="16256000" y="0"/>
                </a:lnTo>
                <a:close/>
              </a:path>
            </a:pathLst>
          </a:custGeom>
          <a:solidFill>
            <a:srgbClr val="002452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6324357" cy="4414794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772900" y="6527800"/>
            <a:ext cx="4483100" cy="2616200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87300" y="7886089"/>
            <a:ext cx="2076352" cy="1130910"/>
          </a:xfrm>
          <a:prstGeom prst="rect">
            <a:avLst/>
          </a:prstGeom>
        </p:spPr>
      </p:pic>
      <p:grpSp>
        <p:nvGrpSpPr>
          <p:cNvPr id="6" name="object 6" descr=""/>
          <p:cNvGrpSpPr/>
          <p:nvPr/>
        </p:nvGrpSpPr>
        <p:grpSpPr>
          <a:xfrm>
            <a:off x="10544640" y="7155336"/>
            <a:ext cx="624205" cy="515620"/>
            <a:chOff x="10544640" y="7155336"/>
            <a:chExt cx="624205" cy="515620"/>
          </a:xfrm>
        </p:grpSpPr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557339" y="7168110"/>
              <a:ext cx="598407" cy="489573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10557340" y="7168036"/>
              <a:ext cx="598805" cy="490220"/>
            </a:xfrm>
            <a:custGeom>
              <a:avLst/>
              <a:gdLst/>
              <a:ahLst/>
              <a:cxnLst/>
              <a:rect l="l" t="t" r="r" b="b"/>
              <a:pathLst>
                <a:path w="598804" h="490220">
                  <a:moveTo>
                    <a:pt x="153862" y="489170"/>
                  </a:moveTo>
                  <a:lnTo>
                    <a:pt x="81530" y="474902"/>
                  </a:lnTo>
                  <a:lnTo>
                    <a:pt x="15323" y="446802"/>
                  </a:lnTo>
                  <a:lnTo>
                    <a:pt x="0" y="437248"/>
                  </a:lnTo>
                  <a:lnTo>
                    <a:pt x="4152" y="436411"/>
                  </a:lnTo>
                  <a:lnTo>
                    <a:pt x="16328" y="436718"/>
                  </a:lnTo>
                  <a:lnTo>
                    <a:pt x="47971" y="435818"/>
                  </a:lnTo>
                  <a:lnTo>
                    <a:pt x="108172" y="422494"/>
                  </a:lnTo>
                  <a:lnTo>
                    <a:pt x="146718" y="404786"/>
                  </a:lnTo>
                  <a:lnTo>
                    <a:pt x="174769" y="385729"/>
                  </a:lnTo>
                  <a:lnTo>
                    <a:pt x="173516" y="384476"/>
                  </a:lnTo>
                  <a:lnTo>
                    <a:pt x="172725" y="383685"/>
                  </a:lnTo>
                  <a:lnTo>
                    <a:pt x="168897" y="382638"/>
                  </a:lnTo>
                  <a:lnTo>
                    <a:pt x="165010" y="382150"/>
                  </a:lnTo>
                  <a:lnTo>
                    <a:pt x="136042" y="374803"/>
                  </a:lnTo>
                  <a:lnTo>
                    <a:pt x="87879" y="341284"/>
                  </a:lnTo>
                  <a:lnTo>
                    <a:pt x="66349" y="306440"/>
                  </a:lnTo>
                  <a:lnTo>
                    <a:pt x="65301" y="303388"/>
                  </a:lnTo>
                  <a:lnTo>
                    <a:pt x="63397" y="297840"/>
                  </a:lnTo>
                  <a:lnTo>
                    <a:pt x="69011" y="298673"/>
                  </a:lnTo>
                  <a:lnTo>
                    <a:pt x="81119" y="299548"/>
                  </a:lnTo>
                  <a:lnTo>
                    <a:pt x="94718" y="299306"/>
                  </a:lnTo>
                  <a:lnTo>
                    <a:pt x="106115" y="298152"/>
                  </a:lnTo>
                  <a:lnTo>
                    <a:pt x="111617" y="296293"/>
                  </a:lnTo>
                  <a:lnTo>
                    <a:pt x="112593" y="294715"/>
                  </a:lnTo>
                  <a:lnTo>
                    <a:pt x="109974" y="292876"/>
                  </a:lnTo>
                  <a:lnTo>
                    <a:pt x="104028" y="290962"/>
                  </a:lnTo>
                  <a:lnTo>
                    <a:pt x="88235" y="284442"/>
                  </a:lnTo>
                  <a:lnTo>
                    <a:pt x="47269" y="251571"/>
                  </a:lnTo>
                  <a:lnTo>
                    <a:pt x="27330" y="216814"/>
                  </a:lnTo>
                  <a:lnTo>
                    <a:pt x="19489" y="177289"/>
                  </a:lnTo>
                  <a:lnTo>
                    <a:pt x="19619" y="173244"/>
                  </a:lnTo>
                  <a:lnTo>
                    <a:pt x="19911" y="172952"/>
                  </a:lnTo>
                  <a:lnTo>
                    <a:pt x="24334" y="174599"/>
                  </a:lnTo>
                  <a:lnTo>
                    <a:pt x="29448" y="176904"/>
                  </a:lnTo>
                  <a:lnTo>
                    <a:pt x="41061" y="181275"/>
                  </a:lnTo>
                  <a:lnTo>
                    <a:pt x="53590" y="184739"/>
                  </a:lnTo>
                  <a:lnTo>
                    <a:pt x="64222" y="186645"/>
                  </a:lnTo>
                  <a:lnTo>
                    <a:pt x="70146" y="186341"/>
                  </a:lnTo>
                  <a:lnTo>
                    <a:pt x="70931" y="185856"/>
                  </a:lnTo>
                  <a:lnTo>
                    <a:pt x="67607" y="181975"/>
                  </a:lnTo>
                  <a:lnTo>
                    <a:pt x="60441" y="175010"/>
                  </a:lnTo>
                  <a:lnTo>
                    <a:pt x="49026" y="162871"/>
                  </a:lnTo>
                  <a:lnTo>
                    <a:pt x="27418" y="124550"/>
                  </a:lnTo>
                  <a:lnTo>
                    <a:pt x="21032" y="83686"/>
                  </a:lnTo>
                  <a:lnTo>
                    <a:pt x="21297" y="72430"/>
                  </a:lnTo>
                  <a:lnTo>
                    <a:pt x="36073" y="22389"/>
                  </a:lnTo>
                  <a:lnTo>
                    <a:pt x="37210" y="22389"/>
                  </a:lnTo>
                  <a:lnTo>
                    <a:pt x="37597" y="22389"/>
                  </a:lnTo>
                  <a:lnTo>
                    <a:pt x="39435" y="24295"/>
                  </a:lnTo>
                  <a:lnTo>
                    <a:pt x="41295" y="26625"/>
                  </a:lnTo>
                  <a:lnTo>
                    <a:pt x="48945" y="35173"/>
                  </a:lnTo>
                  <a:lnTo>
                    <a:pt x="82599" y="67730"/>
                  </a:lnTo>
                  <a:lnTo>
                    <a:pt x="120051" y="95531"/>
                  </a:lnTo>
                  <a:lnTo>
                    <a:pt x="159888" y="117877"/>
                  </a:lnTo>
                  <a:lnTo>
                    <a:pt x="201945" y="134688"/>
                  </a:lnTo>
                  <a:lnTo>
                    <a:pt x="246056" y="145885"/>
                  </a:lnTo>
                  <a:lnTo>
                    <a:pt x="286680" y="150764"/>
                  </a:lnTo>
                  <a:lnTo>
                    <a:pt x="291903" y="150464"/>
                  </a:lnTo>
                  <a:lnTo>
                    <a:pt x="291611" y="146477"/>
                  </a:lnTo>
                  <a:lnTo>
                    <a:pt x="291450" y="144284"/>
                  </a:lnTo>
                  <a:lnTo>
                    <a:pt x="291236" y="133744"/>
                  </a:lnTo>
                  <a:lnTo>
                    <a:pt x="291135" y="123055"/>
                  </a:lnTo>
                  <a:lnTo>
                    <a:pt x="291089" y="111754"/>
                  </a:lnTo>
                  <a:lnTo>
                    <a:pt x="291401" y="104615"/>
                  </a:lnTo>
                  <a:lnTo>
                    <a:pt x="306742" y="61013"/>
                  </a:lnTo>
                  <a:lnTo>
                    <a:pt x="339050" y="24132"/>
                  </a:lnTo>
                  <a:lnTo>
                    <a:pt x="387087" y="1772"/>
                  </a:lnTo>
                  <a:lnTo>
                    <a:pt x="413997" y="0"/>
                  </a:lnTo>
                  <a:lnTo>
                    <a:pt x="425108" y="72"/>
                  </a:lnTo>
                  <a:lnTo>
                    <a:pt x="473833" y="14160"/>
                  </a:lnTo>
                  <a:lnTo>
                    <a:pt x="504870" y="37715"/>
                  </a:lnTo>
                  <a:lnTo>
                    <a:pt x="511829" y="36522"/>
                  </a:lnTo>
                  <a:lnTo>
                    <a:pt x="558459" y="20893"/>
                  </a:lnTo>
                  <a:lnTo>
                    <a:pt x="577592" y="11413"/>
                  </a:lnTo>
                  <a:lnTo>
                    <a:pt x="581525" y="9432"/>
                  </a:lnTo>
                  <a:lnTo>
                    <a:pt x="581862" y="9432"/>
                  </a:lnTo>
                  <a:lnTo>
                    <a:pt x="582913" y="9432"/>
                  </a:lnTo>
                  <a:lnTo>
                    <a:pt x="581268" y="14608"/>
                  </a:lnTo>
                  <a:lnTo>
                    <a:pt x="551898" y="58851"/>
                  </a:lnTo>
                  <a:lnTo>
                    <a:pt x="536464" y="72370"/>
                  </a:lnTo>
                  <a:lnTo>
                    <a:pt x="536110" y="74534"/>
                  </a:lnTo>
                  <a:lnTo>
                    <a:pt x="580977" y="64786"/>
                  </a:lnTo>
                  <a:lnTo>
                    <a:pt x="594512" y="59749"/>
                  </a:lnTo>
                  <a:lnTo>
                    <a:pt x="598028" y="58578"/>
                  </a:lnTo>
                  <a:lnTo>
                    <a:pt x="598218" y="58768"/>
                  </a:lnTo>
                  <a:lnTo>
                    <a:pt x="598408" y="58958"/>
                  </a:lnTo>
                  <a:lnTo>
                    <a:pt x="596695" y="61863"/>
                  </a:lnTo>
                  <a:lnTo>
                    <a:pt x="560390" y="103286"/>
                  </a:lnTo>
                  <a:lnTo>
                    <a:pt x="538583" y="121383"/>
                  </a:lnTo>
                  <a:lnTo>
                    <a:pt x="538568" y="132933"/>
                  </a:lnTo>
                  <a:lnTo>
                    <a:pt x="536140" y="175301"/>
                  </a:lnTo>
                  <a:lnTo>
                    <a:pt x="528990" y="216686"/>
                  </a:lnTo>
                  <a:lnTo>
                    <a:pt x="517149" y="256955"/>
                  </a:lnTo>
                  <a:lnTo>
                    <a:pt x="500647" y="295980"/>
                  </a:lnTo>
                  <a:lnTo>
                    <a:pt x="475015" y="340239"/>
                  </a:lnTo>
                  <a:lnTo>
                    <a:pt x="444126" y="379573"/>
                  </a:lnTo>
                  <a:lnTo>
                    <a:pt x="408413" y="413570"/>
                  </a:lnTo>
                  <a:lnTo>
                    <a:pt x="368309" y="441817"/>
                  </a:lnTo>
                  <a:lnTo>
                    <a:pt x="324246" y="463901"/>
                  </a:lnTo>
                  <a:lnTo>
                    <a:pt x="274315" y="480063"/>
                  </a:lnTo>
                  <a:lnTo>
                    <a:pt x="221637" y="488783"/>
                  </a:lnTo>
                  <a:lnTo>
                    <a:pt x="187025" y="489647"/>
                  </a:lnTo>
                  <a:lnTo>
                    <a:pt x="166561" y="489597"/>
                  </a:lnTo>
                  <a:lnTo>
                    <a:pt x="153862" y="48917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10097275" y="3682010"/>
            <a:ext cx="3211195" cy="3963670"/>
          </a:xfrm>
          <a:prstGeom prst="rect">
            <a:avLst/>
          </a:prstGeom>
        </p:spPr>
        <p:txBody>
          <a:bodyPr wrap="square" lIns="0" tIns="60388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4755"/>
              </a:spcBef>
            </a:pPr>
            <a:r>
              <a:rPr dirty="0" sz="9600" spc="-1515">
                <a:solidFill>
                  <a:srgbClr val="F1E6D8"/>
                </a:solidFill>
                <a:latin typeface="Arial Narrow"/>
                <a:cs typeface="Arial Narrow"/>
              </a:rPr>
              <a:t>101</a:t>
            </a:r>
            <a:endParaRPr sz="9600">
              <a:latin typeface="Arial Narrow"/>
              <a:cs typeface="Arial Narrow"/>
            </a:endParaRPr>
          </a:p>
          <a:p>
            <a:pPr algn="ctr">
              <a:lnSpc>
                <a:spcPct val="100000"/>
              </a:lnSpc>
              <a:spcBef>
                <a:spcPts val="1750"/>
              </a:spcBef>
            </a:pPr>
            <a:r>
              <a:rPr dirty="0" sz="3600" spc="-120" b="1">
                <a:solidFill>
                  <a:srgbClr val="FFFFFF"/>
                </a:solidFill>
                <a:latin typeface="Gill Sans MT"/>
                <a:cs typeface="Gill Sans MT"/>
              </a:rPr>
              <a:t>Dan</a:t>
            </a:r>
            <a:r>
              <a:rPr dirty="0" sz="3600" spc="-125" b="1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dirty="0" sz="3600" spc="-114" b="1">
                <a:solidFill>
                  <a:srgbClr val="FFFFFF"/>
                </a:solidFill>
                <a:latin typeface="Gill Sans MT"/>
                <a:cs typeface="Gill Sans MT"/>
              </a:rPr>
              <a:t>Chuparkoff</a:t>
            </a:r>
            <a:endParaRPr sz="3600">
              <a:latin typeface="Gill Sans MT"/>
              <a:cs typeface="Gill Sans MT"/>
            </a:endParaRPr>
          </a:p>
          <a:p>
            <a:pPr>
              <a:lnSpc>
                <a:spcPct val="100000"/>
              </a:lnSpc>
              <a:spcBef>
                <a:spcPts val="745"/>
              </a:spcBef>
            </a:pPr>
            <a:endParaRPr sz="3600">
              <a:latin typeface="Gill Sans MT"/>
              <a:cs typeface="Gill Sans MT"/>
            </a:endParaRPr>
          </a:p>
          <a:p>
            <a:pPr marL="1171575">
              <a:lnSpc>
                <a:spcPct val="100000"/>
              </a:lnSpc>
            </a:pPr>
            <a:r>
              <a:rPr dirty="0" sz="3200" spc="-35">
                <a:solidFill>
                  <a:srgbClr val="FFFFFF"/>
                </a:solidFill>
                <a:latin typeface="Arial Narrow"/>
                <a:cs typeface="Arial Narrow"/>
              </a:rPr>
              <a:t>@chuparkoff</a:t>
            </a:r>
            <a:endParaRPr sz="3200">
              <a:latin typeface="Arial Narrow"/>
              <a:cs typeface="Arial Narrow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1416777" y="1348540"/>
            <a:ext cx="6416040" cy="6441440"/>
            <a:chOff x="1416777" y="1348540"/>
            <a:chExt cx="6416040" cy="6441440"/>
          </a:xfrm>
        </p:grpSpPr>
        <p:pic>
          <p:nvPicPr>
            <p:cNvPr id="11" name="object 11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06327" y="1445464"/>
              <a:ext cx="6294097" cy="6261099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16777" y="1348540"/>
              <a:ext cx="6415764" cy="6441439"/>
            </a:xfrm>
            <a:prstGeom prst="rect">
              <a:avLst/>
            </a:prstGeom>
          </p:spPr>
        </p:pic>
      </p:grpSp>
      <p:pic>
        <p:nvPicPr>
          <p:cNvPr id="13" name="object 13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832800" y="1523036"/>
            <a:ext cx="5739570" cy="312612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142952" y="1776012"/>
            <a:ext cx="4389120" cy="151257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7534"/>
              </a:lnSpc>
              <a:spcBef>
                <a:spcPts val="100"/>
              </a:spcBef>
            </a:pPr>
            <a:r>
              <a:rPr dirty="0" sz="6400" spc="-525" b="1">
                <a:latin typeface="Arial Narrow"/>
                <a:cs typeface="Arial Narrow"/>
              </a:rPr>
              <a:t>Dan</a:t>
            </a:r>
            <a:r>
              <a:rPr dirty="0" sz="6400" spc="140" b="1">
                <a:latin typeface="Arial Narrow"/>
                <a:cs typeface="Arial Narrow"/>
              </a:rPr>
              <a:t> </a:t>
            </a:r>
            <a:r>
              <a:rPr dirty="0" sz="6400" spc="-395" b="1">
                <a:latin typeface="Arial Narrow"/>
                <a:cs typeface="Arial Narrow"/>
              </a:rPr>
              <a:t>Chuparkoff</a:t>
            </a:r>
            <a:endParaRPr sz="6400">
              <a:latin typeface="Arial Narrow"/>
              <a:cs typeface="Arial Narrow"/>
            </a:endParaRPr>
          </a:p>
          <a:p>
            <a:pPr marL="31115">
              <a:lnSpc>
                <a:spcPts val="4175"/>
              </a:lnSpc>
            </a:pPr>
            <a:r>
              <a:rPr dirty="0" sz="3600" spc="-265"/>
              <a:t>Group</a:t>
            </a:r>
            <a:r>
              <a:rPr dirty="0" sz="3600" spc="55"/>
              <a:t> </a:t>
            </a:r>
            <a:r>
              <a:rPr dirty="0" sz="3600" spc="-165"/>
              <a:t>Manager,</a:t>
            </a:r>
            <a:r>
              <a:rPr dirty="0" sz="3600" spc="40"/>
              <a:t> </a:t>
            </a:r>
            <a:r>
              <a:rPr dirty="0" sz="3600" spc="-254"/>
              <a:t>JIRA</a:t>
            </a:r>
            <a:r>
              <a:rPr dirty="0" sz="3600" spc="45"/>
              <a:t> </a:t>
            </a:r>
            <a:r>
              <a:rPr dirty="0" sz="3600" spc="-80"/>
              <a:t>Family</a:t>
            </a:r>
            <a:endParaRPr sz="3600"/>
          </a:p>
        </p:txBody>
      </p:sp>
      <p:grpSp>
        <p:nvGrpSpPr>
          <p:cNvPr id="4" name="object 4" descr=""/>
          <p:cNvGrpSpPr/>
          <p:nvPr/>
        </p:nvGrpSpPr>
        <p:grpSpPr>
          <a:xfrm>
            <a:off x="8488569" y="3570834"/>
            <a:ext cx="4163060" cy="5141595"/>
            <a:chOff x="8488569" y="3570834"/>
            <a:chExt cx="4163060" cy="5141595"/>
          </a:xfrm>
        </p:grpSpPr>
        <p:sp>
          <p:nvSpPr>
            <p:cNvPr id="5" name="object 5" descr=""/>
            <p:cNvSpPr/>
            <p:nvPr/>
          </p:nvSpPr>
          <p:spPr>
            <a:xfrm>
              <a:off x="9817099" y="3596234"/>
              <a:ext cx="2808605" cy="1871345"/>
            </a:xfrm>
            <a:custGeom>
              <a:avLst/>
              <a:gdLst/>
              <a:ahLst/>
              <a:cxnLst/>
              <a:rect l="l" t="t" r="r" b="b"/>
              <a:pathLst>
                <a:path w="2808604" h="1871345">
                  <a:moveTo>
                    <a:pt x="2808606" y="0"/>
                  </a:moveTo>
                  <a:lnTo>
                    <a:pt x="2789564" y="39230"/>
                  </a:lnTo>
                  <a:lnTo>
                    <a:pt x="2775243" y="79185"/>
                  </a:lnTo>
                  <a:lnTo>
                    <a:pt x="2760259" y="127355"/>
                  </a:lnTo>
                  <a:lnTo>
                    <a:pt x="2744042" y="183011"/>
                  </a:lnTo>
                  <a:lnTo>
                    <a:pt x="2738265" y="203100"/>
                  </a:lnTo>
                  <a:lnTo>
                    <a:pt x="2732266" y="223912"/>
                  </a:lnTo>
                  <a:lnTo>
                    <a:pt x="2719523" y="267599"/>
                  </a:lnTo>
                  <a:lnTo>
                    <a:pt x="2705643" y="313856"/>
                  </a:lnTo>
                  <a:lnTo>
                    <a:pt x="2690458" y="362466"/>
                  </a:lnTo>
                  <a:lnTo>
                    <a:pt x="2673801" y="413212"/>
                  </a:lnTo>
                  <a:lnTo>
                    <a:pt x="2655503" y="465878"/>
                  </a:lnTo>
                  <a:lnTo>
                    <a:pt x="2635396" y="520249"/>
                  </a:lnTo>
                  <a:lnTo>
                    <a:pt x="2613311" y="576106"/>
                  </a:lnTo>
                  <a:lnTo>
                    <a:pt x="2589081" y="633235"/>
                  </a:lnTo>
                  <a:lnTo>
                    <a:pt x="2562537" y="691418"/>
                  </a:lnTo>
                  <a:lnTo>
                    <a:pt x="2533511" y="750440"/>
                  </a:lnTo>
                  <a:lnTo>
                    <a:pt x="2501835" y="810083"/>
                  </a:lnTo>
                  <a:lnTo>
                    <a:pt x="2467340" y="870132"/>
                  </a:lnTo>
                  <a:lnTo>
                    <a:pt x="2429859" y="930369"/>
                  </a:lnTo>
                  <a:lnTo>
                    <a:pt x="2389223" y="990579"/>
                  </a:lnTo>
                  <a:lnTo>
                    <a:pt x="2345263" y="1050546"/>
                  </a:lnTo>
                  <a:lnTo>
                    <a:pt x="2297813" y="1110052"/>
                  </a:lnTo>
                  <a:lnTo>
                    <a:pt x="2272726" y="1139565"/>
                  </a:lnTo>
                  <a:lnTo>
                    <a:pt x="2246703" y="1168882"/>
                  </a:lnTo>
                  <a:lnTo>
                    <a:pt x="2219723" y="1197975"/>
                  </a:lnTo>
                  <a:lnTo>
                    <a:pt x="2191765" y="1226818"/>
                  </a:lnTo>
                  <a:lnTo>
                    <a:pt x="2162808" y="1255384"/>
                  </a:lnTo>
                  <a:lnTo>
                    <a:pt x="2132831" y="1283645"/>
                  </a:lnTo>
                  <a:lnTo>
                    <a:pt x="2101813" y="1311575"/>
                  </a:lnTo>
                  <a:lnTo>
                    <a:pt x="2069733" y="1339147"/>
                  </a:lnTo>
                  <a:lnTo>
                    <a:pt x="2036570" y="1366333"/>
                  </a:lnTo>
                  <a:lnTo>
                    <a:pt x="2002303" y="1393106"/>
                  </a:lnTo>
                  <a:lnTo>
                    <a:pt x="1966910" y="1419440"/>
                  </a:lnTo>
                  <a:lnTo>
                    <a:pt x="1930372" y="1445307"/>
                  </a:lnTo>
                  <a:lnTo>
                    <a:pt x="1892666" y="1470680"/>
                  </a:lnTo>
                  <a:lnTo>
                    <a:pt x="1853772" y="1495532"/>
                  </a:lnTo>
                  <a:lnTo>
                    <a:pt x="1813668" y="1519837"/>
                  </a:lnTo>
                  <a:lnTo>
                    <a:pt x="1772335" y="1543567"/>
                  </a:lnTo>
                  <a:lnTo>
                    <a:pt x="1729750" y="1566694"/>
                  </a:lnTo>
                  <a:lnTo>
                    <a:pt x="1685893" y="1589193"/>
                  </a:lnTo>
                  <a:lnTo>
                    <a:pt x="1640742" y="1611036"/>
                  </a:lnTo>
                  <a:lnTo>
                    <a:pt x="1594277" y="1632195"/>
                  </a:lnTo>
                  <a:lnTo>
                    <a:pt x="1546476" y="1652645"/>
                  </a:lnTo>
                  <a:lnTo>
                    <a:pt x="1497319" y="1672357"/>
                  </a:lnTo>
                  <a:lnTo>
                    <a:pt x="1446785" y="1691305"/>
                  </a:lnTo>
                  <a:lnTo>
                    <a:pt x="1394852" y="1709461"/>
                  </a:lnTo>
                  <a:lnTo>
                    <a:pt x="1341499" y="1726800"/>
                  </a:lnTo>
                  <a:lnTo>
                    <a:pt x="1286706" y="1743293"/>
                  </a:lnTo>
                  <a:lnTo>
                    <a:pt x="1230452" y="1758913"/>
                  </a:lnTo>
                  <a:lnTo>
                    <a:pt x="1172714" y="1773634"/>
                  </a:lnTo>
                  <a:lnTo>
                    <a:pt x="1113474" y="1787428"/>
                  </a:lnTo>
                  <a:lnTo>
                    <a:pt x="1052708" y="1800269"/>
                  </a:lnTo>
                  <a:lnTo>
                    <a:pt x="990397" y="1812129"/>
                  </a:lnTo>
                  <a:lnTo>
                    <a:pt x="926519" y="1822982"/>
                  </a:lnTo>
                  <a:lnTo>
                    <a:pt x="861053" y="1832800"/>
                  </a:lnTo>
                  <a:lnTo>
                    <a:pt x="793978" y="1841555"/>
                  </a:lnTo>
                  <a:lnTo>
                    <a:pt x="725274" y="1849223"/>
                  </a:lnTo>
                  <a:lnTo>
                    <a:pt x="654919" y="1855774"/>
                  </a:lnTo>
                  <a:lnTo>
                    <a:pt x="582891" y="1861182"/>
                  </a:lnTo>
                  <a:lnTo>
                    <a:pt x="509171" y="1865420"/>
                  </a:lnTo>
                  <a:lnTo>
                    <a:pt x="433738" y="1868461"/>
                  </a:lnTo>
                  <a:lnTo>
                    <a:pt x="356569" y="1870278"/>
                  </a:lnTo>
                  <a:lnTo>
                    <a:pt x="277644" y="1870844"/>
                  </a:lnTo>
                  <a:lnTo>
                    <a:pt x="196942" y="1870132"/>
                  </a:lnTo>
                  <a:lnTo>
                    <a:pt x="114442" y="1868114"/>
                  </a:lnTo>
                  <a:lnTo>
                    <a:pt x="30123" y="1864765"/>
                  </a:lnTo>
                  <a:lnTo>
                    <a:pt x="0" y="1852065"/>
                  </a:lnTo>
                </a:path>
              </a:pathLst>
            </a:custGeom>
            <a:ln w="50800">
              <a:solidFill>
                <a:srgbClr val="F56962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9629537" y="5343496"/>
              <a:ext cx="220345" cy="213360"/>
            </a:xfrm>
            <a:custGeom>
              <a:avLst/>
              <a:gdLst/>
              <a:ahLst/>
              <a:cxnLst/>
              <a:rect l="l" t="t" r="r" b="b"/>
              <a:pathLst>
                <a:path w="220345" h="213360">
                  <a:moveTo>
                    <a:pt x="219844" y="0"/>
                  </a:moveTo>
                  <a:lnTo>
                    <a:pt x="0" y="92583"/>
                  </a:lnTo>
                  <a:lnTo>
                    <a:pt x="205973" y="212909"/>
                  </a:lnTo>
                  <a:lnTo>
                    <a:pt x="219844" y="0"/>
                  </a:lnTo>
                  <a:close/>
                </a:path>
              </a:pathLst>
            </a:custGeom>
            <a:solidFill>
              <a:srgbClr val="F5696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20981" y="8331490"/>
              <a:ext cx="453375" cy="367747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8501269" y="8312130"/>
              <a:ext cx="473709" cy="387350"/>
            </a:xfrm>
            <a:custGeom>
              <a:avLst/>
              <a:gdLst/>
              <a:ahLst/>
              <a:cxnLst/>
              <a:rect l="l" t="t" r="r" b="b"/>
              <a:pathLst>
                <a:path w="473709" h="387350">
                  <a:moveTo>
                    <a:pt x="121640" y="386729"/>
                  </a:moveTo>
                  <a:lnTo>
                    <a:pt x="64456" y="375449"/>
                  </a:lnTo>
                  <a:lnTo>
                    <a:pt x="12114" y="353234"/>
                  </a:lnTo>
                  <a:lnTo>
                    <a:pt x="0" y="345681"/>
                  </a:lnTo>
                  <a:lnTo>
                    <a:pt x="3282" y="345019"/>
                  </a:lnTo>
                  <a:lnTo>
                    <a:pt x="12908" y="345262"/>
                  </a:lnTo>
                  <a:lnTo>
                    <a:pt x="37925" y="344550"/>
                  </a:lnTo>
                  <a:lnTo>
                    <a:pt x="85518" y="334017"/>
                  </a:lnTo>
                  <a:lnTo>
                    <a:pt x="123481" y="315638"/>
                  </a:lnTo>
                  <a:lnTo>
                    <a:pt x="138168" y="304951"/>
                  </a:lnTo>
                  <a:lnTo>
                    <a:pt x="137178" y="303960"/>
                  </a:lnTo>
                  <a:lnTo>
                    <a:pt x="136552" y="303335"/>
                  </a:lnTo>
                  <a:lnTo>
                    <a:pt x="133526" y="302508"/>
                  </a:lnTo>
                  <a:lnTo>
                    <a:pt x="130453" y="302122"/>
                  </a:lnTo>
                  <a:lnTo>
                    <a:pt x="107552" y="296313"/>
                  </a:lnTo>
                  <a:lnTo>
                    <a:pt x="69475" y="269814"/>
                  </a:lnTo>
                  <a:lnTo>
                    <a:pt x="51626" y="239854"/>
                  </a:lnTo>
                  <a:lnTo>
                    <a:pt x="50120" y="235468"/>
                  </a:lnTo>
                  <a:lnTo>
                    <a:pt x="54559" y="236126"/>
                  </a:lnTo>
                  <a:lnTo>
                    <a:pt x="64131" y="236818"/>
                  </a:lnTo>
                  <a:lnTo>
                    <a:pt x="74882" y="236627"/>
                  </a:lnTo>
                  <a:lnTo>
                    <a:pt x="83892" y="235715"/>
                  </a:lnTo>
                  <a:lnTo>
                    <a:pt x="88242" y="234245"/>
                  </a:lnTo>
                  <a:lnTo>
                    <a:pt x="89013" y="232997"/>
                  </a:lnTo>
                  <a:lnTo>
                    <a:pt x="86943" y="231543"/>
                  </a:lnTo>
                  <a:lnTo>
                    <a:pt x="82242" y="230031"/>
                  </a:lnTo>
                  <a:lnTo>
                    <a:pt x="69757" y="224876"/>
                  </a:lnTo>
                  <a:lnTo>
                    <a:pt x="37369" y="198888"/>
                  </a:lnTo>
                  <a:lnTo>
                    <a:pt x="18426" y="161146"/>
                  </a:lnTo>
                  <a:lnTo>
                    <a:pt x="14735" y="137740"/>
                  </a:lnTo>
                  <a:lnTo>
                    <a:pt x="15511" y="136965"/>
                  </a:lnTo>
                  <a:lnTo>
                    <a:pt x="15741" y="136734"/>
                  </a:lnTo>
                  <a:lnTo>
                    <a:pt x="19238" y="138036"/>
                  </a:lnTo>
                  <a:lnTo>
                    <a:pt x="23280" y="139858"/>
                  </a:lnTo>
                  <a:lnTo>
                    <a:pt x="32462" y="143314"/>
                  </a:lnTo>
                  <a:lnTo>
                    <a:pt x="42367" y="146053"/>
                  </a:lnTo>
                  <a:lnTo>
                    <a:pt x="50773" y="147560"/>
                  </a:lnTo>
                  <a:lnTo>
                    <a:pt x="55456" y="147319"/>
                  </a:lnTo>
                  <a:lnTo>
                    <a:pt x="56076" y="146936"/>
                  </a:lnTo>
                  <a:lnTo>
                    <a:pt x="53448" y="143868"/>
                  </a:lnTo>
                  <a:lnTo>
                    <a:pt x="47783" y="138361"/>
                  </a:lnTo>
                  <a:lnTo>
                    <a:pt x="38759" y="128764"/>
                  </a:lnTo>
                  <a:lnTo>
                    <a:pt x="19153" y="90156"/>
                  </a:lnTo>
                  <a:lnTo>
                    <a:pt x="16627" y="66162"/>
                  </a:lnTo>
                  <a:lnTo>
                    <a:pt x="16837" y="57263"/>
                  </a:lnTo>
                  <a:lnTo>
                    <a:pt x="28519" y="17703"/>
                  </a:lnTo>
                  <a:lnTo>
                    <a:pt x="29417" y="17703"/>
                  </a:lnTo>
                  <a:lnTo>
                    <a:pt x="29723" y="17703"/>
                  </a:lnTo>
                  <a:lnTo>
                    <a:pt x="31176" y="19210"/>
                  </a:lnTo>
                  <a:lnTo>
                    <a:pt x="32647" y="21051"/>
                  </a:lnTo>
                  <a:lnTo>
                    <a:pt x="38695" y="27810"/>
                  </a:lnTo>
                  <a:lnTo>
                    <a:pt x="94909" y="75527"/>
                  </a:lnTo>
                  <a:lnTo>
                    <a:pt x="159653" y="106484"/>
                  </a:lnTo>
                  <a:lnTo>
                    <a:pt x="204272" y="116977"/>
                  </a:lnTo>
                  <a:lnTo>
                    <a:pt x="226643" y="119193"/>
                  </a:lnTo>
                  <a:lnTo>
                    <a:pt x="230772" y="118955"/>
                  </a:lnTo>
                  <a:lnTo>
                    <a:pt x="230541" y="115803"/>
                  </a:lnTo>
                  <a:lnTo>
                    <a:pt x="230414" y="114070"/>
                  </a:lnTo>
                  <a:lnTo>
                    <a:pt x="230245" y="105737"/>
                  </a:lnTo>
                  <a:lnTo>
                    <a:pt x="230165" y="97286"/>
                  </a:lnTo>
                  <a:lnTo>
                    <a:pt x="230022" y="82207"/>
                  </a:lnTo>
                  <a:lnTo>
                    <a:pt x="230067" y="81746"/>
                  </a:lnTo>
                  <a:lnTo>
                    <a:pt x="249557" y="37571"/>
                  </a:lnTo>
                  <a:lnTo>
                    <a:pt x="279003" y="11925"/>
                  </a:lnTo>
                  <a:lnTo>
                    <a:pt x="314239" y="0"/>
                  </a:lnTo>
                  <a:lnTo>
                    <a:pt x="327297" y="2"/>
                  </a:lnTo>
                  <a:lnTo>
                    <a:pt x="341648" y="4"/>
                  </a:lnTo>
                  <a:lnTo>
                    <a:pt x="384818" y="17551"/>
                  </a:lnTo>
                  <a:lnTo>
                    <a:pt x="399139" y="29819"/>
                  </a:lnTo>
                  <a:lnTo>
                    <a:pt x="404640" y="28876"/>
                  </a:lnTo>
                  <a:lnTo>
                    <a:pt x="441505" y="16520"/>
                  </a:lnTo>
                  <a:lnTo>
                    <a:pt x="456631" y="9025"/>
                  </a:lnTo>
                  <a:lnTo>
                    <a:pt x="459741" y="7459"/>
                  </a:lnTo>
                  <a:lnTo>
                    <a:pt x="460007" y="7459"/>
                  </a:lnTo>
                  <a:lnTo>
                    <a:pt x="460838" y="7459"/>
                  </a:lnTo>
                  <a:lnTo>
                    <a:pt x="459538" y="11551"/>
                  </a:lnTo>
                  <a:lnTo>
                    <a:pt x="436319" y="46528"/>
                  </a:lnTo>
                  <a:lnTo>
                    <a:pt x="420543" y="59461"/>
                  </a:lnTo>
                  <a:lnTo>
                    <a:pt x="422135" y="60413"/>
                  </a:lnTo>
                  <a:lnTo>
                    <a:pt x="459307" y="51220"/>
                  </a:lnTo>
                  <a:lnTo>
                    <a:pt x="470008" y="47238"/>
                  </a:lnTo>
                  <a:lnTo>
                    <a:pt x="472788" y="46313"/>
                  </a:lnTo>
                  <a:lnTo>
                    <a:pt x="472938" y="46463"/>
                  </a:lnTo>
                  <a:lnTo>
                    <a:pt x="473088" y="46613"/>
                  </a:lnTo>
                  <a:lnTo>
                    <a:pt x="471734" y="48910"/>
                  </a:lnTo>
                  <a:lnTo>
                    <a:pt x="443032" y="81658"/>
                  </a:lnTo>
                  <a:lnTo>
                    <a:pt x="425792" y="95965"/>
                  </a:lnTo>
                  <a:lnTo>
                    <a:pt x="425780" y="105096"/>
                  </a:lnTo>
                  <a:lnTo>
                    <a:pt x="418208" y="171309"/>
                  </a:lnTo>
                  <a:lnTo>
                    <a:pt x="395800" y="233997"/>
                  </a:lnTo>
                  <a:lnTo>
                    <a:pt x="369808" y="277140"/>
                  </a:lnTo>
                  <a:lnTo>
                    <a:pt x="337455" y="314071"/>
                  </a:lnTo>
                  <a:lnTo>
                    <a:pt x="299410" y="344154"/>
                  </a:lnTo>
                  <a:lnTo>
                    <a:pt x="256342" y="366752"/>
                  </a:lnTo>
                  <a:lnTo>
                    <a:pt x="216867" y="379529"/>
                  </a:lnTo>
                  <a:lnTo>
                    <a:pt x="175221" y="386423"/>
                  </a:lnTo>
                  <a:lnTo>
                    <a:pt x="147858" y="387106"/>
                  </a:lnTo>
                  <a:lnTo>
                    <a:pt x="131679" y="387067"/>
                  </a:lnTo>
                  <a:lnTo>
                    <a:pt x="121640" y="386729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9062144" y="8266314"/>
            <a:ext cx="6510020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-90">
                <a:solidFill>
                  <a:srgbClr val="FFFFFF"/>
                </a:solidFill>
                <a:latin typeface="Arial Narrow"/>
                <a:cs typeface="Arial Narrow"/>
              </a:rPr>
              <a:t>Learning</a:t>
            </a:r>
            <a:r>
              <a:rPr dirty="0" sz="3200" spc="2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3200" spc="-175">
                <a:solidFill>
                  <a:srgbClr val="FFFFFF"/>
                </a:solidFill>
                <a:latin typeface="Arial Narrow"/>
                <a:cs typeface="Arial Narrow"/>
              </a:rPr>
              <a:t>JIRA</a:t>
            </a:r>
            <a:r>
              <a:rPr dirty="0" sz="3200" spc="25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3200">
                <a:solidFill>
                  <a:srgbClr val="FFFFFF"/>
                </a:solidFill>
                <a:latin typeface="Arial Narrow"/>
                <a:cs typeface="Arial Narrow"/>
              </a:rPr>
              <a:t>with</a:t>
            </a:r>
            <a:r>
              <a:rPr dirty="0" sz="3200" spc="25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3200" spc="-110">
                <a:solidFill>
                  <a:srgbClr val="FFFFFF"/>
                </a:solidFill>
                <a:latin typeface="Arial Narrow"/>
                <a:cs typeface="Arial Narrow"/>
              </a:rPr>
              <a:t>@chuparkoff</a:t>
            </a:r>
            <a:r>
              <a:rPr dirty="0" sz="3200" spc="2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3200">
                <a:solidFill>
                  <a:srgbClr val="FFFFFF"/>
                </a:solidFill>
                <a:latin typeface="Arial Narrow"/>
                <a:cs typeface="Arial Narrow"/>
              </a:rPr>
              <a:t>at</a:t>
            </a:r>
            <a:r>
              <a:rPr dirty="0" sz="3200" spc="25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3200" spc="-85">
                <a:solidFill>
                  <a:srgbClr val="FFFFFF"/>
                </a:solidFill>
                <a:latin typeface="Arial Narrow"/>
                <a:cs typeface="Arial Narrow"/>
              </a:rPr>
              <a:t>@atlassian</a:t>
            </a:r>
            <a:endParaRPr sz="32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73388" y="1533740"/>
            <a:ext cx="8148320" cy="312102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3625"/>
              </a:lnSpc>
              <a:spcBef>
                <a:spcPts val="100"/>
              </a:spcBef>
            </a:pPr>
            <a:r>
              <a:rPr dirty="0" sz="12000" spc="-800">
                <a:solidFill>
                  <a:srgbClr val="5E5E5E"/>
                </a:solidFill>
              </a:rPr>
              <a:t>Track</a:t>
            </a:r>
            <a:endParaRPr sz="12000"/>
          </a:p>
          <a:p>
            <a:pPr marL="689610">
              <a:lnSpc>
                <a:spcPts val="10745"/>
              </a:lnSpc>
            </a:pPr>
            <a:r>
              <a:rPr dirty="0" sz="9600" spc="-730">
                <a:solidFill>
                  <a:srgbClr val="F1E6D8"/>
                </a:solidFill>
              </a:rPr>
              <a:t>ALL</a:t>
            </a:r>
            <a:r>
              <a:rPr dirty="0" sz="9600" spc="210">
                <a:solidFill>
                  <a:srgbClr val="F1E6D8"/>
                </a:solidFill>
              </a:rPr>
              <a:t> </a:t>
            </a:r>
            <a:r>
              <a:rPr dirty="0" sz="9600" spc="-1050">
                <a:solidFill>
                  <a:srgbClr val="F1E6D8"/>
                </a:solidFill>
              </a:rPr>
              <a:t>THE</a:t>
            </a:r>
            <a:r>
              <a:rPr dirty="0" sz="9600" spc="215">
                <a:solidFill>
                  <a:srgbClr val="F1E6D8"/>
                </a:solidFill>
              </a:rPr>
              <a:t> </a:t>
            </a:r>
            <a:r>
              <a:rPr dirty="0" sz="9600" spc="-819">
                <a:solidFill>
                  <a:srgbClr val="F1E6D8"/>
                </a:solidFill>
              </a:rPr>
              <a:t>THINGS!!!</a:t>
            </a:r>
            <a:endParaRPr sz="9600"/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91106" y="2679700"/>
            <a:ext cx="6564893" cy="64643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6256000" cy="9144000"/>
            <a:chOff x="0" y="0"/>
            <a:chExt cx="16256000" cy="9144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6256000" cy="9144000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6324357" cy="4414794"/>
            </a:xfrm>
            <a:prstGeom prst="rect">
              <a:avLst/>
            </a:prstGeom>
          </p:spPr>
        </p:pic>
      </p:grpSp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772900" y="6527800"/>
            <a:ext cx="4483100" cy="2616200"/>
          </a:xfrm>
          <a:prstGeom prst="rect">
            <a:avLst/>
          </a:prstGeom>
        </p:spPr>
      </p:pic>
      <p:grpSp>
        <p:nvGrpSpPr>
          <p:cNvPr id="6" name="object 6" descr=""/>
          <p:cNvGrpSpPr/>
          <p:nvPr/>
        </p:nvGrpSpPr>
        <p:grpSpPr>
          <a:xfrm>
            <a:off x="-2432" y="0"/>
            <a:ext cx="16264890" cy="9150350"/>
            <a:chOff x="-2432" y="0"/>
            <a:chExt cx="16264890" cy="9150350"/>
          </a:xfrm>
        </p:grpSpPr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87300" y="7886089"/>
              <a:ext cx="2076352" cy="1130910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50" y="6350"/>
              <a:ext cx="16249650" cy="9137650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6350" y="6350"/>
              <a:ext cx="16249650" cy="9137650"/>
            </a:xfrm>
            <a:custGeom>
              <a:avLst/>
              <a:gdLst/>
              <a:ahLst/>
              <a:cxnLst/>
              <a:rect l="l" t="t" r="r" b="b"/>
              <a:pathLst>
                <a:path w="16249650" h="9137650">
                  <a:moveTo>
                    <a:pt x="0" y="9137650"/>
                  </a:moveTo>
                  <a:lnTo>
                    <a:pt x="0" y="0"/>
                  </a:lnTo>
                  <a:lnTo>
                    <a:pt x="1624965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-2432" y="7086086"/>
              <a:ext cx="4065610" cy="2057913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454212" y="6978484"/>
              <a:ext cx="4801789" cy="2165515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0" y="0"/>
              <a:ext cx="16256000" cy="91440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-2432" y="0"/>
            <a:ext cx="16264890" cy="9150350"/>
            <a:chOff x="-2432" y="0"/>
            <a:chExt cx="16264890" cy="915035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6256000" cy="9144000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6324357" cy="4414794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772900" y="6527800"/>
              <a:ext cx="4483100" cy="2616200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87300" y="7886089"/>
              <a:ext cx="2076352" cy="1130910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50" y="6350"/>
              <a:ext cx="16249650" cy="9137650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6350" y="6350"/>
              <a:ext cx="16249650" cy="9137650"/>
            </a:xfrm>
            <a:custGeom>
              <a:avLst/>
              <a:gdLst/>
              <a:ahLst/>
              <a:cxnLst/>
              <a:rect l="l" t="t" r="r" b="b"/>
              <a:pathLst>
                <a:path w="16249650" h="9137650">
                  <a:moveTo>
                    <a:pt x="0" y="9137650"/>
                  </a:moveTo>
                  <a:lnTo>
                    <a:pt x="0" y="0"/>
                  </a:lnTo>
                  <a:lnTo>
                    <a:pt x="1624965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-2432" y="7086086"/>
              <a:ext cx="4065610" cy="2057913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454212" y="6978484"/>
              <a:ext cx="4801789" cy="2165515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0" y="0"/>
              <a:ext cx="16256000" cy="91440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16256000" y="0"/>
                </a:moveTo>
                <a:lnTo>
                  <a:pt x="0" y="0"/>
                </a:lnTo>
                <a:lnTo>
                  <a:pt x="0" y="9144000"/>
                </a:lnTo>
                <a:lnTo>
                  <a:pt x="16256000" y="9144000"/>
                </a:lnTo>
                <a:lnTo>
                  <a:pt x="16256000" y="0"/>
                </a:lnTo>
                <a:close/>
              </a:path>
            </a:pathLst>
          </a:custGeom>
          <a:solidFill>
            <a:srgbClr val="002452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6324357" cy="4414794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772900" y="6527800"/>
            <a:ext cx="4483100" cy="2616200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87300" y="7886089"/>
            <a:ext cx="2076352" cy="1130910"/>
          </a:xfrm>
          <a:prstGeom prst="rect">
            <a:avLst/>
          </a:prstGeom>
        </p:spPr>
      </p:pic>
      <p:grpSp>
        <p:nvGrpSpPr>
          <p:cNvPr id="6" name="object 6" descr=""/>
          <p:cNvGrpSpPr/>
          <p:nvPr/>
        </p:nvGrpSpPr>
        <p:grpSpPr>
          <a:xfrm>
            <a:off x="-63500" y="1485900"/>
            <a:ext cx="7797800" cy="1155700"/>
            <a:chOff x="-63500" y="1485900"/>
            <a:chExt cx="7797800" cy="1155700"/>
          </a:xfrm>
        </p:grpSpPr>
        <p:sp>
          <p:nvSpPr>
            <p:cNvPr id="7" name="object 7" descr=""/>
            <p:cNvSpPr/>
            <p:nvPr/>
          </p:nvSpPr>
          <p:spPr>
            <a:xfrm>
              <a:off x="0" y="1549399"/>
              <a:ext cx="7670800" cy="1028700"/>
            </a:xfrm>
            <a:custGeom>
              <a:avLst/>
              <a:gdLst/>
              <a:ahLst/>
              <a:cxnLst/>
              <a:rect l="l" t="t" r="r" b="b"/>
              <a:pathLst>
                <a:path w="7670800" h="1028700">
                  <a:moveTo>
                    <a:pt x="7472438" y="0"/>
                  </a:moveTo>
                  <a:lnTo>
                    <a:pt x="0" y="0"/>
                  </a:lnTo>
                  <a:lnTo>
                    <a:pt x="0" y="1028700"/>
                  </a:lnTo>
                  <a:lnTo>
                    <a:pt x="7472438" y="1028700"/>
                  </a:lnTo>
                  <a:lnTo>
                    <a:pt x="7518566" y="1023651"/>
                  </a:lnTo>
                  <a:lnTo>
                    <a:pt x="7560569" y="1009194"/>
                  </a:lnTo>
                  <a:lnTo>
                    <a:pt x="7597364" y="986358"/>
                  </a:lnTo>
                  <a:lnTo>
                    <a:pt x="7627867" y="956174"/>
                  </a:lnTo>
                  <a:lnTo>
                    <a:pt x="7650997" y="919672"/>
                  </a:lnTo>
                  <a:lnTo>
                    <a:pt x="7665668" y="877884"/>
                  </a:lnTo>
                  <a:lnTo>
                    <a:pt x="7670800" y="831839"/>
                  </a:lnTo>
                  <a:lnTo>
                    <a:pt x="7670800" y="198674"/>
                  </a:lnTo>
                  <a:lnTo>
                    <a:pt x="7665668" y="152529"/>
                  </a:lnTo>
                  <a:lnTo>
                    <a:pt x="7650997" y="110481"/>
                  </a:lnTo>
                  <a:lnTo>
                    <a:pt x="7627867" y="73625"/>
                  </a:lnTo>
                  <a:lnTo>
                    <a:pt x="7597364" y="43055"/>
                  </a:lnTo>
                  <a:lnTo>
                    <a:pt x="7560569" y="19865"/>
                  </a:lnTo>
                  <a:lnTo>
                    <a:pt x="7518566" y="5148"/>
                  </a:lnTo>
                  <a:lnTo>
                    <a:pt x="7472438" y="0"/>
                  </a:lnTo>
                  <a:close/>
                </a:path>
              </a:pathLst>
            </a:custGeom>
            <a:solidFill>
              <a:srgbClr val="51A7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0" y="1549400"/>
              <a:ext cx="7670800" cy="1028700"/>
            </a:xfrm>
            <a:custGeom>
              <a:avLst/>
              <a:gdLst/>
              <a:ahLst/>
              <a:cxnLst/>
              <a:rect l="l" t="t" r="r" b="b"/>
              <a:pathLst>
                <a:path w="7670800" h="1028700">
                  <a:moveTo>
                    <a:pt x="0" y="0"/>
                  </a:moveTo>
                  <a:lnTo>
                    <a:pt x="7472438" y="0"/>
                  </a:lnTo>
                  <a:lnTo>
                    <a:pt x="7518566" y="5148"/>
                  </a:lnTo>
                  <a:lnTo>
                    <a:pt x="7560569" y="19865"/>
                  </a:lnTo>
                  <a:lnTo>
                    <a:pt x="7597364" y="43055"/>
                  </a:lnTo>
                  <a:lnTo>
                    <a:pt x="7627867" y="73625"/>
                  </a:lnTo>
                  <a:lnTo>
                    <a:pt x="7650996" y="110481"/>
                  </a:lnTo>
                  <a:lnTo>
                    <a:pt x="7665668" y="152529"/>
                  </a:lnTo>
                  <a:lnTo>
                    <a:pt x="7670799" y="198674"/>
                  </a:lnTo>
                  <a:lnTo>
                    <a:pt x="7670799" y="831839"/>
                  </a:lnTo>
                  <a:lnTo>
                    <a:pt x="7665668" y="877884"/>
                  </a:lnTo>
                  <a:lnTo>
                    <a:pt x="7650996" y="919672"/>
                  </a:lnTo>
                  <a:lnTo>
                    <a:pt x="7627867" y="956174"/>
                  </a:lnTo>
                  <a:lnTo>
                    <a:pt x="7597364" y="986358"/>
                  </a:lnTo>
                  <a:lnTo>
                    <a:pt x="7560569" y="1009194"/>
                  </a:lnTo>
                  <a:lnTo>
                    <a:pt x="7518566" y="1023651"/>
                  </a:lnTo>
                  <a:lnTo>
                    <a:pt x="7472438" y="1028699"/>
                  </a:lnTo>
                  <a:lnTo>
                    <a:pt x="0" y="1028699"/>
                  </a:lnTo>
                </a:path>
              </a:pathLst>
            </a:custGeom>
            <a:ln w="1269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0804" y="1639341"/>
              <a:ext cx="862181" cy="862181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98530" rIns="0" bIns="0" rtlCol="0" vert="horz">
            <a:spAutoFit/>
          </a:bodyPr>
          <a:lstStyle/>
          <a:p>
            <a:pPr marL="163195">
              <a:lnSpc>
                <a:spcPct val="100000"/>
              </a:lnSpc>
              <a:spcBef>
                <a:spcPts val="100"/>
              </a:spcBef>
            </a:pPr>
            <a:r>
              <a:rPr dirty="0" spc="-20">
                <a:solidFill>
                  <a:srgbClr val="DCDEE0"/>
                </a:solidFill>
              </a:rPr>
              <a:t>Intro</a:t>
            </a:r>
            <a:r>
              <a:rPr dirty="0" spc="-200">
                <a:solidFill>
                  <a:srgbClr val="DCDEE0"/>
                </a:solidFill>
              </a:rPr>
              <a:t> </a:t>
            </a:r>
            <a:r>
              <a:rPr dirty="0">
                <a:solidFill>
                  <a:srgbClr val="DCDEE0"/>
                </a:solidFill>
              </a:rPr>
              <a:t>to</a:t>
            </a:r>
            <a:r>
              <a:rPr dirty="0" spc="-175">
                <a:solidFill>
                  <a:srgbClr val="DCDEE0"/>
                </a:solidFill>
              </a:rPr>
              <a:t> </a:t>
            </a:r>
            <a:r>
              <a:rPr dirty="0" spc="-125">
                <a:solidFill>
                  <a:srgbClr val="DCDEE0"/>
                </a:solidFill>
              </a:rPr>
              <a:t>Agile</a:t>
            </a:r>
            <a:r>
              <a:rPr dirty="0" spc="-160">
                <a:solidFill>
                  <a:srgbClr val="DCDEE0"/>
                </a:solidFill>
              </a:rPr>
              <a:t> </a:t>
            </a:r>
            <a:r>
              <a:rPr dirty="0" spc="-300">
                <a:solidFill>
                  <a:srgbClr val="DCDEE0"/>
                </a:solidFill>
              </a:rPr>
              <a:t>Concepts</a:t>
            </a:r>
          </a:p>
        </p:txBody>
      </p:sp>
      <p:grpSp>
        <p:nvGrpSpPr>
          <p:cNvPr id="11" name="object 11" descr=""/>
          <p:cNvGrpSpPr/>
          <p:nvPr/>
        </p:nvGrpSpPr>
        <p:grpSpPr>
          <a:xfrm>
            <a:off x="-63500" y="3136900"/>
            <a:ext cx="7835900" cy="1155700"/>
            <a:chOff x="-63500" y="3136900"/>
            <a:chExt cx="7835900" cy="1155700"/>
          </a:xfrm>
        </p:grpSpPr>
        <p:sp>
          <p:nvSpPr>
            <p:cNvPr id="12" name="object 12" descr=""/>
            <p:cNvSpPr/>
            <p:nvPr/>
          </p:nvSpPr>
          <p:spPr>
            <a:xfrm>
              <a:off x="0" y="3200399"/>
              <a:ext cx="7708900" cy="1028700"/>
            </a:xfrm>
            <a:custGeom>
              <a:avLst/>
              <a:gdLst/>
              <a:ahLst/>
              <a:cxnLst/>
              <a:rect l="l" t="t" r="r" b="b"/>
              <a:pathLst>
                <a:path w="7708900" h="1028700">
                  <a:moveTo>
                    <a:pt x="7503754" y="0"/>
                  </a:moveTo>
                  <a:lnTo>
                    <a:pt x="0" y="0"/>
                  </a:lnTo>
                  <a:lnTo>
                    <a:pt x="0" y="1028700"/>
                  </a:lnTo>
                  <a:lnTo>
                    <a:pt x="7503754" y="1028700"/>
                  </a:lnTo>
                  <a:lnTo>
                    <a:pt x="7549876" y="1023397"/>
                  </a:lnTo>
                  <a:lnTo>
                    <a:pt x="7592700" y="1008301"/>
                  </a:lnTo>
                  <a:lnTo>
                    <a:pt x="7630841" y="984624"/>
                  </a:lnTo>
                  <a:lnTo>
                    <a:pt x="7662916" y="953582"/>
                  </a:lnTo>
                  <a:lnTo>
                    <a:pt x="7687540" y="916388"/>
                  </a:lnTo>
                  <a:lnTo>
                    <a:pt x="7703329" y="874257"/>
                  </a:lnTo>
                  <a:lnTo>
                    <a:pt x="7708900" y="828403"/>
                  </a:lnTo>
                  <a:lnTo>
                    <a:pt x="7708900" y="202110"/>
                  </a:lnTo>
                  <a:lnTo>
                    <a:pt x="7703329" y="156156"/>
                  </a:lnTo>
                  <a:lnTo>
                    <a:pt x="7687540" y="113765"/>
                  </a:lnTo>
                  <a:lnTo>
                    <a:pt x="7662916" y="76217"/>
                  </a:lnTo>
                  <a:lnTo>
                    <a:pt x="7630841" y="44789"/>
                  </a:lnTo>
                  <a:lnTo>
                    <a:pt x="7592700" y="20758"/>
                  </a:lnTo>
                  <a:lnTo>
                    <a:pt x="7549876" y="5402"/>
                  </a:lnTo>
                  <a:lnTo>
                    <a:pt x="7503754" y="0"/>
                  </a:lnTo>
                  <a:close/>
                </a:path>
              </a:pathLst>
            </a:custGeom>
            <a:solidFill>
              <a:srgbClr val="51A7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0" y="3200400"/>
              <a:ext cx="7708900" cy="1028700"/>
            </a:xfrm>
            <a:custGeom>
              <a:avLst/>
              <a:gdLst/>
              <a:ahLst/>
              <a:cxnLst/>
              <a:rect l="l" t="t" r="r" b="b"/>
              <a:pathLst>
                <a:path w="7708900" h="1028700">
                  <a:moveTo>
                    <a:pt x="0" y="0"/>
                  </a:moveTo>
                  <a:lnTo>
                    <a:pt x="7503753" y="0"/>
                  </a:lnTo>
                  <a:lnTo>
                    <a:pt x="7549876" y="5402"/>
                  </a:lnTo>
                  <a:lnTo>
                    <a:pt x="7592700" y="20758"/>
                  </a:lnTo>
                  <a:lnTo>
                    <a:pt x="7630841" y="44789"/>
                  </a:lnTo>
                  <a:lnTo>
                    <a:pt x="7662915" y="76217"/>
                  </a:lnTo>
                  <a:lnTo>
                    <a:pt x="7687539" y="113765"/>
                  </a:lnTo>
                  <a:lnTo>
                    <a:pt x="7703328" y="156156"/>
                  </a:lnTo>
                  <a:lnTo>
                    <a:pt x="7708899" y="202110"/>
                  </a:lnTo>
                  <a:lnTo>
                    <a:pt x="7708899" y="828403"/>
                  </a:lnTo>
                  <a:lnTo>
                    <a:pt x="7703328" y="874257"/>
                  </a:lnTo>
                  <a:lnTo>
                    <a:pt x="7687539" y="916388"/>
                  </a:lnTo>
                  <a:lnTo>
                    <a:pt x="7662915" y="953582"/>
                  </a:lnTo>
                  <a:lnTo>
                    <a:pt x="7630841" y="984624"/>
                  </a:lnTo>
                  <a:lnTo>
                    <a:pt x="7592700" y="1008301"/>
                  </a:lnTo>
                  <a:lnTo>
                    <a:pt x="7549876" y="1023397"/>
                  </a:lnTo>
                  <a:lnTo>
                    <a:pt x="7503753" y="1028699"/>
                  </a:lnTo>
                  <a:lnTo>
                    <a:pt x="0" y="1028699"/>
                  </a:lnTo>
                </a:path>
              </a:pathLst>
            </a:custGeom>
            <a:ln w="1270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/>
          <p:nvPr/>
        </p:nvSpPr>
        <p:spPr>
          <a:xfrm>
            <a:off x="1404274" y="3294000"/>
            <a:ext cx="5784215" cy="787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000" spc="-300">
                <a:solidFill>
                  <a:srgbClr val="F1E6D8"/>
                </a:solidFill>
                <a:latin typeface="Arial Narrow"/>
                <a:cs typeface="Arial Narrow"/>
              </a:rPr>
              <a:t>JIRA</a:t>
            </a:r>
            <a:r>
              <a:rPr dirty="0" sz="5000" spc="15">
                <a:solidFill>
                  <a:srgbClr val="F1E6D8"/>
                </a:solidFill>
                <a:latin typeface="Arial Narrow"/>
                <a:cs typeface="Arial Narrow"/>
              </a:rPr>
              <a:t> </a:t>
            </a:r>
            <a:r>
              <a:rPr dirty="0" sz="5000" spc="-125">
                <a:solidFill>
                  <a:srgbClr val="F1E6D8"/>
                </a:solidFill>
                <a:latin typeface="Arial Narrow"/>
                <a:cs typeface="Arial Narrow"/>
              </a:rPr>
              <a:t>Agile</a:t>
            </a:r>
            <a:r>
              <a:rPr dirty="0" sz="5000" spc="-35">
                <a:solidFill>
                  <a:srgbClr val="F1E6D8"/>
                </a:solidFill>
                <a:latin typeface="Arial Narrow"/>
                <a:cs typeface="Arial Narrow"/>
              </a:rPr>
              <a:t> </a:t>
            </a:r>
            <a:r>
              <a:rPr dirty="0" sz="5000" spc="-229">
                <a:solidFill>
                  <a:srgbClr val="F1E6D8"/>
                </a:solidFill>
                <a:latin typeface="Arial Narrow"/>
                <a:cs typeface="Arial Narrow"/>
              </a:rPr>
              <a:t>Plan,Work,Track</a:t>
            </a:r>
            <a:endParaRPr sz="5000">
              <a:latin typeface="Arial Narrow"/>
              <a:cs typeface="Arial Narrow"/>
            </a:endParaRPr>
          </a:p>
        </p:txBody>
      </p:sp>
      <p:pic>
        <p:nvPicPr>
          <p:cNvPr id="15" name="object 15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24284" y="3294955"/>
            <a:ext cx="852824" cy="852824"/>
          </a:xfrm>
          <a:prstGeom prst="rect">
            <a:avLst/>
          </a:prstGeom>
        </p:spPr>
      </p:pic>
      <p:grpSp>
        <p:nvGrpSpPr>
          <p:cNvPr id="16" name="object 16" descr=""/>
          <p:cNvGrpSpPr/>
          <p:nvPr/>
        </p:nvGrpSpPr>
        <p:grpSpPr>
          <a:xfrm>
            <a:off x="-63499" y="4787900"/>
            <a:ext cx="7861300" cy="1155700"/>
            <a:chOff x="-63499" y="4787900"/>
            <a:chExt cx="7861300" cy="1155700"/>
          </a:xfrm>
        </p:grpSpPr>
        <p:sp>
          <p:nvSpPr>
            <p:cNvPr id="17" name="object 17" descr=""/>
            <p:cNvSpPr/>
            <p:nvPr/>
          </p:nvSpPr>
          <p:spPr>
            <a:xfrm>
              <a:off x="0" y="4851400"/>
              <a:ext cx="7734300" cy="1028700"/>
            </a:xfrm>
            <a:custGeom>
              <a:avLst/>
              <a:gdLst/>
              <a:ahLst/>
              <a:cxnLst/>
              <a:rect l="l" t="t" r="r" b="b"/>
              <a:pathLst>
                <a:path w="7734300" h="1028700">
                  <a:moveTo>
                    <a:pt x="7538077" y="0"/>
                  </a:moveTo>
                  <a:lnTo>
                    <a:pt x="0" y="0"/>
                  </a:lnTo>
                  <a:lnTo>
                    <a:pt x="0" y="1028700"/>
                  </a:lnTo>
                  <a:lnTo>
                    <a:pt x="7538077" y="1028700"/>
                  </a:lnTo>
                  <a:lnTo>
                    <a:pt x="7583647" y="1023309"/>
                  </a:lnTo>
                  <a:lnTo>
                    <a:pt x="7625174" y="1007985"/>
                  </a:lnTo>
                  <a:lnTo>
                    <a:pt x="7661575" y="984003"/>
                  </a:lnTo>
                  <a:lnTo>
                    <a:pt x="7691770" y="952637"/>
                  </a:lnTo>
                  <a:lnTo>
                    <a:pt x="7714676" y="915161"/>
                  </a:lnTo>
                  <a:lnTo>
                    <a:pt x="7729213" y="872848"/>
                  </a:lnTo>
                  <a:lnTo>
                    <a:pt x="7734300" y="826973"/>
                  </a:lnTo>
                  <a:lnTo>
                    <a:pt x="7734300" y="201730"/>
                  </a:lnTo>
                  <a:lnTo>
                    <a:pt x="7729213" y="155855"/>
                  </a:lnTo>
                  <a:lnTo>
                    <a:pt x="7714676" y="113542"/>
                  </a:lnTo>
                  <a:lnTo>
                    <a:pt x="7691770" y="76065"/>
                  </a:lnTo>
                  <a:lnTo>
                    <a:pt x="7661575" y="44698"/>
                  </a:lnTo>
                  <a:lnTo>
                    <a:pt x="7625174" y="20715"/>
                  </a:lnTo>
                  <a:lnTo>
                    <a:pt x="7583647" y="5391"/>
                  </a:lnTo>
                  <a:lnTo>
                    <a:pt x="7538077" y="0"/>
                  </a:lnTo>
                  <a:close/>
                </a:path>
              </a:pathLst>
            </a:custGeom>
            <a:solidFill>
              <a:srgbClr val="51A7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0" y="4851400"/>
              <a:ext cx="7734300" cy="1028700"/>
            </a:xfrm>
            <a:custGeom>
              <a:avLst/>
              <a:gdLst/>
              <a:ahLst/>
              <a:cxnLst/>
              <a:rect l="l" t="t" r="r" b="b"/>
              <a:pathLst>
                <a:path w="7734300" h="1028700">
                  <a:moveTo>
                    <a:pt x="0" y="0"/>
                  </a:moveTo>
                  <a:lnTo>
                    <a:pt x="7538077" y="0"/>
                  </a:lnTo>
                  <a:lnTo>
                    <a:pt x="7583647" y="5391"/>
                  </a:lnTo>
                  <a:lnTo>
                    <a:pt x="7625173" y="20715"/>
                  </a:lnTo>
                  <a:lnTo>
                    <a:pt x="7661575" y="44698"/>
                  </a:lnTo>
                  <a:lnTo>
                    <a:pt x="7691770" y="76065"/>
                  </a:lnTo>
                  <a:lnTo>
                    <a:pt x="7714677" y="113542"/>
                  </a:lnTo>
                  <a:lnTo>
                    <a:pt x="7729214" y="155856"/>
                  </a:lnTo>
                  <a:lnTo>
                    <a:pt x="7734300" y="201731"/>
                  </a:lnTo>
                  <a:lnTo>
                    <a:pt x="7734300" y="826973"/>
                  </a:lnTo>
                  <a:lnTo>
                    <a:pt x="7729214" y="872848"/>
                  </a:lnTo>
                  <a:lnTo>
                    <a:pt x="7714677" y="915161"/>
                  </a:lnTo>
                  <a:lnTo>
                    <a:pt x="7691770" y="952637"/>
                  </a:lnTo>
                  <a:lnTo>
                    <a:pt x="7661575" y="984003"/>
                  </a:lnTo>
                  <a:lnTo>
                    <a:pt x="7625173" y="1007985"/>
                  </a:lnTo>
                  <a:lnTo>
                    <a:pt x="7583647" y="1023309"/>
                  </a:lnTo>
                  <a:lnTo>
                    <a:pt x="7538077" y="1028699"/>
                  </a:lnTo>
                  <a:lnTo>
                    <a:pt x="0" y="1028699"/>
                  </a:lnTo>
                </a:path>
              </a:pathLst>
            </a:custGeom>
            <a:ln w="1270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 txBox="1"/>
          <p:nvPr/>
        </p:nvSpPr>
        <p:spPr>
          <a:xfrm>
            <a:off x="1419174" y="4938867"/>
            <a:ext cx="5665470" cy="787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000" spc="-300">
                <a:solidFill>
                  <a:srgbClr val="F1E6D8"/>
                </a:solidFill>
                <a:latin typeface="Arial Narrow"/>
                <a:cs typeface="Arial Narrow"/>
              </a:rPr>
              <a:t>JIRA</a:t>
            </a:r>
            <a:r>
              <a:rPr dirty="0" sz="5000" spc="15">
                <a:solidFill>
                  <a:srgbClr val="F1E6D8"/>
                </a:solidFill>
                <a:latin typeface="Arial Narrow"/>
                <a:cs typeface="Arial Narrow"/>
              </a:rPr>
              <a:t> </a:t>
            </a:r>
            <a:r>
              <a:rPr dirty="0" sz="5000" spc="-155">
                <a:solidFill>
                  <a:srgbClr val="F1E6D8"/>
                </a:solidFill>
                <a:latin typeface="Arial Narrow"/>
                <a:cs typeface="Arial Narrow"/>
              </a:rPr>
              <a:t>Issues</a:t>
            </a:r>
            <a:r>
              <a:rPr dirty="0" sz="5000" spc="-80">
                <a:solidFill>
                  <a:srgbClr val="F1E6D8"/>
                </a:solidFill>
                <a:latin typeface="Arial Narrow"/>
                <a:cs typeface="Arial Narrow"/>
              </a:rPr>
              <a:t> </a:t>
            </a:r>
            <a:r>
              <a:rPr dirty="0" sz="5000">
                <a:solidFill>
                  <a:srgbClr val="F1E6D8"/>
                </a:solidFill>
                <a:latin typeface="Arial Narrow"/>
                <a:cs typeface="Arial Narrow"/>
              </a:rPr>
              <a:t>&amp;</a:t>
            </a:r>
            <a:r>
              <a:rPr dirty="0" sz="5000" spc="-30">
                <a:solidFill>
                  <a:srgbClr val="F1E6D8"/>
                </a:solidFill>
                <a:latin typeface="Arial Narrow"/>
                <a:cs typeface="Arial Narrow"/>
              </a:rPr>
              <a:t> </a:t>
            </a:r>
            <a:r>
              <a:rPr dirty="0" sz="5000" spc="-270">
                <a:solidFill>
                  <a:srgbClr val="F1E6D8"/>
                </a:solidFill>
                <a:latin typeface="Arial Narrow"/>
                <a:cs typeface="Arial Narrow"/>
              </a:rPr>
              <a:t>Dashboards</a:t>
            </a:r>
            <a:endParaRPr sz="5000">
              <a:latin typeface="Arial Narrow"/>
              <a:cs typeface="Arial Narrow"/>
            </a:endParaRPr>
          </a:p>
        </p:txBody>
      </p:sp>
      <p:pic>
        <p:nvPicPr>
          <p:cNvPr id="20" name="object 20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56103" y="4973310"/>
            <a:ext cx="851394" cy="851394"/>
          </a:xfrm>
          <a:prstGeom prst="rect">
            <a:avLst/>
          </a:prstGeom>
        </p:spPr>
      </p:pic>
      <p:grpSp>
        <p:nvGrpSpPr>
          <p:cNvPr id="21" name="object 21" descr=""/>
          <p:cNvGrpSpPr/>
          <p:nvPr/>
        </p:nvGrpSpPr>
        <p:grpSpPr>
          <a:xfrm>
            <a:off x="-63499" y="6375399"/>
            <a:ext cx="7861300" cy="1143000"/>
            <a:chOff x="-63499" y="6375399"/>
            <a:chExt cx="7861300" cy="1143000"/>
          </a:xfrm>
        </p:grpSpPr>
        <p:sp>
          <p:nvSpPr>
            <p:cNvPr id="22" name="object 22" descr=""/>
            <p:cNvSpPr/>
            <p:nvPr/>
          </p:nvSpPr>
          <p:spPr>
            <a:xfrm>
              <a:off x="0" y="6438899"/>
              <a:ext cx="7734300" cy="1016000"/>
            </a:xfrm>
            <a:custGeom>
              <a:avLst/>
              <a:gdLst/>
              <a:ahLst/>
              <a:cxnLst/>
              <a:rect l="l" t="t" r="r" b="b"/>
              <a:pathLst>
                <a:path w="7734300" h="1016000">
                  <a:moveTo>
                    <a:pt x="7538077" y="0"/>
                  </a:moveTo>
                  <a:lnTo>
                    <a:pt x="0" y="0"/>
                  </a:lnTo>
                  <a:lnTo>
                    <a:pt x="0" y="1016000"/>
                  </a:lnTo>
                  <a:lnTo>
                    <a:pt x="7538077" y="1016000"/>
                  </a:lnTo>
                  <a:lnTo>
                    <a:pt x="7583647" y="1010900"/>
                  </a:lnTo>
                  <a:lnTo>
                    <a:pt x="7625174" y="996327"/>
                  </a:lnTo>
                  <a:lnTo>
                    <a:pt x="7661575" y="973372"/>
                  </a:lnTo>
                  <a:lnTo>
                    <a:pt x="7691770" y="943125"/>
                  </a:lnTo>
                  <a:lnTo>
                    <a:pt x="7714676" y="906675"/>
                  </a:lnTo>
                  <a:lnTo>
                    <a:pt x="7729213" y="865114"/>
                  </a:lnTo>
                  <a:lnTo>
                    <a:pt x="7734300" y="819531"/>
                  </a:lnTo>
                  <a:lnTo>
                    <a:pt x="7734300" y="194288"/>
                  </a:lnTo>
                  <a:lnTo>
                    <a:pt x="7729213" y="148825"/>
                  </a:lnTo>
                  <a:lnTo>
                    <a:pt x="7714676" y="107575"/>
                  </a:lnTo>
                  <a:lnTo>
                    <a:pt x="7691770" y="71551"/>
                  </a:lnTo>
                  <a:lnTo>
                    <a:pt x="7661575" y="41768"/>
                  </a:lnTo>
                  <a:lnTo>
                    <a:pt x="7625174" y="19239"/>
                  </a:lnTo>
                  <a:lnTo>
                    <a:pt x="7583647" y="4978"/>
                  </a:lnTo>
                  <a:lnTo>
                    <a:pt x="7538077" y="0"/>
                  </a:lnTo>
                  <a:close/>
                </a:path>
              </a:pathLst>
            </a:custGeom>
            <a:solidFill>
              <a:srgbClr val="86100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0" y="6438899"/>
              <a:ext cx="7734300" cy="1016000"/>
            </a:xfrm>
            <a:custGeom>
              <a:avLst/>
              <a:gdLst/>
              <a:ahLst/>
              <a:cxnLst/>
              <a:rect l="l" t="t" r="r" b="b"/>
              <a:pathLst>
                <a:path w="7734300" h="1016000">
                  <a:moveTo>
                    <a:pt x="0" y="0"/>
                  </a:moveTo>
                  <a:lnTo>
                    <a:pt x="7538077" y="0"/>
                  </a:lnTo>
                  <a:lnTo>
                    <a:pt x="7583647" y="4978"/>
                  </a:lnTo>
                  <a:lnTo>
                    <a:pt x="7625173" y="19239"/>
                  </a:lnTo>
                  <a:lnTo>
                    <a:pt x="7661575" y="41768"/>
                  </a:lnTo>
                  <a:lnTo>
                    <a:pt x="7691770" y="71551"/>
                  </a:lnTo>
                  <a:lnTo>
                    <a:pt x="7714677" y="107575"/>
                  </a:lnTo>
                  <a:lnTo>
                    <a:pt x="7729214" y="148825"/>
                  </a:lnTo>
                  <a:lnTo>
                    <a:pt x="7734300" y="194288"/>
                  </a:lnTo>
                  <a:lnTo>
                    <a:pt x="7734300" y="819530"/>
                  </a:lnTo>
                  <a:lnTo>
                    <a:pt x="7729214" y="865114"/>
                  </a:lnTo>
                  <a:lnTo>
                    <a:pt x="7714677" y="906676"/>
                  </a:lnTo>
                  <a:lnTo>
                    <a:pt x="7691770" y="943125"/>
                  </a:lnTo>
                  <a:lnTo>
                    <a:pt x="7661575" y="973372"/>
                  </a:lnTo>
                  <a:lnTo>
                    <a:pt x="7625173" y="996327"/>
                  </a:lnTo>
                  <a:lnTo>
                    <a:pt x="7583647" y="1010900"/>
                  </a:lnTo>
                  <a:lnTo>
                    <a:pt x="7538077" y="1015999"/>
                  </a:lnTo>
                  <a:lnTo>
                    <a:pt x="0" y="1015999"/>
                  </a:lnTo>
                </a:path>
              </a:pathLst>
            </a:custGeom>
            <a:ln w="1270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 descr=""/>
          <p:cNvSpPr txBox="1"/>
          <p:nvPr/>
        </p:nvSpPr>
        <p:spPr>
          <a:xfrm>
            <a:off x="1419174" y="6518925"/>
            <a:ext cx="4318000" cy="787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000" spc="-300">
                <a:solidFill>
                  <a:srgbClr val="F1E6D8"/>
                </a:solidFill>
                <a:latin typeface="Arial Narrow"/>
                <a:cs typeface="Arial Narrow"/>
              </a:rPr>
              <a:t>JIRA</a:t>
            </a:r>
            <a:r>
              <a:rPr dirty="0" sz="5000" spc="120">
                <a:solidFill>
                  <a:srgbClr val="F1E6D8"/>
                </a:solidFill>
                <a:latin typeface="Arial Narrow"/>
                <a:cs typeface="Arial Narrow"/>
              </a:rPr>
              <a:t> </a:t>
            </a:r>
            <a:r>
              <a:rPr dirty="0" sz="5000" spc="-80">
                <a:solidFill>
                  <a:srgbClr val="F1E6D8"/>
                </a:solidFill>
                <a:latin typeface="Arial Narrow"/>
                <a:cs typeface="Arial Narrow"/>
              </a:rPr>
              <a:t>Administration</a:t>
            </a:r>
            <a:endParaRPr sz="5000">
              <a:latin typeface="Arial Narrow"/>
              <a:cs typeface="Arial Narrow"/>
            </a:endParaRPr>
          </a:p>
        </p:txBody>
      </p:sp>
      <p:grpSp>
        <p:nvGrpSpPr>
          <p:cNvPr id="25" name="object 25" descr=""/>
          <p:cNvGrpSpPr/>
          <p:nvPr/>
        </p:nvGrpSpPr>
        <p:grpSpPr>
          <a:xfrm>
            <a:off x="256103" y="6553367"/>
            <a:ext cx="5468620" cy="851535"/>
            <a:chOff x="256103" y="6553367"/>
            <a:chExt cx="5468620" cy="851535"/>
          </a:xfrm>
        </p:grpSpPr>
        <p:sp>
          <p:nvSpPr>
            <p:cNvPr id="26" name="object 26" descr=""/>
            <p:cNvSpPr/>
            <p:nvPr/>
          </p:nvSpPr>
          <p:spPr>
            <a:xfrm>
              <a:off x="1431874" y="7006605"/>
              <a:ext cx="4292600" cy="0"/>
            </a:xfrm>
            <a:custGeom>
              <a:avLst/>
              <a:gdLst/>
              <a:ahLst/>
              <a:cxnLst/>
              <a:rect l="l" t="t" r="r" b="b"/>
              <a:pathLst>
                <a:path w="4292600" h="0">
                  <a:moveTo>
                    <a:pt x="0" y="0"/>
                  </a:moveTo>
                  <a:lnTo>
                    <a:pt x="4292600" y="0"/>
                  </a:lnTo>
                </a:path>
              </a:pathLst>
            </a:custGeom>
            <a:ln w="34108">
              <a:solidFill>
                <a:srgbClr val="F1E6D8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56103" y="6553367"/>
              <a:ext cx="851394" cy="851394"/>
            </a:xfrm>
            <a:prstGeom prst="rect">
              <a:avLst/>
            </a:prstGeom>
          </p:spPr>
        </p:pic>
      </p:grpSp>
      <p:pic>
        <p:nvPicPr>
          <p:cNvPr id="28" name="object 2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832800" y="1523036"/>
            <a:ext cx="5739570" cy="3126127"/>
          </a:xfrm>
          <a:prstGeom prst="rect">
            <a:avLst/>
          </a:prstGeom>
        </p:spPr>
      </p:pic>
      <p:sp>
        <p:nvSpPr>
          <p:cNvPr id="29" name="object 29" descr=""/>
          <p:cNvSpPr txBox="1"/>
          <p:nvPr/>
        </p:nvSpPr>
        <p:spPr>
          <a:xfrm>
            <a:off x="11132710" y="4273550"/>
            <a:ext cx="1139825" cy="1488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600" spc="-1515">
                <a:solidFill>
                  <a:srgbClr val="F1E6D8"/>
                </a:solidFill>
                <a:latin typeface="Arial Narrow"/>
                <a:cs typeface="Arial Narrow"/>
              </a:rPr>
              <a:t>101</a:t>
            </a:r>
            <a:endParaRPr sz="96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16256000" y="0"/>
                </a:moveTo>
                <a:lnTo>
                  <a:pt x="0" y="0"/>
                </a:lnTo>
                <a:lnTo>
                  <a:pt x="0" y="9144000"/>
                </a:lnTo>
                <a:lnTo>
                  <a:pt x="16256000" y="9144000"/>
                </a:lnTo>
                <a:lnTo>
                  <a:pt x="16256000" y="0"/>
                </a:lnTo>
                <a:close/>
              </a:path>
            </a:pathLst>
          </a:custGeom>
          <a:solidFill>
            <a:srgbClr val="002452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6324357" cy="4414794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772900" y="6527800"/>
            <a:ext cx="4483100" cy="2616200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87300" y="7886089"/>
            <a:ext cx="2076352" cy="1130910"/>
          </a:xfrm>
          <a:prstGeom prst="rect">
            <a:avLst/>
          </a:prstGeom>
        </p:spPr>
      </p:pic>
      <p:grpSp>
        <p:nvGrpSpPr>
          <p:cNvPr id="6" name="object 6" descr=""/>
          <p:cNvGrpSpPr/>
          <p:nvPr/>
        </p:nvGrpSpPr>
        <p:grpSpPr>
          <a:xfrm>
            <a:off x="-63500" y="1485900"/>
            <a:ext cx="7797800" cy="1155700"/>
            <a:chOff x="-63500" y="1485900"/>
            <a:chExt cx="7797800" cy="1155700"/>
          </a:xfrm>
        </p:grpSpPr>
        <p:sp>
          <p:nvSpPr>
            <p:cNvPr id="7" name="object 7" descr=""/>
            <p:cNvSpPr/>
            <p:nvPr/>
          </p:nvSpPr>
          <p:spPr>
            <a:xfrm>
              <a:off x="0" y="1549399"/>
              <a:ext cx="7670800" cy="1028700"/>
            </a:xfrm>
            <a:custGeom>
              <a:avLst/>
              <a:gdLst/>
              <a:ahLst/>
              <a:cxnLst/>
              <a:rect l="l" t="t" r="r" b="b"/>
              <a:pathLst>
                <a:path w="7670800" h="1028700">
                  <a:moveTo>
                    <a:pt x="7472438" y="0"/>
                  </a:moveTo>
                  <a:lnTo>
                    <a:pt x="0" y="0"/>
                  </a:lnTo>
                  <a:lnTo>
                    <a:pt x="0" y="1028700"/>
                  </a:lnTo>
                  <a:lnTo>
                    <a:pt x="7472438" y="1028700"/>
                  </a:lnTo>
                  <a:lnTo>
                    <a:pt x="7518566" y="1023651"/>
                  </a:lnTo>
                  <a:lnTo>
                    <a:pt x="7560569" y="1009194"/>
                  </a:lnTo>
                  <a:lnTo>
                    <a:pt x="7597364" y="986358"/>
                  </a:lnTo>
                  <a:lnTo>
                    <a:pt x="7627867" y="956174"/>
                  </a:lnTo>
                  <a:lnTo>
                    <a:pt x="7650997" y="919672"/>
                  </a:lnTo>
                  <a:lnTo>
                    <a:pt x="7665668" y="877884"/>
                  </a:lnTo>
                  <a:lnTo>
                    <a:pt x="7670800" y="831839"/>
                  </a:lnTo>
                  <a:lnTo>
                    <a:pt x="7670800" y="198674"/>
                  </a:lnTo>
                  <a:lnTo>
                    <a:pt x="7665668" y="152529"/>
                  </a:lnTo>
                  <a:lnTo>
                    <a:pt x="7650997" y="110481"/>
                  </a:lnTo>
                  <a:lnTo>
                    <a:pt x="7627867" y="73625"/>
                  </a:lnTo>
                  <a:lnTo>
                    <a:pt x="7597364" y="43055"/>
                  </a:lnTo>
                  <a:lnTo>
                    <a:pt x="7560569" y="19865"/>
                  </a:lnTo>
                  <a:lnTo>
                    <a:pt x="7518566" y="5148"/>
                  </a:lnTo>
                  <a:lnTo>
                    <a:pt x="7472438" y="0"/>
                  </a:lnTo>
                  <a:close/>
                </a:path>
              </a:pathLst>
            </a:custGeom>
            <a:solidFill>
              <a:srgbClr val="51A7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0" y="1549400"/>
              <a:ext cx="7670800" cy="1028700"/>
            </a:xfrm>
            <a:custGeom>
              <a:avLst/>
              <a:gdLst/>
              <a:ahLst/>
              <a:cxnLst/>
              <a:rect l="l" t="t" r="r" b="b"/>
              <a:pathLst>
                <a:path w="7670800" h="1028700">
                  <a:moveTo>
                    <a:pt x="0" y="0"/>
                  </a:moveTo>
                  <a:lnTo>
                    <a:pt x="7472438" y="0"/>
                  </a:lnTo>
                  <a:lnTo>
                    <a:pt x="7518566" y="5148"/>
                  </a:lnTo>
                  <a:lnTo>
                    <a:pt x="7560569" y="19865"/>
                  </a:lnTo>
                  <a:lnTo>
                    <a:pt x="7597364" y="43055"/>
                  </a:lnTo>
                  <a:lnTo>
                    <a:pt x="7627867" y="73625"/>
                  </a:lnTo>
                  <a:lnTo>
                    <a:pt x="7650996" y="110481"/>
                  </a:lnTo>
                  <a:lnTo>
                    <a:pt x="7665668" y="152529"/>
                  </a:lnTo>
                  <a:lnTo>
                    <a:pt x="7670799" y="198674"/>
                  </a:lnTo>
                  <a:lnTo>
                    <a:pt x="7670799" y="831839"/>
                  </a:lnTo>
                  <a:lnTo>
                    <a:pt x="7665668" y="877884"/>
                  </a:lnTo>
                  <a:lnTo>
                    <a:pt x="7650996" y="919672"/>
                  </a:lnTo>
                  <a:lnTo>
                    <a:pt x="7627867" y="956174"/>
                  </a:lnTo>
                  <a:lnTo>
                    <a:pt x="7597364" y="986358"/>
                  </a:lnTo>
                  <a:lnTo>
                    <a:pt x="7560569" y="1009194"/>
                  </a:lnTo>
                  <a:lnTo>
                    <a:pt x="7518566" y="1023651"/>
                  </a:lnTo>
                  <a:lnTo>
                    <a:pt x="7472438" y="1028699"/>
                  </a:lnTo>
                  <a:lnTo>
                    <a:pt x="0" y="1028699"/>
                  </a:lnTo>
                </a:path>
              </a:pathLst>
            </a:custGeom>
            <a:ln w="1269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0804" y="1639341"/>
              <a:ext cx="862181" cy="862181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98530" rIns="0" bIns="0" rtlCol="0" vert="horz">
            <a:spAutoFit/>
          </a:bodyPr>
          <a:lstStyle/>
          <a:p>
            <a:pPr marL="163195">
              <a:lnSpc>
                <a:spcPct val="100000"/>
              </a:lnSpc>
              <a:spcBef>
                <a:spcPts val="100"/>
              </a:spcBef>
            </a:pPr>
            <a:r>
              <a:rPr dirty="0" spc="-20">
                <a:solidFill>
                  <a:srgbClr val="002452"/>
                </a:solidFill>
              </a:rPr>
              <a:t>Intro</a:t>
            </a:r>
            <a:r>
              <a:rPr dirty="0" spc="-200">
                <a:solidFill>
                  <a:srgbClr val="002452"/>
                </a:solidFill>
              </a:rPr>
              <a:t> </a:t>
            </a:r>
            <a:r>
              <a:rPr dirty="0">
                <a:solidFill>
                  <a:srgbClr val="002452"/>
                </a:solidFill>
              </a:rPr>
              <a:t>to</a:t>
            </a:r>
            <a:r>
              <a:rPr dirty="0" spc="-175">
                <a:solidFill>
                  <a:srgbClr val="002452"/>
                </a:solidFill>
              </a:rPr>
              <a:t> </a:t>
            </a:r>
            <a:r>
              <a:rPr dirty="0" spc="-125">
                <a:solidFill>
                  <a:srgbClr val="002452"/>
                </a:solidFill>
              </a:rPr>
              <a:t>Agile</a:t>
            </a:r>
            <a:r>
              <a:rPr dirty="0" spc="-160">
                <a:solidFill>
                  <a:srgbClr val="002452"/>
                </a:solidFill>
              </a:rPr>
              <a:t> </a:t>
            </a:r>
            <a:r>
              <a:rPr dirty="0" spc="-300">
                <a:solidFill>
                  <a:srgbClr val="002452"/>
                </a:solidFill>
              </a:rPr>
              <a:t>Concepts</a:t>
            </a:r>
          </a:p>
        </p:txBody>
      </p:sp>
      <p:grpSp>
        <p:nvGrpSpPr>
          <p:cNvPr id="11" name="object 11" descr=""/>
          <p:cNvGrpSpPr/>
          <p:nvPr/>
        </p:nvGrpSpPr>
        <p:grpSpPr>
          <a:xfrm>
            <a:off x="-63500" y="3136900"/>
            <a:ext cx="7835900" cy="1155700"/>
            <a:chOff x="-63500" y="3136900"/>
            <a:chExt cx="7835900" cy="1155700"/>
          </a:xfrm>
        </p:grpSpPr>
        <p:sp>
          <p:nvSpPr>
            <p:cNvPr id="12" name="object 12" descr=""/>
            <p:cNvSpPr/>
            <p:nvPr/>
          </p:nvSpPr>
          <p:spPr>
            <a:xfrm>
              <a:off x="0" y="3200399"/>
              <a:ext cx="7708900" cy="1028700"/>
            </a:xfrm>
            <a:custGeom>
              <a:avLst/>
              <a:gdLst/>
              <a:ahLst/>
              <a:cxnLst/>
              <a:rect l="l" t="t" r="r" b="b"/>
              <a:pathLst>
                <a:path w="7708900" h="1028700">
                  <a:moveTo>
                    <a:pt x="7503754" y="0"/>
                  </a:moveTo>
                  <a:lnTo>
                    <a:pt x="0" y="0"/>
                  </a:lnTo>
                  <a:lnTo>
                    <a:pt x="0" y="1028700"/>
                  </a:lnTo>
                  <a:lnTo>
                    <a:pt x="7503754" y="1028700"/>
                  </a:lnTo>
                  <a:lnTo>
                    <a:pt x="7549876" y="1023397"/>
                  </a:lnTo>
                  <a:lnTo>
                    <a:pt x="7592700" y="1008301"/>
                  </a:lnTo>
                  <a:lnTo>
                    <a:pt x="7630841" y="984624"/>
                  </a:lnTo>
                  <a:lnTo>
                    <a:pt x="7662916" y="953582"/>
                  </a:lnTo>
                  <a:lnTo>
                    <a:pt x="7687540" y="916388"/>
                  </a:lnTo>
                  <a:lnTo>
                    <a:pt x="7703329" y="874257"/>
                  </a:lnTo>
                  <a:lnTo>
                    <a:pt x="7708900" y="828403"/>
                  </a:lnTo>
                  <a:lnTo>
                    <a:pt x="7708900" y="202110"/>
                  </a:lnTo>
                  <a:lnTo>
                    <a:pt x="7703329" y="156156"/>
                  </a:lnTo>
                  <a:lnTo>
                    <a:pt x="7687540" y="113765"/>
                  </a:lnTo>
                  <a:lnTo>
                    <a:pt x="7662916" y="76217"/>
                  </a:lnTo>
                  <a:lnTo>
                    <a:pt x="7630841" y="44789"/>
                  </a:lnTo>
                  <a:lnTo>
                    <a:pt x="7592700" y="20758"/>
                  </a:lnTo>
                  <a:lnTo>
                    <a:pt x="7549876" y="5402"/>
                  </a:lnTo>
                  <a:lnTo>
                    <a:pt x="7503754" y="0"/>
                  </a:lnTo>
                  <a:close/>
                </a:path>
              </a:pathLst>
            </a:custGeom>
            <a:solidFill>
              <a:srgbClr val="51A7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0" y="3200400"/>
              <a:ext cx="7708900" cy="1028700"/>
            </a:xfrm>
            <a:custGeom>
              <a:avLst/>
              <a:gdLst/>
              <a:ahLst/>
              <a:cxnLst/>
              <a:rect l="l" t="t" r="r" b="b"/>
              <a:pathLst>
                <a:path w="7708900" h="1028700">
                  <a:moveTo>
                    <a:pt x="0" y="0"/>
                  </a:moveTo>
                  <a:lnTo>
                    <a:pt x="7503753" y="0"/>
                  </a:lnTo>
                  <a:lnTo>
                    <a:pt x="7549876" y="5402"/>
                  </a:lnTo>
                  <a:lnTo>
                    <a:pt x="7592700" y="20758"/>
                  </a:lnTo>
                  <a:lnTo>
                    <a:pt x="7630841" y="44789"/>
                  </a:lnTo>
                  <a:lnTo>
                    <a:pt x="7662915" y="76217"/>
                  </a:lnTo>
                  <a:lnTo>
                    <a:pt x="7687539" y="113765"/>
                  </a:lnTo>
                  <a:lnTo>
                    <a:pt x="7703328" y="156156"/>
                  </a:lnTo>
                  <a:lnTo>
                    <a:pt x="7708899" y="202110"/>
                  </a:lnTo>
                  <a:lnTo>
                    <a:pt x="7708899" y="828403"/>
                  </a:lnTo>
                  <a:lnTo>
                    <a:pt x="7703328" y="874257"/>
                  </a:lnTo>
                  <a:lnTo>
                    <a:pt x="7687539" y="916388"/>
                  </a:lnTo>
                  <a:lnTo>
                    <a:pt x="7662915" y="953582"/>
                  </a:lnTo>
                  <a:lnTo>
                    <a:pt x="7630841" y="984624"/>
                  </a:lnTo>
                  <a:lnTo>
                    <a:pt x="7592700" y="1008301"/>
                  </a:lnTo>
                  <a:lnTo>
                    <a:pt x="7549876" y="1023397"/>
                  </a:lnTo>
                  <a:lnTo>
                    <a:pt x="7503753" y="1028699"/>
                  </a:lnTo>
                  <a:lnTo>
                    <a:pt x="0" y="1028699"/>
                  </a:lnTo>
                </a:path>
              </a:pathLst>
            </a:custGeom>
            <a:ln w="1270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/>
          <p:nvPr/>
        </p:nvSpPr>
        <p:spPr>
          <a:xfrm>
            <a:off x="1404274" y="3294000"/>
            <a:ext cx="5784215" cy="787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000" spc="-300">
                <a:solidFill>
                  <a:srgbClr val="F1E6D8"/>
                </a:solidFill>
                <a:latin typeface="Arial Narrow"/>
                <a:cs typeface="Arial Narrow"/>
              </a:rPr>
              <a:t>JIRA</a:t>
            </a:r>
            <a:r>
              <a:rPr dirty="0" sz="5000" spc="15">
                <a:solidFill>
                  <a:srgbClr val="F1E6D8"/>
                </a:solidFill>
                <a:latin typeface="Arial Narrow"/>
                <a:cs typeface="Arial Narrow"/>
              </a:rPr>
              <a:t> </a:t>
            </a:r>
            <a:r>
              <a:rPr dirty="0" sz="5000" spc="-125">
                <a:solidFill>
                  <a:srgbClr val="F1E6D8"/>
                </a:solidFill>
                <a:latin typeface="Arial Narrow"/>
                <a:cs typeface="Arial Narrow"/>
              </a:rPr>
              <a:t>Agile</a:t>
            </a:r>
            <a:r>
              <a:rPr dirty="0" sz="5000" spc="-35">
                <a:solidFill>
                  <a:srgbClr val="F1E6D8"/>
                </a:solidFill>
                <a:latin typeface="Arial Narrow"/>
                <a:cs typeface="Arial Narrow"/>
              </a:rPr>
              <a:t> </a:t>
            </a:r>
            <a:r>
              <a:rPr dirty="0" sz="5000" spc="-229">
                <a:solidFill>
                  <a:srgbClr val="F1E6D8"/>
                </a:solidFill>
                <a:latin typeface="Arial Narrow"/>
                <a:cs typeface="Arial Narrow"/>
              </a:rPr>
              <a:t>Plan,Work,Track</a:t>
            </a:r>
            <a:endParaRPr sz="5000">
              <a:latin typeface="Arial Narrow"/>
              <a:cs typeface="Arial Narrow"/>
            </a:endParaRPr>
          </a:p>
        </p:txBody>
      </p:sp>
      <p:pic>
        <p:nvPicPr>
          <p:cNvPr id="15" name="object 15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24284" y="3294955"/>
            <a:ext cx="852824" cy="852824"/>
          </a:xfrm>
          <a:prstGeom prst="rect">
            <a:avLst/>
          </a:prstGeom>
        </p:spPr>
      </p:pic>
      <p:grpSp>
        <p:nvGrpSpPr>
          <p:cNvPr id="16" name="object 16" descr=""/>
          <p:cNvGrpSpPr/>
          <p:nvPr/>
        </p:nvGrpSpPr>
        <p:grpSpPr>
          <a:xfrm>
            <a:off x="-63499" y="4787900"/>
            <a:ext cx="7861300" cy="1155700"/>
            <a:chOff x="-63499" y="4787900"/>
            <a:chExt cx="7861300" cy="1155700"/>
          </a:xfrm>
        </p:grpSpPr>
        <p:sp>
          <p:nvSpPr>
            <p:cNvPr id="17" name="object 17" descr=""/>
            <p:cNvSpPr/>
            <p:nvPr/>
          </p:nvSpPr>
          <p:spPr>
            <a:xfrm>
              <a:off x="0" y="4851400"/>
              <a:ext cx="7734300" cy="1028700"/>
            </a:xfrm>
            <a:custGeom>
              <a:avLst/>
              <a:gdLst/>
              <a:ahLst/>
              <a:cxnLst/>
              <a:rect l="l" t="t" r="r" b="b"/>
              <a:pathLst>
                <a:path w="7734300" h="1028700">
                  <a:moveTo>
                    <a:pt x="7538077" y="0"/>
                  </a:moveTo>
                  <a:lnTo>
                    <a:pt x="0" y="0"/>
                  </a:lnTo>
                  <a:lnTo>
                    <a:pt x="0" y="1028700"/>
                  </a:lnTo>
                  <a:lnTo>
                    <a:pt x="7538077" y="1028700"/>
                  </a:lnTo>
                  <a:lnTo>
                    <a:pt x="7583647" y="1023309"/>
                  </a:lnTo>
                  <a:lnTo>
                    <a:pt x="7625174" y="1007985"/>
                  </a:lnTo>
                  <a:lnTo>
                    <a:pt x="7661575" y="984003"/>
                  </a:lnTo>
                  <a:lnTo>
                    <a:pt x="7691770" y="952637"/>
                  </a:lnTo>
                  <a:lnTo>
                    <a:pt x="7714676" y="915161"/>
                  </a:lnTo>
                  <a:lnTo>
                    <a:pt x="7729213" y="872848"/>
                  </a:lnTo>
                  <a:lnTo>
                    <a:pt x="7734300" y="826973"/>
                  </a:lnTo>
                  <a:lnTo>
                    <a:pt x="7734300" y="201730"/>
                  </a:lnTo>
                  <a:lnTo>
                    <a:pt x="7729213" y="155855"/>
                  </a:lnTo>
                  <a:lnTo>
                    <a:pt x="7714676" y="113542"/>
                  </a:lnTo>
                  <a:lnTo>
                    <a:pt x="7691770" y="76065"/>
                  </a:lnTo>
                  <a:lnTo>
                    <a:pt x="7661575" y="44698"/>
                  </a:lnTo>
                  <a:lnTo>
                    <a:pt x="7625174" y="20715"/>
                  </a:lnTo>
                  <a:lnTo>
                    <a:pt x="7583647" y="5391"/>
                  </a:lnTo>
                  <a:lnTo>
                    <a:pt x="7538077" y="0"/>
                  </a:lnTo>
                  <a:close/>
                </a:path>
              </a:pathLst>
            </a:custGeom>
            <a:solidFill>
              <a:srgbClr val="51A7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0" y="4851400"/>
              <a:ext cx="7734300" cy="1028700"/>
            </a:xfrm>
            <a:custGeom>
              <a:avLst/>
              <a:gdLst/>
              <a:ahLst/>
              <a:cxnLst/>
              <a:rect l="l" t="t" r="r" b="b"/>
              <a:pathLst>
                <a:path w="7734300" h="1028700">
                  <a:moveTo>
                    <a:pt x="0" y="0"/>
                  </a:moveTo>
                  <a:lnTo>
                    <a:pt x="7538077" y="0"/>
                  </a:lnTo>
                  <a:lnTo>
                    <a:pt x="7583647" y="5391"/>
                  </a:lnTo>
                  <a:lnTo>
                    <a:pt x="7625173" y="20715"/>
                  </a:lnTo>
                  <a:lnTo>
                    <a:pt x="7661575" y="44698"/>
                  </a:lnTo>
                  <a:lnTo>
                    <a:pt x="7691770" y="76065"/>
                  </a:lnTo>
                  <a:lnTo>
                    <a:pt x="7714677" y="113542"/>
                  </a:lnTo>
                  <a:lnTo>
                    <a:pt x="7729214" y="155856"/>
                  </a:lnTo>
                  <a:lnTo>
                    <a:pt x="7734300" y="201731"/>
                  </a:lnTo>
                  <a:lnTo>
                    <a:pt x="7734300" y="826973"/>
                  </a:lnTo>
                  <a:lnTo>
                    <a:pt x="7729214" y="872848"/>
                  </a:lnTo>
                  <a:lnTo>
                    <a:pt x="7714677" y="915161"/>
                  </a:lnTo>
                  <a:lnTo>
                    <a:pt x="7691770" y="952637"/>
                  </a:lnTo>
                  <a:lnTo>
                    <a:pt x="7661575" y="984003"/>
                  </a:lnTo>
                  <a:lnTo>
                    <a:pt x="7625173" y="1007985"/>
                  </a:lnTo>
                  <a:lnTo>
                    <a:pt x="7583647" y="1023309"/>
                  </a:lnTo>
                  <a:lnTo>
                    <a:pt x="7538077" y="1028699"/>
                  </a:lnTo>
                  <a:lnTo>
                    <a:pt x="0" y="1028699"/>
                  </a:lnTo>
                </a:path>
              </a:pathLst>
            </a:custGeom>
            <a:ln w="1270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56103" y="4973310"/>
              <a:ext cx="851394" cy="851394"/>
            </a:xfrm>
            <a:prstGeom prst="rect">
              <a:avLst/>
            </a:prstGeom>
          </p:spPr>
        </p:pic>
      </p:grpSp>
      <p:sp>
        <p:nvSpPr>
          <p:cNvPr id="20" name="object 20" descr=""/>
          <p:cNvSpPr txBox="1"/>
          <p:nvPr/>
        </p:nvSpPr>
        <p:spPr>
          <a:xfrm>
            <a:off x="1419174" y="4938867"/>
            <a:ext cx="5665470" cy="787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000" spc="-300">
                <a:solidFill>
                  <a:srgbClr val="F1E6D8"/>
                </a:solidFill>
                <a:latin typeface="Arial Narrow"/>
                <a:cs typeface="Arial Narrow"/>
              </a:rPr>
              <a:t>JIRA</a:t>
            </a:r>
            <a:r>
              <a:rPr dirty="0" sz="5000" spc="15">
                <a:solidFill>
                  <a:srgbClr val="F1E6D8"/>
                </a:solidFill>
                <a:latin typeface="Arial Narrow"/>
                <a:cs typeface="Arial Narrow"/>
              </a:rPr>
              <a:t> </a:t>
            </a:r>
            <a:r>
              <a:rPr dirty="0" sz="5000" spc="-155">
                <a:solidFill>
                  <a:srgbClr val="F1E6D8"/>
                </a:solidFill>
                <a:latin typeface="Arial Narrow"/>
                <a:cs typeface="Arial Narrow"/>
              </a:rPr>
              <a:t>Issues</a:t>
            </a:r>
            <a:r>
              <a:rPr dirty="0" sz="5000" spc="-80">
                <a:solidFill>
                  <a:srgbClr val="F1E6D8"/>
                </a:solidFill>
                <a:latin typeface="Arial Narrow"/>
                <a:cs typeface="Arial Narrow"/>
              </a:rPr>
              <a:t> </a:t>
            </a:r>
            <a:r>
              <a:rPr dirty="0" sz="5000">
                <a:solidFill>
                  <a:srgbClr val="F1E6D8"/>
                </a:solidFill>
                <a:latin typeface="Arial Narrow"/>
                <a:cs typeface="Arial Narrow"/>
              </a:rPr>
              <a:t>&amp;</a:t>
            </a:r>
            <a:r>
              <a:rPr dirty="0" sz="5000" spc="-30">
                <a:solidFill>
                  <a:srgbClr val="F1E6D8"/>
                </a:solidFill>
                <a:latin typeface="Arial Narrow"/>
                <a:cs typeface="Arial Narrow"/>
              </a:rPr>
              <a:t> </a:t>
            </a:r>
            <a:r>
              <a:rPr dirty="0" sz="5000" spc="-270">
                <a:solidFill>
                  <a:srgbClr val="F1E6D8"/>
                </a:solidFill>
                <a:latin typeface="Arial Narrow"/>
                <a:cs typeface="Arial Narrow"/>
              </a:rPr>
              <a:t>Dashboards</a:t>
            </a:r>
            <a:endParaRPr sz="5000">
              <a:latin typeface="Arial Narrow"/>
              <a:cs typeface="Arial Narrow"/>
            </a:endParaRPr>
          </a:p>
        </p:txBody>
      </p:sp>
      <p:pic>
        <p:nvPicPr>
          <p:cNvPr id="21" name="object 21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832800" y="1523036"/>
            <a:ext cx="5739570" cy="3126127"/>
          </a:xfrm>
          <a:prstGeom prst="rect">
            <a:avLst/>
          </a:prstGeom>
        </p:spPr>
      </p:pic>
      <p:sp>
        <p:nvSpPr>
          <p:cNvPr id="22" name="object 22" descr=""/>
          <p:cNvSpPr txBox="1"/>
          <p:nvPr/>
        </p:nvSpPr>
        <p:spPr>
          <a:xfrm>
            <a:off x="11132710" y="4273550"/>
            <a:ext cx="1139825" cy="1488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600" spc="-1515">
                <a:solidFill>
                  <a:srgbClr val="F1E6D8"/>
                </a:solidFill>
                <a:latin typeface="Arial Narrow"/>
                <a:cs typeface="Arial Narrow"/>
              </a:rPr>
              <a:t>101</a:t>
            </a:r>
            <a:endParaRPr sz="96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16256000" y="0"/>
                </a:moveTo>
                <a:lnTo>
                  <a:pt x="0" y="0"/>
                </a:lnTo>
                <a:lnTo>
                  <a:pt x="0" y="9144000"/>
                </a:lnTo>
                <a:lnTo>
                  <a:pt x="16256000" y="9144000"/>
                </a:lnTo>
                <a:lnTo>
                  <a:pt x="16256000" y="0"/>
                </a:lnTo>
                <a:close/>
              </a:path>
            </a:pathLst>
          </a:custGeom>
          <a:solidFill>
            <a:srgbClr val="002452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6324357" cy="4414794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772900" y="6527800"/>
            <a:ext cx="4483100" cy="2616200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87300" y="7886089"/>
            <a:ext cx="2076352" cy="1130910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2107208" y="1176121"/>
            <a:ext cx="275590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spc="-360" i="1">
                <a:solidFill>
                  <a:srgbClr val="F1E6D7"/>
                </a:solidFill>
                <a:latin typeface="Arial Narrow"/>
                <a:cs typeface="Arial Narrow"/>
              </a:rPr>
              <a:t>b</a:t>
            </a:r>
            <a:r>
              <a:rPr dirty="0" sz="4800" spc="-360">
                <a:solidFill>
                  <a:srgbClr val="F1E6D7"/>
                </a:solidFill>
                <a:latin typeface="Arial Narrow"/>
                <a:cs typeface="Arial Narrow"/>
              </a:rPr>
              <a:t>e</a:t>
            </a:r>
            <a:r>
              <a:rPr dirty="0" sz="4800" spc="-360" i="1">
                <a:solidFill>
                  <a:srgbClr val="F1E6D7"/>
                </a:solidFill>
                <a:latin typeface="Arial Narrow"/>
                <a:cs typeface="Arial Narrow"/>
              </a:rPr>
              <a:t>tt</a:t>
            </a:r>
            <a:r>
              <a:rPr dirty="0" sz="4800" spc="-360">
                <a:solidFill>
                  <a:srgbClr val="F1E6D7"/>
                </a:solidFill>
                <a:latin typeface="Arial Narrow"/>
                <a:cs typeface="Arial Narrow"/>
              </a:rPr>
              <a:t>e</a:t>
            </a:r>
            <a:r>
              <a:rPr dirty="0" sz="4800" spc="-360" i="1">
                <a:solidFill>
                  <a:srgbClr val="F1E6D7"/>
                </a:solidFill>
                <a:latin typeface="Arial Narrow"/>
                <a:cs typeface="Arial Narrow"/>
              </a:rPr>
              <a:t>r</a:t>
            </a:r>
            <a:r>
              <a:rPr dirty="0" sz="4800" spc="-105" i="1">
                <a:solidFill>
                  <a:srgbClr val="F1E6D7"/>
                </a:solidFill>
                <a:latin typeface="Arial Narrow"/>
                <a:cs typeface="Arial Narrow"/>
              </a:rPr>
              <a:t> </a:t>
            </a:r>
            <a:r>
              <a:rPr dirty="0" sz="4800" spc="-100">
                <a:solidFill>
                  <a:srgbClr val="F1E6D7"/>
                </a:solidFill>
                <a:latin typeface="Arial Narrow"/>
                <a:cs typeface="Arial Narrow"/>
              </a:rPr>
              <a:t>visibility</a:t>
            </a:r>
            <a:endParaRPr sz="4800">
              <a:latin typeface="Arial Narrow"/>
              <a:cs typeface="Arial Narrow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328839" y="7113372"/>
            <a:ext cx="358267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spc="-395">
                <a:solidFill>
                  <a:srgbClr val="F1E6D7"/>
                </a:solidFill>
                <a:latin typeface="Arial Narrow"/>
                <a:cs typeface="Arial Narrow"/>
              </a:rPr>
              <a:t>m</a:t>
            </a:r>
            <a:r>
              <a:rPr dirty="0" sz="4800" spc="-395" i="1">
                <a:solidFill>
                  <a:srgbClr val="F1E6D7"/>
                </a:solidFill>
                <a:latin typeface="Arial Narrow"/>
                <a:cs typeface="Arial Narrow"/>
              </a:rPr>
              <a:t>o</a:t>
            </a:r>
            <a:r>
              <a:rPr dirty="0" sz="4800" spc="-395">
                <a:solidFill>
                  <a:srgbClr val="F1E6D7"/>
                </a:solidFill>
                <a:latin typeface="Arial Narrow"/>
                <a:cs typeface="Arial Narrow"/>
              </a:rPr>
              <a:t>re</a:t>
            </a:r>
            <a:r>
              <a:rPr dirty="0" sz="4800" spc="-100">
                <a:solidFill>
                  <a:srgbClr val="F1E6D7"/>
                </a:solidFill>
                <a:latin typeface="Arial Narrow"/>
                <a:cs typeface="Arial Narrow"/>
              </a:rPr>
              <a:t> </a:t>
            </a:r>
            <a:r>
              <a:rPr dirty="0" sz="4800" spc="-165">
                <a:solidFill>
                  <a:srgbClr val="F1E6D7"/>
                </a:solidFill>
                <a:latin typeface="Arial Narrow"/>
                <a:cs typeface="Arial Narrow"/>
              </a:rPr>
              <a:t>p</a:t>
            </a:r>
            <a:r>
              <a:rPr dirty="0" sz="4800" spc="-165" i="1">
                <a:solidFill>
                  <a:srgbClr val="F1E6D7"/>
                </a:solidFill>
                <a:latin typeface="Arial Narrow"/>
                <a:cs typeface="Arial Narrow"/>
              </a:rPr>
              <a:t>r</a:t>
            </a:r>
            <a:r>
              <a:rPr dirty="0" sz="4800" spc="-165">
                <a:solidFill>
                  <a:srgbClr val="F1E6D7"/>
                </a:solidFill>
                <a:latin typeface="Arial Narrow"/>
                <a:cs typeface="Arial Narrow"/>
              </a:rPr>
              <a:t>edictability</a:t>
            </a:r>
            <a:endParaRPr sz="4800">
              <a:latin typeface="Arial Narrow"/>
              <a:cs typeface="Arial Narrow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264131" y="2662021"/>
            <a:ext cx="3599179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spc="-360" i="1">
                <a:solidFill>
                  <a:srgbClr val="F1E6D7"/>
                </a:solidFill>
                <a:latin typeface="Arial Narrow"/>
                <a:cs typeface="Arial Narrow"/>
              </a:rPr>
              <a:t>b</a:t>
            </a:r>
            <a:r>
              <a:rPr dirty="0" sz="4800" spc="-360">
                <a:solidFill>
                  <a:srgbClr val="F1E6D7"/>
                </a:solidFill>
                <a:latin typeface="Arial Narrow"/>
                <a:cs typeface="Arial Narrow"/>
              </a:rPr>
              <a:t>e</a:t>
            </a:r>
            <a:r>
              <a:rPr dirty="0" sz="4800" spc="-360" i="1">
                <a:solidFill>
                  <a:srgbClr val="F1E6D7"/>
                </a:solidFill>
                <a:latin typeface="Arial Narrow"/>
                <a:cs typeface="Arial Narrow"/>
              </a:rPr>
              <a:t>tt</a:t>
            </a:r>
            <a:r>
              <a:rPr dirty="0" sz="4800" spc="-360">
                <a:solidFill>
                  <a:srgbClr val="F1E6D7"/>
                </a:solidFill>
                <a:latin typeface="Arial Narrow"/>
                <a:cs typeface="Arial Narrow"/>
              </a:rPr>
              <a:t>e</a:t>
            </a:r>
            <a:r>
              <a:rPr dirty="0" sz="4800" spc="-360" i="1">
                <a:solidFill>
                  <a:srgbClr val="F1E6D7"/>
                </a:solidFill>
                <a:latin typeface="Arial Narrow"/>
                <a:cs typeface="Arial Narrow"/>
              </a:rPr>
              <a:t>r</a:t>
            </a:r>
            <a:r>
              <a:rPr dirty="0" sz="4800" spc="-105" i="1">
                <a:solidFill>
                  <a:srgbClr val="F1E6D7"/>
                </a:solidFill>
                <a:latin typeface="Arial Narrow"/>
                <a:cs typeface="Arial Narrow"/>
              </a:rPr>
              <a:t> </a:t>
            </a:r>
            <a:r>
              <a:rPr dirty="0" sz="4800" spc="-140">
                <a:solidFill>
                  <a:srgbClr val="F1E6D7"/>
                </a:solidFill>
                <a:latin typeface="Arial Narrow"/>
                <a:cs typeface="Arial Narrow"/>
              </a:rPr>
              <a:t>p</a:t>
            </a:r>
            <a:r>
              <a:rPr dirty="0" sz="4800" spc="-140" i="1">
                <a:solidFill>
                  <a:srgbClr val="F1E6D7"/>
                </a:solidFill>
                <a:latin typeface="Arial Narrow"/>
                <a:cs typeface="Arial Narrow"/>
              </a:rPr>
              <a:t>r</a:t>
            </a:r>
            <a:r>
              <a:rPr dirty="0" sz="4800" spc="-140">
                <a:solidFill>
                  <a:srgbClr val="F1E6D7"/>
                </a:solidFill>
                <a:latin typeface="Arial Narrow"/>
                <a:cs typeface="Arial Narrow"/>
              </a:rPr>
              <a:t>i</a:t>
            </a:r>
            <a:r>
              <a:rPr dirty="0" sz="4800" spc="-140" i="1">
                <a:solidFill>
                  <a:srgbClr val="F1E6D7"/>
                </a:solidFill>
                <a:latin typeface="Arial Narrow"/>
                <a:cs typeface="Arial Narrow"/>
              </a:rPr>
              <a:t>o</a:t>
            </a:r>
            <a:r>
              <a:rPr dirty="0" sz="4800" spc="-140">
                <a:solidFill>
                  <a:srgbClr val="F1E6D7"/>
                </a:solidFill>
                <a:latin typeface="Arial Narrow"/>
                <a:cs typeface="Arial Narrow"/>
              </a:rPr>
              <a:t>ritization</a:t>
            </a:r>
            <a:endParaRPr sz="4800">
              <a:latin typeface="Arial Narrow"/>
              <a:cs typeface="Arial Narrow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138213" y="5627471"/>
            <a:ext cx="3716654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spc="-355">
                <a:solidFill>
                  <a:srgbClr val="F1E6D7"/>
                </a:solidFill>
                <a:latin typeface="Arial Narrow"/>
                <a:cs typeface="Arial Narrow"/>
              </a:rPr>
              <a:t>imp</a:t>
            </a:r>
            <a:r>
              <a:rPr dirty="0" sz="4800" spc="-355" i="1">
                <a:solidFill>
                  <a:srgbClr val="F1E6D7"/>
                </a:solidFill>
                <a:latin typeface="Arial Narrow"/>
                <a:cs typeface="Arial Narrow"/>
              </a:rPr>
              <a:t>r</a:t>
            </a:r>
            <a:r>
              <a:rPr dirty="0" sz="4800" spc="-355">
                <a:solidFill>
                  <a:srgbClr val="F1E6D7"/>
                </a:solidFill>
                <a:latin typeface="Arial Narrow"/>
                <a:cs typeface="Arial Narrow"/>
              </a:rPr>
              <a:t>o</a:t>
            </a:r>
            <a:r>
              <a:rPr dirty="0" sz="4800" spc="-355" i="1">
                <a:solidFill>
                  <a:srgbClr val="F1E6D7"/>
                </a:solidFill>
                <a:latin typeface="Arial Narrow"/>
                <a:cs typeface="Arial Narrow"/>
              </a:rPr>
              <a:t>v</a:t>
            </a:r>
            <a:r>
              <a:rPr dirty="0" sz="4800" spc="-355">
                <a:solidFill>
                  <a:srgbClr val="F1E6D7"/>
                </a:solidFill>
                <a:latin typeface="Arial Narrow"/>
                <a:cs typeface="Arial Narrow"/>
              </a:rPr>
              <a:t>ed</a:t>
            </a:r>
            <a:r>
              <a:rPr dirty="0" sz="4800" spc="-105">
                <a:solidFill>
                  <a:srgbClr val="F1E6D7"/>
                </a:solidFill>
                <a:latin typeface="Arial Narrow"/>
                <a:cs typeface="Arial Narrow"/>
              </a:rPr>
              <a:t> </a:t>
            </a:r>
            <a:r>
              <a:rPr dirty="0" sz="4800" spc="-325">
                <a:solidFill>
                  <a:srgbClr val="F1E6D7"/>
                </a:solidFill>
                <a:latin typeface="Arial Narrow"/>
                <a:cs typeface="Arial Narrow"/>
              </a:rPr>
              <a:t>teamw</a:t>
            </a:r>
            <a:r>
              <a:rPr dirty="0" sz="4800" spc="-325" i="1">
                <a:solidFill>
                  <a:srgbClr val="F1E6D7"/>
                </a:solidFill>
                <a:latin typeface="Arial Narrow"/>
                <a:cs typeface="Arial Narrow"/>
              </a:rPr>
              <a:t>o</a:t>
            </a:r>
            <a:r>
              <a:rPr dirty="0" sz="4800" spc="-325">
                <a:solidFill>
                  <a:srgbClr val="F1E6D7"/>
                </a:solidFill>
                <a:latin typeface="Arial Narrow"/>
                <a:cs typeface="Arial Narrow"/>
              </a:rPr>
              <a:t>rk</a:t>
            </a:r>
            <a:endParaRPr sz="4800">
              <a:latin typeface="Arial Narrow"/>
              <a:cs typeface="Arial Narrow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516355" y="4147921"/>
            <a:ext cx="4352925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spc="-405">
                <a:solidFill>
                  <a:srgbClr val="F1E6D7"/>
                </a:solidFill>
                <a:latin typeface="Arial Narrow"/>
                <a:cs typeface="Arial Narrow"/>
              </a:rPr>
              <a:t>le</a:t>
            </a:r>
            <a:r>
              <a:rPr dirty="0" sz="4800" spc="-405" i="1">
                <a:solidFill>
                  <a:srgbClr val="F1E6D7"/>
                </a:solidFill>
                <a:latin typeface="Arial Narrow"/>
                <a:cs typeface="Arial Narrow"/>
              </a:rPr>
              <a:t>ss</a:t>
            </a:r>
            <a:r>
              <a:rPr dirty="0" sz="4800" spc="-90" i="1">
                <a:solidFill>
                  <a:srgbClr val="F1E6D7"/>
                </a:solidFill>
                <a:latin typeface="Arial Narrow"/>
                <a:cs typeface="Arial Narrow"/>
              </a:rPr>
              <a:t> </a:t>
            </a:r>
            <a:r>
              <a:rPr dirty="0" sz="4800" spc="-345">
                <a:solidFill>
                  <a:srgbClr val="F1E6D7"/>
                </a:solidFill>
                <a:latin typeface="Arial Narrow"/>
                <a:cs typeface="Arial Narrow"/>
              </a:rPr>
              <a:t>d</a:t>
            </a:r>
            <a:r>
              <a:rPr dirty="0" sz="4800" spc="-345" i="1">
                <a:solidFill>
                  <a:srgbClr val="F1E6D7"/>
                </a:solidFill>
                <a:latin typeface="Arial Narrow"/>
                <a:cs typeface="Arial Narrow"/>
              </a:rPr>
              <a:t>o</a:t>
            </a:r>
            <a:r>
              <a:rPr dirty="0" sz="4800" spc="-345">
                <a:solidFill>
                  <a:srgbClr val="F1E6D7"/>
                </a:solidFill>
                <a:latin typeface="Arial Narrow"/>
                <a:cs typeface="Arial Narrow"/>
              </a:rPr>
              <a:t>wntime</a:t>
            </a:r>
            <a:r>
              <a:rPr dirty="0" sz="4800" spc="-85">
                <a:solidFill>
                  <a:srgbClr val="F1E6D7"/>
                </a:solidFill>
                <a:latin typeface="Arial Narrow"/>
                <a:cs typeface="Arial Narrow"/>
              </a:rPr>
              <a:t> </a:t>
            </a:r>
            <a:r>
              <a:rPr dirty="0" sz="4800" spc="-425" i="1">
                <a:solidFill>
                  <a:srgbClr val="F1E6D7"/>
                </a:solidFill>
                <a:latin typeface="Arial Narrow"/>
                <a:cs typeface="Arial Narrow"/>
              </a:rPr>
              <a:t>b</a:t>
            </a:r>
            <a:r>
              <a:rPr dirty="0" sz="4800" spc="-425">
                <a:solidFill>
                  <a:srgbClr val="F1E6D7"/>
                </a:solidFill>
                <a:latin typeface="Arial Narrow"/>
                <a:cs typeface="Arial Narrow"/>
              </a:rPr>
              <a:t>t</a:t>
            </a:r>
            <a:r>
              <a:rPr dirty="0" sz="4800" spc="-425" i="1">
                <a:solidFill>
                  <a:srgbClr val="F1E6D7"/>
                </a:solidFill>
                <a:latin typeface="Arial Narrow"/>
                <a:cs typeface="Arial Narrow"/>
              </a:rPr>
              <a:t>w</a:t>
            </a:r>
            <a:r>
              <a:rPr dirty="0" sz="4800" spc="-85" i="1">
                <a:solidFill>
                  <a:srgbClr val="F1E6D7"/>
                </a:solidFill>
                <a:latin typeface="Arial Narrow"/>
                <a:cs typeface="Arial Narrow"/>
              </a:rPr>
              <a:t> </a:t>
            </a:r>
            <a:r>
              <a:rPr dirty="0" sz="4800" spc="-550">
                <a:solidFill>
                  <a:srgbClr val="F1E6D7"/>
                </a:solidFill>
                <a:latin typeface="Arial Narrow"/>
                <a:cs typeface="Arial Narrow"/>
              </a:rPr>
              <a:t>ta</a:t>
            </a:r>
            <a:r>
              <a:rPr dirty="0" sz="4800" spc="-550" i="1">
                <a:solidFill>
                  <a:srgbClr val="F1E6D7"/>
                </a:solidFill>
                <a:latin typeface="Arial Narrow"/>
                <a:cs typeface="Arial Narrow"/>
              </a:rPr>
              <a:t>s</a:t>
            </a:r>
            <a:r>
              <a:rPr dirty="0" sz="4800" spc="-550">
                <a:solidFill>
                  <a:srgbClr val="F1E6D7"/>
                </a:solidFill>
                <a:latin typeface="Arial Narrow"/>
                <a:cs typeface="Arial Narrow"/>
              </a:rPr>
              <a:t>k</a:t>
            </a:r>
            <a:r>
              <a:rPr dirty="0" sz="4800" spc="-550" i="1">
                <a:solidFill>
                  <a:srgbClr val="F1E6D7"/>
                </a:solidFill>
                <a:latin typeface="Arial Narrow"/>
                <a:cs typeface="Arial Narrow"/>
              </a:rPr>
              <a:t>s</a:t>
            </a:r>
            <a:endParaRPr sz="4800">
              <a:latin typeface="Arial Narrow"/>
              <a:cs typeface="Arial Narrow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8252632" y="2322104"/>
            <a:ext cx="6101080" cy="44145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800" spc="-1005">
                <a:solidFill>
                  <a:srgbClr val="F1E6D7"/>
                </a:solidFill>
              </a:rPr>
              <a:t>Agile</a:t>
            </a:r>
            <a:endParaRPr sz="28800"/>
          </a:p>
        </p:txBody>
      </p:sp>
      <p:sp>
        <p:nvSpPr>
          <p:cNvPr id="12" name="object 12" descr=""/>
          <p:cNvSpPr txBox="1"/>
          <p:nvPr/>
        </p:nvSpPr>
        <p:spPr>
          <a:xfrm>
            <a:off x="6816370" y="2715273"/>
            <a:ext cx="1191260" cy="1000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400" spc="-480">
                <a:solidFill>
                  <a:srgbClr val="F56962"/>
                </a:solidFill>
                <a:latin typeface="Arial Narrow"/>
                <a:cs typeface="Arial Narrow"/>
              </a:rPr>
              <a:t>Why</a:t>
            </a:r>
            <a:endParaRPr sz="64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58994" y="3797300"/>
            <a:ext cx="5920105" cy="14274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200" spc="-509" b="1">
                <a:latin typeface="Arial Narrow"/>
                <a:cs typeface="Arial Narrow"/>
              </a:rPr>
              <a:t>Creating</a:t>
            </a:r>
            <a:r>
              <a:rPr dirty="0" sz="9200" spc="229" b="1">
                <a:latin typeface="Arial Narrow"/>
                <a:cs typeface="Arial Narrow"/>
              </a:rPr>
              <a:t> </a:t>
            </a:r>
            <a:r>
              <a:rPr dirty="0" sz="9200" spc="-409" b="1">
                <a:latin typeface="Arial Narrow"/>
                <a:cs typeface="Arial Narrow"/>
              </a:rPr>
              <a:t>tasks</a:t>
            </a:r>
            <a:endParaRPr sz="92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206500" y="2721330"/>
            <a:ext cx="7530465" cy="2425700"/>
          </a:xfrm>
          <a:prstGeom prst="rect">
            <a:avLst/>
          </a:prstGeom>
        </p:spPr>
        <p:txBody>
          <a:bodyPr wrap="square" lIns="0" tIns="172720" rIns="0" bIns="0" rtlCol="0" vert="horz">
            <a:spAutoFit/>
          </a:bodyPr>
          <a:lstStyle/>
          <a:p>
            <a:pPr marL="392430" indent="-379730">
              <a:lnSpc>
                <a:spcPct val="100000"/>
              </a:lnSpc>
              <a:spcBef>
                <a:spcPts val="1360"/>
              </a:spcBef>
              <a:buChar char="•"/>
              <a:tabLst>
                <a:tab pos="392430" algn="l"/>
              </a:tabLst>
            </a:pPr>
            <a:r>
              <a:rPr dirty="0" sz="4200" spc="90">
                <a:solidFill>
                  <a:srgbClr val="004479"/>
                </a:solidFill>
                <a:latin typeface="Century"/>
                <a:cs typeface="Century"/>
              </a:rPr>
              <a:t>Doing</a:t>
            </a:r>
            <a:r>
              <a:rPr dirty="0" sz="4200" spc="105">
                <a:solidFill>
                  <a:srgbClr val="004479"/>
                </a:solidFill>
                <a:latin typeface="Century"/>
                <a:cs typeface="Century"/>
              </a:rPr>
              <a:t> </a:t>
            </a:r>
            <a:r>
              <a:rPr dirty="0" sz="4200">
                <a:solidFill>
                  <a:srgbClr val="004479"/>
                </a:solidFill>
                <a:latin typeface="Century"/>
                <a:cs typeface="Century"/>
              </a:rPr>
              <a:t>a</a:t>
            </a:r>
            <a:r>
              <a:rPr dirty="0" sz="4200" spc="105">
                <a:solidFill>
                  <a:srgbClr val="004479"/>
                </a:solidFill>
                <a:latin typeface="Century"/>
                <a:cs typeface="Century"/>
              </a:rPr>
              <a:t> </a:t>
            </a:r>
            <a:r>
              <a:rPr dirty="0" sz="4200" spc="185">
                <a:solidFill>
                  <a:srgbClr val="004479"/>
                </a:solidFill>
                <a:latin typeface="Century"/>
                <a:cs typeface="Century"/>
              </a:rPr>
              <a:t>case</a:t>
            </a:r>
            <a:r>
              <a:rPr dirty="0" sz="4200" spc="110">
                <a:solidFill>
                  <a:srgbClr val="004479"/>
                </a:solidFill>
                <a:latin typeface="Century"/>
                <a:cs typeface="Century"/>
              </a:rPr>
              <a:t> </a:t>
            </a:r>
            <a:r>
              <a:rPr dirty="0" sz="4200" spc="165">
                <a:solidFill>
                  <a:srgbClr val="004479"/>
                </a:solidFill>
                <a:latin typeface="Century"/>
                <a:cs typeface="Century"/>
              </a:rPr>
              <a:t>study</a:t>
            </a:r>
            <a:r>
              <a:rPr dirty="0" sz="4200" spc="105">
                <a:solidFill>
                  <a:srgbClr val="004479"/>
                </a:solidFill>
                <a:latin typeface="Century"/>
                <a:cs typeface="Century"/>
              </a:rPr>
              <a:t> </a:t>
            </a:r>
            <a:r>
              <a:rPr dirty="0" sz="4200" spc="735">
                <a:solidFill>
                  <a:srgbClr val="004479"/>
                </a:solidFill>
                <a:latin typeface="Century"/>
                <a:cs typeface="Century"/>
              </a:rPr>
              <a:t>???</a:t>
            </a:r>
            <a:endParaRPr sz="4200">
              <a:latin typeface="Century"/>
              <a:cs typeface="Century"/>
            </a:endParaRPr>
          </a:p>
          <a:p>
            <a:pPr marL="392430" indent="-379730">
              <a:lnSpc>
                <a:spcPct val="100000"/>
              </a:lnSpc>
              <a:spcBef>
                <a:spcPts val="1260"/>
              </a:spcBef>
              <a:buChar char="•"/>
              <a:tabLst>
                <a:tab pos="392430" algn="l"/>
              </a:tabLst>
            </a:pPr>
            <a:r>
              <a:rPr dirty="0" sz="4200" spc="110">
                <a:solidFill>
                  <a:srgbClr val="004479"/>
                </a:solidFill>
                <a:latin typeface="Century"/>
                <a:cs typeface="Century"/>
              </a:rPr>
              <a:t>Making</a:t>
            </a:r>
            <a:r>
              <a:rPr dirty="0" sz="4200" spc="105">
                <a:solidFill>
                  <a:srgbClr val="004479"/>
                </a:solidFill>
                <a:latin typeface="Century"/>
                <a:cs typeface="Century"/>
              </a:rPr>
              <a:t> </a:t>
            </a:r>
            <a:r>
              <a:rPr dirty="0" sz="4200">
                <a:solidFill>
                  <a:srgbClr val="004479"/>
                </a:solidFill>
                <a:latin typeface="Century"/>
                <a:cs typeface="Century"/>
              </a:rPr>
              <a:t>a</a:t>
            </a:r>
            <a:r>
              <a:rPr dirty="0" sz="4200" spc="110">
                <a:solidFill>
                  <a:srgbClr val="004479"/>
                </a:solidFill>
                <a:latin typeface="Century"/>
                <a:cs typeface="Century"/>
              </a:rPr>
              <a:t> </a:t>
            </a:r>
            <a:r>
              <a:rPr dirty="0" sz="4200" spc="90">
                <a:solidFill>
                  <a:srgbClr val="004479"/>
                </a:solidFill>
                <a:latin typeface="Century"/>
                <a:cs typeface="Century"/>
              </a:rPr>
              <a:t>promo</a:t>
            </a:r>
            <a:r>
              <a:rPr dirty="0" sz="4200" spc="105">
                <a:solidFill>
                  <a:srgbClr val="004479"/>
                </a:solidFill>
                <a:latin typeface="Century"/>
                <a:cs typeface="Century"/>
              </a:rPr>
              <a:t> </a:t>
            </a:r>
            <a:r>
              <a:rPr dirty="0" sz="4200" spc="204">
                <a:solidFill>
                  <a:srgbClr val="004479"/>
                </a:solidFill>
                <a:latin typeface="Century"/>
                <a:cs typeface="Century"/>
              </a:rPr>
              <a:t>video</a:t>
            </a:r>
            <a:r>
              <a:rPr dirty="0" sz="4200" spc="110">
                <a:solidFill>
                  <a:srgbClr val="004479"/>
                </a:solidFill>
                <a:latin typeface="Century"/>
                <a:cs typeface="Century"/>
              </a:rPr>
              <a:t> </a:t>
            </a:r>
            <a:r>
              <a:rPr dirty="0" sz="4200" spc="735">
                <a:solidFill>
                  <a:srgbClr val="004479"/>
                </a:solidFill>
                <a:latin typeface="Century"/>
                <a:cs typeface="Century"/>
              </a:rPr>
              <a:t>???</a:t>
            </a:r>
            <a:endParaRPr sz="4200">
              <a:latin typeface="Century"/>
              <a:cs typeface="Century"/>
            </a:endParaRPr>
          </a:p>
          <a:p>
            <a:pPr marL="392430" indent="-379730">
              <a:lnSpc>
                <a:spcPct val="100000"/>
              </a:lnSpc>
              <a:spcBef>
                <a:spcPts val="1260"/>
              </a:spcBef>
              <a:buChar char="•"/>
              <a:tabLst>
                <a:tab pos="392430" algn="l"/>
              </a:tabLst>
            </a:pPr>
            <a:r>
              <a:rPr dirty="0" sz="4200" spc="90">
                <a:solidFill>
                  <a:srgbClr val="004479"/>
                </a:solidFill>
                <a:latin typeface="Century"/>
                <a:cs typeface="Century"/>
              </a:rPr>
              <a:t>Doing</a:t>
            </a:r>
            <a:r>
              <a:rPr dirty="0" sz="4200" spc="100">
                <a:solidFill>
                  <a:srgbClr val="004479"/>
                </a:solidFill>
                <a:latin typeface="Century"/>
                <a:cs typeface="Century"/>
              </a:rPr>
              <a:t> </a:t>
            </a:r>
            <a:r>
              <a:rPr dirty="0" sz="4200" spc="70">
                <a:solidFill>
                  <a:srgbClr val="004479"/>
                </a:solidFill>
                <a:latin typeface="Century"/>
                <a:cs typeface="Century"/>
              </a:rPr>
              <a:t>market</a:t>
            </a:r>
            <a:r>
              <a:rPr dirty="0" sz="4200" spc="105">
                <a:solidFill>
                  <a:srgbClr val="004479"/>
                </a:solidFill>
                <a:latin typeface="Century"/>
                <a:cs typeface="Century"/>
              </a:rPr>
              <a:t> </a:t>
            </a:r>
            <a:r>
              <a:rPr dirty="0" sz="4200" spc="120">
                <a:solidFill>
                  <a:srgbClr val="004479"/>
                </a:solidFill>
                <a:latin typeface="Century"/>
                <a:cs typeface="Century"/>
              </a:rPr>
              <a:t>research</a:t>
            </a:r>
            <a:r>
              <a:rPr dirty="0" sz="4200" spc="100">
                <a:solidFill>
                  <a:srgbClr val="004479"/>
                </a:solidFill>
                <a:latin typeface="Century"/>
                <a:cs typeface="Century"/>
              </a:rPr>
              <a:t> </a:t>
            </a:r>
            <a:r>
              <a:rPr dirty="0" sz="4200" spc="735">
                <a:solidFill>
                  <a:srgbClr val="004479"/>
                </a:solidFill>
                <a:latin typeface="Century"/>
                <a:cs typeface="Century"/>
              </a:rPr>
              <a:t>???</a:t>
            </a:r>
            <a:endParaRPr sz="4200">
              <a:latin typeface="Century"/>
              <a:cs typeface="Century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0" spc="215">
                <a:solidFill>
                  <a:srgbClr val="003366"/>
                </a:solidFill>
                <a:latin typeface="Century"/>
                <a:cs typeface="Century"/>
              </a:rPr>
              <a:t>Challenge</a:t>
            </a:r>
            <a:r>
              <a:rPr dirty="0" sz="7000" spc="160">
                <a:solidFill>
                  <a:srgbClr val="003366"/>
                </a:solidFill>
                <a:latin typeface="Century"/>
                <a:cs typeface="Century"/>
              </a:rPr>
              <a:t> </a:t>
            </a:r>
            <a:r>
              <a:rPr dirty="0" sz="7000" spc="-530">
                <a:solidFill>
                  <a:srgbClr val="003366"/>
                </a:solidFill>
                <a:latin typeface="Century"/>
                <a:cs typeface="Century"/>
              </a:rPr>
              <a:t>1:</a:t>
            </a:r>
            <a:r>
              <a:rPr dirty="0" sz="7000" spc="165">
                <a:solidFill>
                  <a:srgbClr val="003366"/>
                </a:solidFill>
                <a:latin typeface="Century"/>
                <a:cs typeface="Century"/>
              </a:rPr>
              <a:t> </a:t>
            </a:r>
            <a:r>
              <a:rPr dirty="0" sz="7000" spc="140">
                <a:solidFill>
                  <a:srgbClr val="003366"/>
                </a:solidFill>
                <a:latin typeface="Century"/>
                <a:cs typeface="Century"/>
              </a:rPr>
              <a:t>What’s</a:t>
            </a:r>
            <a:r>
              <a:rPr dirty="0" sz="7000" spc="165">
                <a:solidFill>
                  <a:srgbClr val="003366"/>
                </a:solidFill>
                <a:latin typeface="Century"/>
                <a:cs typeface="Century"/>
              </a:rPr>
              <a:t> </a:t>
            </a:r>
            <a:r>
              <a:rPr dirty="0" sz="7000" spc="75">
                <a:solidFill>
                  <a:srgbClr val="003366"/>
                </a:solidFill>
                <a:latin typeface="Century"/>
                <a:cs typeface="Century"/>
              </a:rPr>
              <a:t>a</a:t>
            </a:r>
            <a:r>
              <a:rPr dirty="0" sz="7000" spc="165">
                <a:solidFill>
                  <a:srgbClr val="003366"/>
                </a:solidFill>
                <a:latin typeface="Century"/>
                <a:cs typeface="Century"/>
              </a:rPr>
              <a:t> </a:t>
            </a:r>
            <a:r>
              <a:rPr dirty="0" sz="7000" spc="330">
                <a:solidFill>
                  <a:srgbClr val="003366"/>
                </a:solidFill>
                <a:latin typeface="Century"/>
                <a:cs typeface="Century"/>
              </a:rPr>
              <a:t>Task?</a:t>
            </a:r>
            <a:endParaRPr sz="7000">
              <a:latin typeface="Century"/>
              <a:cs typeface="Century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0" spc="215">
                <a:solidFill>
                  <a:srgbClr val="003366"/>
                </a:solidFill>
                <a:latin typeface="Century"/>
                <a:cs typeface="Century"/>
              </a:rPr>
              <a:t>Challenge</a:t>
            </a:r>
            <a:r>
              <a:rPr dirty="0" sz="7000" spc="160">
                <a:solidFill>
                  <a:srgbClr val="003366"/>
                </a:solidFill>
                <a:latin typeface="Century"/>
                <a:cs typeface="Century"/>
              </a:rPr>
              <a:t> </a:t>
            </a:r>
            <a:r>
              <a:rPr dirty="0" sz="7000" spc="-530">
                <a:solidFill>
                  <a:srgbClr val="003366"/>
                </a:solidFill>
                <a:latin typeface="Century"/>
                <a:cs typeface="Century"/>
              </a:rPr>
              <a:t>1:</a:t>
            </a:r>
            <a:r>
              <a:rPr dirty="0" sz="7000" spc="165">
                <a:solidFill>
                  <a:srgbClr val="003366"/>
                </a:solidFill>
                <a:latin typeface="Century"/>
                <a:cs typeface="Century"/>
              </a:rPr>
              <a:t> </a:t>
            </a:r>
            <a:r>
              <a:rPr dirty="0" sz="7000" spc="140">
                <a:solidFill>
                  <a:srgbClr val="003366"/>
                </a:solidFill>
                <a:latin typeface="Century"/>
                <a:cs typeface="Century"/>
              </a:rPr>
              <a:t>What’s</a:t>
            </a:r>
            <a:r>
              <a:rPr dirty="0" sz="7000" spc="165">
                <a:solidFill>
                  <a:srgbClr val="003366"/>
                </a:solidFill>
                <a:latin typeface="Century"/>
                <a:cs typeface="Century"/>
              </a:rPr>
              <a:t> </a:t>
            </a:r>
            <a:r>
              <a:rPr dirty="0" sz="7000" spc="75">
                <a:solidFill>
                  <a:srgbClr val="003366"/>
                </a:solidFill>
                <a:latin typeface="Century"/>
                <a:cs typeface="Century"/>
              </a:rPr>
              <a:t>a</a:t>
            </a:r>
            <a:r>
              <a:rPr dirty="0" sz="7000" spc="165">
                <a:solidFill>
                  <a:srgbClr val="003366"/>
                </a:solidFill>
                <a:latin typeface="Century"/>
                <a:cs typeface="Century"/>
              </a:rPr>
              <a:t> </a:t>
            </a:r>
            <a:r>
              <a:rPr dirty="0" sz="7000" spc="330">
                <a:solidFill>
                  <a:srgbClr val="003366"/>
                </a:solidFill>
                <a:latin typeface="Century"/>
                <a:cs typeface="Century"/>
              </a:rPr>
              <a:t>Task?</a:t>
            </a:r>
            <a:endParaRPr sz="7000">
              <a:latin typeface="Century"/>
              <a:cs typeface="Century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409700" y="3567150"/>
            <a:ext cx="12859385" cy="290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200">
                <a:solidFill>
                  <a:srgbClr val="004479"/>
                </a:solidFill>
                <a:latin typeface="Century"/>
                <a:cs typeface="Century"/>
              </a:rPr>
              <a:t>More</a:t>
            </a:r>
            <a:r>
              <a:rPr dirty="0" sz="4200" spc="65">
                <a:solidFill>
                  <a:srgbClr val="004479"/>
                </a:solidFill>
                <a:latin typeface="Century"/>
                <a:cs typeface="Century"/>
              </a:rPr>
              <a:t> </a:t>
            </a:r>
            <a:r>
              <a:rPr dirty="0" sz="4200" spc="155">
                <a:solidFill>
                  <a:srgbClr val="004479"/>
                </a:solidFill>
                <a:latin typeface="Century"/>
                <a:cs typeface="Century"/>
              </a:rPr>
              <a:t>than</a:t>
            </a:r>
            <a:r>
              <a:rPr dirty="0" sz="4200" spc="70">
                <a:solidFill>
                  <a:srgbClr val="004479"/>
                </a:solidFill>
                <a:latin typeface="Century"/>
                <a:cs typeface="Century"/>
              </a:rPr>
              <a:t> </a:t>
            </a:r>
            <a:r>
              <a:rPr dirty="0" sz="4200" spc="210">
                <a:solidFill>
                  <a:srgbClr val="004479"/>
                </a:solidFill>
                <a:latin typeface="Century"/>
                <a:cs typeface="Century"/>
              </a:rPr>
              <a:t>30</a:t>
            </a:r>
            <a:r>
              <a:rPr dirty="0" sz="4200" spc="70">
                <a:solidFill>
                  <a:srgbClr val="004479"/>
                </a:solidFill>
                <a:latin typeface="Century"/>
                <a:cs typeface="Century"/>
              </a:rPr>
              <a:t> </a:t>
            </a:r>
            <a:r>
              <a:rPr dirty="0" sz="4200" spc="135">
                <a:solidFill>
                  <a:srgbClr val="004479"/>
                </a:solidFill>
                <a:latin typeface="Century"/>
                <a:cs typeface="Century"/>
              </a:rPr>
              <a:t>minutes</a:t>
            </a:r>
            <a:endParaRPr sz="4200">
              <a:latin typeface="Century"/>
              <a:cs typeface="Century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4200">
              <a:latin typeface="Century"/>
              <a:cs typeface="Century"/>
            </a:endParaRPr>
          </a:p>
          <a:p>
            <a:pPr algn="ctr" marR="76835">
              <a:lnSpc>
                <a:spcPct val="100000"/>
              </a:lnSpc>
            </a:pPr>
            <a:r>
              <a:rPr dirty="0" sz="3800" spc="-25">
                <a:solidFill>
                  <a:srgbClr val="004479"/>
                </a:solidFill>
                <a:latin typeface="Century"/>
                <a:cs typeface="Century"/>
              </a:rPr>
              <a:t>but</a:t>
            </a:r>
            <a:endParaRPr sz="3800">
              <a:latin typeface="Century"/>
              <a:cs typeface="Century"/>
            </a:endParaRPr>
          </a:p>
          <a:p>
            <a:pPr marL="8422640">
              <a:lnSpc>
                <a:spcPct val="100000"/>
              </a:lnSpc>
              <a:spcBef>
                <a:spcPts val="2945"/>
              </a:spcBef>
            </a:pPr>
            <a:r>
              <a:rPr dirty="0" sz="4200" spc="110">
                <a:solidFill>
                  <a:srgbClr val="004479"/>
                </a:solidFill>
                <a:latin typeface="Century"/>
                <a:cs typeface="Century"/>
              </a:rPr>
              <a:t>Less</a:t>
            </a:r>
            <a:r>
              <a:rPr dirty="0" sz="4200" spc="95">
                <a:solidFill>
                  <a:srgbClr val="004479"/>
                </a:solidFill>
                <a:latin typeface="Century"/>
                <a:cs typeface="Century"/>
              </a:rPr>
              <a:t> </a:t>
            </a:r>
            <a:r>
              <a:rPr dirty="0" sz="4200" spc="155">
                <a:solidFill>
                  <a:srgbClr val="004479"/>
                </a:solidFill>
                <a:latin typeface="Century"/>
                <a:cs typeface="Century"/>
              </a:rPr>
              <a:t>than</a:t>
            </a:r>
            <a:r>
              <a:rPr dirty="0" sz="4200" spc="95">
                <a:solidFill>
                  <a:srgbClr val="004479"/>
                </a:solidFill>
                <a:latin typeface="Century"/>
                <a:cs typeface="Century"/>
              </a:rPr>
              <a:t> </a:t>
            </a:r>
            <a:r>
              <a:rPr dirty="0" sz="4200" spc="185">
                <a:solidFill>
                  <a:srgbClr val="004479"/>
                </a:solidFill>
                <a:latin typeface="Century"/>
                <a:cs typeface="Century"/>
              </a:rPr>
              <a:t>3</a:t>
            </a:r>
            <a:r>
              <a:rPr dirty="0" sz="4200" spc="95">
                <a:solidFill>
                  <a:srgbClr val="004479"/>
                </a:solidFill>
                <a:latin typeface="Century"/>
                <a:cs typeface="Century"/>
              </a:rPr>
              <a:t> days</a:t>
            </a:r>
            <a:endParaRPr sz="4200">
              <a:latin typeface="Century"/>
              <a:cs typeface="Century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3098800" y="3540319"/>
            <a:ext cx="9855200" cy="3241675"/>
            <a:chOff x="3098800" y="3540319"/>
            <a:chExt cx="9855200" cy="3241675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98800" y="4686299"/>
              <a:ext cx="2552700" cy="2095500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147300" y="3540319"/>
              <a:ext cx="2806700" cy="206336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493254" y="3713200"/>
            <a:ext cx="12354560" cy="1286510"/>
          </a:xfrm>
          <a:prstGeom prst="rect">
            <a:avLst/>
          </a:prstGeom>
        </p:spPr>
        <p:txBody>
          <a:bodyPr wrap="square" lIns="0" tIns="43815" rIns="0" bIns="0" rtlCol="0" vert="horz">
            <a:spAutoFit/>
          </a:bodyPr>
          <a:lstStyle/>
          <a:p>
            <a:pPr marL="12700" marR="5080">
              <a:lnSpc>
                <a:spcPts val="4890"/>
              </a:lnSpc>
              <a:spcBef>
                <a:spcPts val="345"/>
              </a:spcBef>
            </a:pPr>
            <a:r>
              <a:rPr dirty="0" sz="4200">
                <a:solidFill>
                  <a:srgbClr val="004479"/>
                </a:solidFill>
                <a:latin typeface="Century"/>
                <a:cs typeface="Century"/>
              </a:rPr>
              <a:t>My</a:t>
            </a:r>
            <a:r>
              <a:rPr dirty="0" sz="4200" spc="110">
                <a:solidFill>
                  <a:srgbClr val="004479"/>
                </a:solidFill>
                <a:latin typeface="Century"/>
                <a:cs typeface="Century"/>
              </a:rPr>
              <a:t> </a:t>
            </a:r>
            <a:r>
              <a:rPr dirty="0" sz="4200" spc="75">
                <a:solidFill>
                  <a:srgbClr val="004479"/>
                </a:solidFill>
                <a:latin typeface="Century"/>
                <a:cs typeface="Century"/>
              </a:rPr>
              <a:t>‘Write</a:t>
            </a:r>
            <a:r>
              <a:rPr dirty="0" sz="4200" spc="110">
                <a:solidFill>
                  <a:srgbClr val="004479"/>
                </a:solidFill>
                <a:latin typeface="Century"/>
                <a:cs typeface="Century"/>
              </a:rPr>
              <a:t> </a:t>
            </a:r>
            <a:r>
              <a:rPr dirty="0" sz="4200">
                <a:solidFill>
                  <a:srgbClr val="004479"/>
                </a:solidFill>
                <a:latin typeface="Century"/>
                <a:cs typeface="Century"/>
              </a:rPr>
              <a:t>a</a:t>
            </a:r>
            <a:r>
              <a:rPr dirty="0" sz="4200" spc="110">
                <a:solidFill>
                  <a:srgbClr val="004479"/>
                </a:solidFill>
                <a:latin typeface="Century"/>
                <a:cs typeface="Century"/>
              </a:rPr>
              <a:t> </a:t>
            </a:r>
            <a:r>
              <a:rPr dirty="0" sz="4200" spc="140">
                <a:solidFill>
                  <a:srgbClr val="004479"/>
                </a:solidFill>
                <a:latin typeface="Century"/>
                <a:cs typeface="Century"/>
              </a:rPr>
              <a:t>blog’</a:t>
            </a:r>
            <a:r>
              <a:rPr dirty="0" sz="4200" spc="110">
                <a:solidFill>
                  <a:srgbClr val="004479"/>
                </a:solidFill>
                <a:latin typeface="Century"/>
                <a:cs typeface="Century"/>
              </a:rPr>
              <a:t> </a:t>
            </a:r>
            <a:r>
              <a:rPr dirty="0" sz="4200" spc="114">
                <a:solidFill>
                  <a:srgbClr val="004479"/>
                </a:solidFill>
                <a:latin typeface="Century"/>
                <a:cs typeface="Century"/>
              </a:rPr>
              <a:t>task</a:t>
            </a:r>
            <a:r>
              <a:rPr dirty="0" sz="4200" spc="110">
                <a:solidFill>
                  <a:srgbClr val="004479"/>
                </a:solidFill>
                <a:latin typeface="Century"/>
                <a:cs typeface="Century"/>
              </a:rPr>
              <a:t> </a:t>
            </a:r>
            <a:r>
              <a:rPr dirty="0" sz="4200" spc="125">
                <a:solidFill>
                  <a:srgbClr val="004479"/>
                </a:solidFill>
                <a:latin typeface="Century"/>
                <a:cs typeface="Century"/>
              </a:rPr>
              <a:t>takes</a:t>
            </a:r>
            <a:r>
              <a:rPr dirty="0" sz="4200" spc="114">
                <a:solidFill>
                  <a:srgbClr val="004479"/>
                </a:solidFill>
                <a:latin typeface="Century"/>
                <a:cs typeface="Century"/>
              </a:rPr>
              <a:t> </a:t>
            </a:r>
            <a:r>
              <a:rPr dirty="0" sz="4200" spc="140">
                <a:solidFill>
                  <a:srgbClr val="004479"/>
                </a:solidFill>
                <a:latin typeface="Century"/>
                <a:cs typeface="Century"/>
              </a:rPr>
              <a:t>longer</a:t>
            </a:r>
            <a:r>
              <a:rPr dirty="0" sz="4200" spc="110">
                <a:solidFill>
                  <a:srgbClr val="004479"/>
                </a:solidFill>
                <a:latin typeface="Century"/>
                <a:cs typeface="Century"/>
              </a:rPr>
              <a:t> </a:t>
            </a:r>
            <a:r>
              <a:rPr dirty="0" sz="4200" spc="155">
                <a:solidFill>
                  <a:srgbClr val="004479"/>
                </a:solidFill>
                <a:latin typeface="Century"/>
                <a:cs typeface="Century"/>
              </a:rPr>
              <a:t>than</a:t>
            </a:r>
            <a:r>
              <a:rPr dirty="0" sz="4200" spc="110">
                <a:solidFill>
                  <a:srgbClr val="004479"/>
                </a:solidFill>
                <a:latin typeface="Century"/>
                <a:cs typeface="Century"/>
              </a:rPr>
              <a:t> </a:t>
            </a:r>
            <a:r>
              <a:rPr dirty="0" sz="4200" spc="185">
                <a:solidFill>
                  <a:srgbClr val="004479"/>
                </a:solidFill>
                <a:latin typeface="Century"/>
                <a:cs typeface="Century"/>
              </a:rPr>
              <a:t>3</a:t>
            </a:r>
            <a:r>
              <a:rPr dirty="0" sz="4200" spc="110">
                <a:solidFill>
                  <a:srgbClr val="004479"/>
                </a:solidFill>
                <a:latin typeface="Century"/>
                <a:cs typeface="Century"/>
              </a:rPr>
              <a:t> </a:t>
            </a:r>
            <a:r>
              <a:rPr dirty="0" sz="4200" spc="100">
                <a:solidFill>
                  <a:srgbClr val="004479"/>
                </a:solidFill>
                <a:latin typeface="Century"/>
                <a:cs typeface="Century"/>
              </a:rPr>
              <a:t>days </a:t>
            </a:r>
            <a:r>
              <a:rPr dirty="0" sz="4200" spc="135">
                <a:solidFill>
                  <a:srgbClr val="004479"/>
                </a:solidFill>
                <a:latin typeface="Century"/>
                <a:cs typeface="Century"/>
              </a:rPr>
              <a:t>because</a:t>
            </a:r>
            <a:r>
              <a:rPr dirty="0" sz="4200" spc="95">
                <a:solidFill>
                  <a:srgbClr val="004479"/>
                </a:solidFill>
                <a:latin typeface="Century"/>
                <a:cs typeface="Century"/>
              </a:rPr>
              <a:t> </a:t>
            </a:r>
            <a:r>
              <a:rPr dirty="0" sz="4200">
                <a:solidFill>
                  <a:srgbClr val="004479"/>
                </a:solidFill>
                <a:latin typeface="Century"/>
                <a:cs typeface="Century"/>
              </a:rPr>
              <a:t>I</a:t>
            </a:r>
            <a:r>
              <a:rPr dirty="0" sz="4200" spc="100">
                <a:solidFill>
                  <a:srgbClr val="004479"/>
                </a:solidFill>
                <a:latin typeface="Century"/>
                <a:cs typeface="Century"/>
              </a:rPr>
              <a:t> </a:t>
            </a:r>
            <a:r>
              <a:rPr dirty="0" sz="4200" spc="150">
                <a:solidFill>
                  <a:srgbClr val="004479"/>
                </a:solidFill>
                <a:latin typeface="Century"/>
                <a:cs typeface="Century"/>
              </a:rPr>
              <a:t>have</a:t>
            </a:r>
            <a:r>
              <a:rPr dirty="0" sz="4200" spc="100">
                <a:solidFill>
                  <a:srgbClr val="004479"/>
                </a:solidFill>
                <a:latin typeface="Century"/>
                <a:cs typeface="Century"/>
              </a:rPr>
              <a:t> </a:t>
            </a:r>
            <a:r>
              <a:rPr dirty="0" sz="4200">
                <a:solidFill>
                  <a:srgbClr val="004479"/>
                </a:solidFill>
                <a:latin typeface="Century"/>
                <a:cs typeface="Century"/>
              </a:rPr>
              <a:t>to</a:t>
            </a:r>
            <a:r>
              <a:rPr dirty="0" sz="4200" spc="100">
                <a:solidFill>
                  <a:srgbClr val="004479"/>
                </a:solidFill>
                <a:latin typeface="Century"/>
                <a:cs typeface="Century"/>
              </a:rPr>
              <a:t> </a:t>
            </a:r>
            <a:r>
              <a:rPr dirty="0" sz="4200" spc="160">
                <a:solidFill>
                  <a:srgbClr val="004479"/>
                </a:solidFill>
                <a:latin typeface="Century"/>
                <a:cs typeface="Century"/>
              </a:rPr>
              <a:t>wait</a:t>
            </a:r>
            <a:r>
              <a:rPr dirty="0" sz="4200" spc="100">
                <a:solidFill>
                  <a:srgbClr val="004479"/>
                </a:solidFill>
                <a:latin typeface="Century"/>
                <a:cs typeface="Century"/>
              </a:rPr>
              <a:t> </a:t>
            </a:r>
            <a:r>
              <a:rPr dirty="0" sz="4200" spc="70">
                <a:solidFill>
                  <a:srgbClr val="004479"/>
                </a:solidFill>
                <a:latin typeface="Century"/>
                <a:cs typeface="Century"/>
              </a:rPr>
              <a:t>for</a:t>
            </a:r>
            <a:r>
              <a:rPr dirty="0" sz="4200" spc="100">
                <a:solidFill>
                  <a:srgbClr val="004479"/>
                </a:solidFill>
                <a:latin typeface="Century"/>
                <a:cs typeface="Century"/>
              </a:rPr>
              <a:t> </a:t>
            </a:r>
            <a:r>
              <a:rPr dirty="0" sz="4200" spc="165">
                <a:solidFill>
                  <a:srgbClr val="004479"/>
                </a:solidFill>
                <a:latin typeface="Century"/>
                <a:cs typeface="Century"/>
              </a:rPr>
              <a:t>people</a:t>
            </a:r>
            <a:r>
              <a:rPr dirty="0" sz="4200" spc="100">
                <a:solidFill>
                  <a:srgbClr val="004479"/>
                </a:solidFill>
                <a:latin typeface="Century"/>
                <a:cs typeface="Century"/>
              </a:rPr>
              <a:t> </a:t>
            </a:r>
            <a:r>
              <a:rPr dirty="0" sz="4200">
                <a:solidFill>
                  <a:srgbClr val="004479"/>
                </a:solidFill>
                <a:latin typeface="Century"/>
                <a:cs typeface="Century"/>
              </a:rPr>
              <a:t>to</a:t>
            </a:r>
            <a:r>
              <a:rPr dirty="0" sz="4200" spc="100">
                <a:solidFill>
                  <a:srgbClr val="004479"/>
                </a:solidFill>
                <a:latin typeface="Century"/>
                <a:cs typeface="Century"/>
              </a:rPr>
              <a:t> </a:t>
            </a:r>
            <a:r>
              <a:rPr dirty="0" sz="4200" spc="200">
                <a:solidFill>
                  <a:srgbClr val="004479"/>
                </a:solidFill>
                <a:latin typeface="Century"/>
                <a:cs typeface="Century"/>
              </a:rPr>
              <a:t>review</a:t>
            </a:r>
            <a:r>
              <a:rPr dirty="0" sz="4200" spc="100">
                <a:solidFill>
                  <a:srgbClr val="004479"/>
                </a:solidFill>
                <a:latin typeface="Century"/>
                <a:cs typeface="Century"/>
              </a:rPr>
              <a:t> </a:t>
            </a:r>
            <a:r>
              <a:rPr dirty="0" sz="4200" spc="-25">
                <a:solidFill>
                  <a:srgbClr val="004479"/>
                </a:solidFill>
                <a:latin typeface="Century"/>
                <a:cs typeface="Century"/>
              </a:rPr>
              <a:t>it.</a:t>
            </a:r>
            <a:endParaRPr sz="4200">
              <a:latin typeface="Century"/>
              <a:cs typeface="Century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0" spc="215">
                <a:solidFill>
                  <a:srgbClr val="003366"/>
                </a:solidFill>
                <a:latin typeface="Century"/>
                <a:cs typeface="Century"/>
              </a:rPr>
              <a:t>Challenge</a:t>
            </a:r>
            <a:r>
              <a:rPr dirty="0" sz="7000" spc="75">
                <a:solidFill>
                  <a:srgbClr val="003366"/>
                </a:solidFill>
                <a:latin typeface="Century"/>
                <a:cs typeface="Century"/>
              </a:rPr>
              <a:t> </a:t>
            </a:r>
            <a:r>
              <a:rPr dirty="0" sz="7000">
                <a:solidFill>
                  <a:srgbClr val="003366"/>
                </a:solidFill>
                <a:latin typeface="Century"/>
                <a:cs typeface="Century"/>
              </a:rPr>
              <a:t>2:</a:t>
            </a:r>
            <a:r>
              <a:rPr dirty="0" sz="7000" spc="80">
                <a:solidFill>
                  <a:srgbClr val="003366"/>
                </a:solidFill>
                <a:latin typeface="Century"/>
                <a:cs typeface="Century"/>
              </a:rPr>
              <a:t> </a:t>
            </a:r>
            <a:r>
              <a:rPr dirty="0" sz="7000">
                <a:solidFill>
                  <a:srgbClr val="003366"/>
                </a:solidFill>
                <a:latin typeface="Century"/>
                <a:cs typeface="Century"/>
              </a:rPr>
              <a:t>But</a:t>
            </a:r>
            <a:r>
              <a:rPr dirty="0" sz="7000" spc="80">
                <a:solidFill>
                  <a:srgbClr val="003366"/>
                </a:solidFill>
                <a:latin typeface="Century"/>
                <a:cs typeface="Century"/>
              </a:rPr>
              <a:t> </a:t>
            </a:r>
            <a:r>
              <a:rPr dirty="0" sz="7000" spc="70">
                <a:solidFill>
                  <a:srgbClr val="003366"/>
                </a:solidFill>
                <a:latin typeface="Century"/>
                <a:cs typeface="Century"/>
              </a:rPr>
              <a:t>I’m</a:t>
            </a:r>
            <a:r>
              <a:rPr dirty="0" sz="7000" spc="80">
                <a:solidFill>
                  <a:srgbClr val="003366"/>
                </a:solidFill>
                <a:latin typeface="Century"/>
                <a:cs typeface="Century"/>
              </a:rPr>
              <a:t> </a:t>
            </a:r>
            <a:r>
              <a:rPr dirty="0" sz="7000" spc="290">
                <a:solidFill>
                  <a:srgbClr val="003366"/>
                </a:solidFill>
                <a:latin typeface="Century"/>
                <a:cs typeface="Century"/>
              </a:rPr>
              <a:t>waiting</a:t>
            </a:r>
            <a:endParaRPr sz="7000">
              <a:latin typeface="Century"/>
              <a:cs typeface="Century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3032429" y="5894317"/>
            <a:ext cx="9944100" cy="825500"/>
            <a:chOff x="3032429" y="5894317"/>
            <a:chExt cx="9944100" cy="825500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32429" y="5894317"/>
              <a:ext cx="9944100" cy="825500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3086100" y="5943600"/>
              <a:ext cx="9715500" cy="596900"/>
            </a:xfrm>
            <a:custGeom>
              <a:avLst/>
              <a:gdLst/>
              <a:ahLst/>
              <a:cxnLst/>
              <a:rect l="l" t="t" r="r" b="b"/>
              <a:pathLst>
                <a:path w="9715500" h="596900">
                  <a:moveTo>
                    <a:pt x="0" y="0"/>
                  </a:moveTo>
                  <a:lnTo>
                    <a:pt x="9715500" y="0"/>
                  </a:lnTo>
                  <a:lnTo>
                    <a:pt x="9715500" y="596900"/>
                  </a:lnTo>
                  <a:lnTo>
                    <a:pt x="0" y="5969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07A9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58000" y="6070600"/>
              <a:ext cx="2171700" cy="393700"/>
            </a:xfrm>
            <a:prstGeom prst="rect">
              <a:avLst/>
            </a:prstGeom>
          </p:spPr>
        </p:pic>
      </p:grpSp>
      <p:sp>
        <p:nvSpPr>
          <p:cNvPr id="8" name="object 8" descr=""/>
          <p:cNvSpPr txBox="1"/>
          <p:nvPr/>
        </p:nvSpPr>
        <p:spPr>
          <a:xfrm>
            <a:off x="3086100" y="5943600"/>
            <a:ext cx="9715500" cy="596900"/>
          </a:xfrm>
          <a:prstGeom prst="rect">
            <a:avLst/>
          </a:prstGeom>
          <a:ln w="50800">
            <a:solidFill>
              <a:srgbClr val="293761"/>
            </a:solidFill>
          </a:ln>
        </p:spPr>
        <p:txBody>
          <a:bodyPr wrap="square" lIns="0" tIns="3302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60"/>
              </a:spcBef>
            </a:pPr>
            <a:r>
              <a:rPr dirty="0" sz="3200" b="0">
                <a:solidFill>
                  <a:srgbClr val="FFFFFF"/>
                </a:solidFill>
                <a:latin typeface="Gill Sans"/>
                <a:cs typeface="Gill Sans"/>
              </a:rPr>
              <a:t>Write</a:t>
            </a:r>
            <a:r>
              <a:rPr dirty="0" sz="3200" spc="-40" b="0">
                <a:solidFill>
                  <a:srgbClr val="FFFFFF"/>
                </a:solidFill>
                <a:latin typeface="Gill Sans"/>
                <a:cs typeface="Gill Sans"/>
              </a:rPr>
              <a:t> </a:t>
            </a:r>
            <a:r>
              <a:rPr dirty="0" sz="3200" b="0">
                <a:solidFill>
                  <a:srgbClr val="FFFFFF"/>
                </a:solidFill>
                <a:latin typeface="Gill Sans"/>
                <a:cs typeface="Gill Sans"/>
              </a:rPr>
              <a:t>a</a:t>
            </a:r>
            <a:r>
              <a:rPr dirty="0" sz="3200" spc="-40" b="0">
                <a:solidFill>
                  <a:srgbClr val="FFFFFF"/>
                </a:solidFill>
                <a:latin typeface="Gill Sans"/>
                <a:cs typeface="Gill Sans"/>
              </a:rPr>
              <a:t> </a:t>
            </a:r>
            <a:r>
              <a:rPr dirty="0" sz="3200" spc="-20" b="0">
                <a:solidFill>
                  <a:srgbClr val="FFFFFF"/>
                </a:solidFill>
                <a:latin typeface="Gill Sans"/>
                <a:cs typeface="Gill Sans"/>
              </a:rPr>
              <a:t>blog</a:t>
            </a:r>
            <a:endParaRPr sz="3200">
              <a:latin typeface="Gill Sans"/>
              <a:cs typeface="Gill Sans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43800" y="6938681"/>
            <a:ext cx="800100" cy="117661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00794" y="3800335"/>
            <a:ext cx="14243685" cy="665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200" spc="100">
                <a:solidFill>
                  <a:srgbClr val="004479"/>
                </a:solidFill>
                <a:latin typeface="Century"/>
                <a:cs typeface="Century"/>
              </a:rPr>
              <a:t>Waiting</a:t>
            </a:r>
            <a:r>
              <a:rPr dirty="0" sz="4200" spc="105">
                <a:solidFill>
                  <a:srgbClr val="004479"/>
                </a:solidFill>
                <a:latin typeface="Century"/>
                <a:cs typeface="Century"/>
              </a:rPr>
              <a:t> </a:t>
            </a:r>
            <a:r>
              <a:rPr dirty="0" sz="4200" spc="195">
                <a:solidFill>
                  <a:srgbClr val="004479"/>
                </a:solidFill>
                <a:latin typeface="Century"/>
                <a:cs typeface="Century"/>
              </a:rPr>
              <a:t>is</a:t>
            </a:r>
            <a:r>
              <a:rPr dirty="0" sz="4200" spc="105">
                <a:solidFill>
                  <a:srgbClr val="004479"/>
                </a:solidFill>
                <a:latin typeface="Century"/>
                <a:cs typeface="Century"/>
              </a:rPr>
              <a:t> </a:t>
            </a:r>
            <a:r>
              <a:rPr dirty="0" sz="4200">
                <a:solidFill>
                  <a:srgbClr val="004479"/>
                </a:solidFill>
                <a:latin typeface="Century"/>
                <a:cs typeface="Century"/>
              </a:rPr>
              <a:t>a</a:t>
            </a:r>
            <a:r>
              <a:rPr dirty="0" sz="4200" spc="105">
                <a:solidFill>
                  <a:srgbClr val="004479"/>
                </a:solidFill>
                <a:latin typeface="Century"/>
                <a:cs typeface="Century"/>
              </a:rPr>
              <a:t> </a:t>
            </a:r>
            <a:r>
              <a:rPr dirty="0" sz="4200" spc="130">
                <a:solidFill>
                  <a:srgbClr val="004479"/>
                </a:solidFill>
                <a:latin typeface="Century"/>
                <a:cs typeface="Century"/>
              </a:rPr>
              <a:t>good</a:t>
            </a:r>
            <a:r>
              <a:rPr dirty="0" sz="4200" spc="105">
                <a:solidFill>
                  <a:srgbClr val="004479"/>
                </a:solidFill>
                <a:latin typeface="Century"/>
                <a:cs typeface="Century"/>
              </a:rPr>
              <a:t> </a:t>
            </a:r>
            <a:r>
              <a:rPr dirty="0" sz="4200" spc="220">
                <a:solidFill>
                  <a:srgbClr val="004479"/>
                </a:solidFill>
                <a:latin typeface="Century"/>
                <a:cs typeface="Century"/>
              </a:rPr>
              <a:t>sign</a:t>
            </a:r>
            <a:r>
              <a:rPr dirty="0" sz="4200" spc="105">
                <a:solidFill>
                  <a:srgbClr val="004479"/>
                </a:solidFill>
                <a:latin typeface="Century"/>
                <a:cs typeface="Century"/>
              </a:rPr>
              <a:t> </a:t>
            </a:r>
            <a:r>
              <a:rPr dirty="0" sz="4200" spc="60">
                <a:solidFill>
                  <a:srgbClr val="004479"/>
                </a:solidFill>
                <a:latin typeface="Century"/>
                <a:cs typeface="Century"/>
              </a:rPr>
              <a:t>that</a:t>
            </a:r>
            <a:r>
              <a:rPr dirty="0" sz="4200" spc="105">
                <a:solidFill>
                  <a:srgbClr val="004479"/>
                </a:solidFill>
                <a:latin typeface="Century"/>
                <a:cs typeface="Century"/>
              </a:rPr>
              <a:t> </a:t>
            </a:r>
            <a:r>
              <a:rPr dirty="0" sz="4200" spc="145">
                <a:solidFill>
                  <a:srgbClr val="004479"/>
                </a:solidFill>
                <a:latin typeface="Century"/>
                <a:cs typeface="Century"/>
              </a:rPr>
              <a:t>your</a:t>
            </a:r>
            <a:r>
              <a:rPr dirty="0" sz="4200" spc="105">
                <a:solidFill>
                  <a:srgbClr val="004479"/>
                </a:solidFill>
                <a:latin typeface="Century"/>
                <a:cs typeface="Century"/>
              </a:rPr>
              <a:t> </a:t>
            </a:r>
            <a:r>
              <a:rPr dirty="0" sz="4200" spc="114">
                <a:solidFill>
                  <a:srgbClr val="004479"/>
                </a:solidFill>
                <a:latin typeface="Century"/>
                <a:cs typeface="Century"/>
              </a:rPr>
              <a:t>task</a:t>
            </a:r>
            <a:r>
              <a:rPr dirty="0" sz="4200" spc="105">
                <a:solidFill>
                  <a:srgbClr val="004479"/>
                </a:solidFill>
                <a:latin typeface="Century"/>
                <a:cs typeface="Century"/>
              </a:rPr>
              <a:t> </a:t>
            </a:r>
            <a:r>
              <a:rPr dirty="0" sz="4200" spc="195">
                <a:solidFill>
                  <a:srgbClr val="004479"/>
                </a:solidFill>
                <a:latin typeface="Century"/>
                <a:cs typeface="Century"/>
              </a:rPr>
              <a:t>is</a:t>
            </a:r>
            <a:r>
              <a:rPr dirty="0" sz="4200" spc="105">
                <a:solidFill>
                  <a:srgbClr val="004479"/>
                </a:solidFill>
                <a:latin typeface="Century"/>
                <a:cs typeface="Century"/>
              </a:rPr>
              <a:t> </a:t>
            </a:r>
            <a:r>
              <a:rPr dirty="0" sz="4200" spc="145">
                <a:solidFill>
                  <a:srgbClr val="004479"/>
                </a:solidFill>
                <a:latin typeface="Century"/>
                <a:cs typeface="Century"/>
              </a:rPr>
              <a:t>really</a:t>
            </a:r>
            <a:r>
              <a:rPr dirty="0" sz="4200" spc="110">
                <a:solidFill>
                  <a:srgbClr val="004479"/>
                </a:solidFill>
                <a:latin typeface="Century"/>
                <a:cs typeface="Century"/>
              </a:rPr>
              <a:t> </a:t>
            </a:r>
            <a:r>
              <a:rPr dirty="0" sz="4200" spc="185">
                <a:solidFill>
                  <a:srgbClr val="004479"/>
                </a:solidFill>
                <a:latin typeface="Century"/>
                <a:cs typeface="Century"/>
              </a:rPr>
              <a:t>3</a:t>
            </a:r>
            <a:r>
              <a:rPr dirty="0" sz="4200" spc="105">
                <a:solidFill>
                  <a:srgbClr val="004479"/>
                </a:solidFill>
                <a:latin typeface="Century"/>
                <a:cs typeface="Century"/>
              </a:rPr>
              <a:t> </a:t>
            </a:r>
            <a:r>
              <a:rPr dirty="0" sz="4200" spc="40">
                <a:solidFill>
                  <a:srgbClr val="004479"/>
                </a:solidFill>
                <a:latin typeface="Century"/>
                <a:cs typeface="Century"/>
              </a:rPr>
              <a:t>tasks.</a:t>
            </a:r>
            <a:endParaRPr sz="4200">
              <a:latin typeface="Century"/>
              <a:cs typeface="Century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0" spc="215">
                <a:solidFill>
                  <a:srgbClr val="003366"/>
                </a:solidFill>
                <a:latin typeface="Century"/>
                <a:cs typeface="Century"/>
              </a:rPr>
              <a:t>Challenge</a:t>
            </a:r>
            <a:r>
              <a:rPr dirty="0" sz="7000" spc="75">
                <a:solidFill>
                  <a:srgbClr val="003366"/>
                </a:solidFill>
                <a:latin typeface="Century"/>
                <a:cs typeface="Century"/>
              </a:rPr>
              <a:t> </a:t>
            </a:r>
            <a:r>
              <a:rPr dirty="0" sz="7000">
                <a:solidFill>
                  <a:srgbClr val="003366"/>
                </a:solidFill>
                <a:latin typeface="Century"/>
                <a:cs typeface="Century"/>
              </a:rPr>
              <a:t>2:</a:t>
            </a:r>
            <a:r>
              <a:rPr dirty="0" sz="7000" spc="80">
                <a:solidFill>
                  <a:srgbClr val="003366"/>
                </a:solidFill>
                <a:latin typeface="Century"/>
                <a:cs typeface="Century"/>
              </a:rPr>
              <a:t> </a:t>
            </a:r>
            <a:r>
              <a:rPr dirty="0" sz="7000">
                <a:solidFill>
                  <a:srgbClr val="003366"/>
                </a:solidFill>
                <a:latin typeface="Century"/>
                <a:cs typeface="Century"/>
              </a:rPr>
              <a:t>But</a:t>
            </a:r>
            <a:r>
              <a:rPr dirty="0" sz="7000" spc="80">
                <a:solidFill>
                  <a:srgbClr val="003366"/>
                </a:solidFill>
                <a:latin typeface="Century"/>
                <a:cs typeface="Century"/>
              </a:rPr>
              <a:t> </a:t>
            </a:r>
            <a:r>
              <a:rPr dirty="0" sz="7000" spc="70">
                <a:solidFill>
                  <a:srgbClr val="003366"/>
                </a:solidFill>
                <a:latin typeface="Century"/>
                <a:cs typeface="Century"/>
              </a:rPr>
              <a:t>I’m</a:t>
            </a:r>
            <a:r>
              <a:rPr dirty="0" sz="7000" spc="80">
                <a:solidFill>
                  <a:srgbClr val="003366"/>
                </a:solidFill>
                <a:latin typeface="Century"/>
                <a:cs typeface="Century"/>
              </a:rPr>
              <a:t> </a:t>
            </a:r>
            <a:r>
              <a:rPr dirty="0" sz="7000" spc="-10">
                <a:solidFill>
                  <a:srgbClr val="003366"/>
                </a:solidFill>
                <a:latin typeface="Century"/>
                <a:cs typeface="Century"/>
              </a:rPr>
              <a:t>Waiting…</a:t>
            </a:r>
            <a:endParaRPr sz="7000">
              <a:latin typeface="Century"/>
              <a:cs typeface="Century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1902129" y="5246617"/>
            <a:ext cx="3505200" cy="825500"/>
            <a:chOff x="1902129" y="5246617"/>
            <a:chExt cx="3505200" cy="825500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02129" y="5246617"/>
              <a:ext cx="3505200" cy="825499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1955800" y="5295900"/>
              <a:ext cx="3276600" cy="596900"/>
            </a:xfrm>
            <a:custGeom>
              <a:avLst/>
              <a:gdLst/>
              <a:ahLst/>
              <a:cxnLst/>
              <a:rect l="l" t="t" r="r" b="b"/>
              <a:pathLst>
                <a:path w="3276600" h="596900">
                  <a:moveTo>
                    <a:pt x="0" y="0"/>
                  </a:moveTo>
                  <a:lnTo>
                    <a:pt x="3276600" y="0"/>
                  </a:lnTo>
                  <a:lnTo>
                    <a:pt x="3276600" y="596900"/>
                  </a:lnTo>
                  <a:lnTo>
                    <a:pt x="0" y="5969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07A9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57400" y="5422900"/>
              <a:ext cx="3073400" cy="393700"/>
            </a:xfrm>
            <a:prstGeom prst="rect">
              <a:avLst/>
            </a:prstGeom>
          </p:spPr>
        </p:pic>
      </p:grpSp>
      <p:sp>
        <p:nvSpPr>
          <p:cNvPr id="8" name="object 8" descr=""/>
          <p:cNvSpPr txBox="1"/>
          <p:nvPr/>
        </p:nvSpPr>
        <p:spPr>
          <a:xfrm>
            <a:off x="1955800" y="5295900"/>
            <a:ext cx="3276600" cy="596900"/>
          </a:xfrm>
          <a:prstGeom prst="rect">
            <a:avLst/>
          </a:prstGeom>
          <a:ln w="50800">
            <a:solidFill>
              <a:srgbClr val="293761"/>
            </a:solidFill>
          </a:ln>
        </p:spPr>
        <p:txBody>
          <a:bodyPr wrap="square" lIns="0" tIns="33020" rIns="0" bIns="0" rtlCol="0" vert="horz">
            <a:spAutoFit/>
          </a:bodyPr>
          <a:lstStyle/>
          <a:p>
            <a:pPr marL="146050">
              <a:lnSpc>
                <a:spcPct val="100000"/>
              </a:lnSpc>
              <a:spcBef>
                <a:spcPts val="260"/>
              </a:spcBef>
            </a:pPr>
            <a:r>
              <a:rPr dirty="0" sz="3200" b="0">
                <a:solidFill>
                  <a:srgbClr val="FFFFFF"/>
                </a:solidFill>
                <a:latin typeface="Gill Sans"/>
                <a:cs typeface="Gill Sans"/>
              </a:rPr>
              <a:t>Write</a:t>
            </a:r>
            <a:r>
              <a:rPr dirty="0" sz="3200" spc="-35" b="0">
                <a:solidFill>
                  <a:srgbClr val="FFFFFF"/>
                </a:solidFill>
                <a:latin typeface="Gill Sans"/>
                <a:cs typeface="Gill Sans"/>
              </a:rPr>
              <a:t> </a:t>
            </a:r>
            <a:r>
              <a:rPr dirty="0" sz="3200" b="0">
                <a:solidFill>
                  <a:srgbClr val="FFFFFF"/>
                </a:solidFill>
                <a:latin typeface="Gill Sans"/>
                <a:cs typeface="Gill Sans"/>
              </a:rPr>
              <a:t>a</a:t>
            </a:r>
            <a:r>
              <a:rPr dirty="0" sz="3200" spc="-30" b="0">
                <a:solidFill>
                  <a:srgbClr val="FFFFFF"/>
                </a:solidFill>
                <a:latin typeface="Gill Sans"/>
                <a:cs typeface="Gill Sans"/>
              </a:rPr>
              <a:t> </a:t>
            </a:r>
            <a:r>
              <a:rPr dirty="0" sz="3200" b="0">
                <a:solidFill>
                  <a:srgbClr val="FFFFFF"/>
                </a:solidFill>
                <a:latin typeface="Gill Sans"/>
                <a:cs typeface="Gill Sans"/>
              </a:rPr>
              <a:t>blog</a:t>
            </a:r>
            <a:r>
              <a:rPr dirty="0" sz="3200" spc="-30" b="0">
                <a:solidFill>
                  <a:srgbClr val="FFFFFF"/>
                </a:solidFill>
                <a:latin typeface="Gill Sans"/>
                <a:cs typeface="Gill Sans"/>
              </a:rPr>
              <a:t> </a:t>
            </a:r>
            <a:r>
              <a:rPr dirty="0" sz="3200" spc="-20" b="0">
                <a:solidFill>
                  <a:srgbClr val="FFFFFF"/>
                </a:solidFill>
                <a:latin typeface="Gill Sans"/>
                <a:cs typeface="Gill Sans"/>
              </a:rPr>
              <a:t>draft</a:t>
            </a:r>
            <a:endParaRPr sz="3200">
              <a:latin typeface="Gill Sans"/>
              <a:cs typeface="Gill Sans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5635929" y="6046717"/>
            <a:ext cx="3505200" cy="825500"/>
            <a:chOff x="5635929" y="6046717"/>
            <a:chExt cx="3505200" cy="825500"/>
          </a:xfrm>
        </p:grpSpPr>
        <p:pic>
          <p:nvPicPr>
            <p:cNvPr id="10" name="object 10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35929" y="6046717"/>
              <a:ext cx="3505200" cy="825500"/>
            </a:xfrm>
            <a:prstGeom prst="rect">
              <a:avLst/>
            </a:prstGeom>
          </p:spPr>
        </p:pic>
        <p:sp>
          <p:nvSpPr>
            <p:cNvPr id="11" name="object 11" descr=""/>
            <p:cNvSpPr/>
            <p:nvPr/>
          </p:nvSpPr>
          <p:spPr>
            <a:xfrm>
              <a:off x="5689599" y="6096000"/>
              <a:ext cx="3276600" cy="596900"/>
            </a:xfrm>
            <a:custGeom>
              <a:avLst/>
              <a:gdLst/>
              <a:ahLst/>
              <a:cxnLst/>
              <a:rect l="l" t="t" r="r" b="b"/>
              <a:pathLst>
                <a:path w="3276600" h="596900">
                  <a:moveTo>
                    <a:pt x="0" y="0"/>
                  </a:moveTo>
                  <a:lnTo>
                    <a:pt x="3276600" y="0"/>
                  </a:lnTo>
                  <a:lnTo>
                    <a:pt x="3276600" y="596900"/>
                  </a:lnTo>
                  <a:lnTo>
                    <a:pt x="0" y="5969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07A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5689599" y="6096000"/>
              <a:ext cx="3276600" cy="596900"/>
            </a:xfrm>
            <a:custGeom>
              <a:avLst/>
              <a:gdLst/>
              <a:ahLst/>
              <a:cxnLst/>
              <a:rect l="l" t="t" r="r" b="b"/>
              <a:pathLst>
                <a:path w="3276600" h="596900">
                  <a:moveTo>
                    <a:pt x="0" y="0"/>
                  </a:moveTo>
                  <a:lnTo>
                    <a:pt x="3276600" y="0"/>
                  </a:lnTo>
                  <a:lnTo>
                    <a:pt x="3276600" y="596900"/>
                  </a:lnTo>
                  <a:lnTo>
                    <a:pt x="0" y="596900"/>
                  </a:lnTo>
                  <a:lnTo>
                    <a:pt x="0" y="0"/>
                  </a:lnTo>
                  <a:close/>
                </a:path>
              </a:pathLst>
            </a:custGeom>
            <a:ln w="50800">
              <a:solidFill>
                <a:srgbClr val="29376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80099" y="6223000"/>
              <a:ext cx="2933700" cy="393700"/>
            </a:xfrm>
            <a:prstGeom prst="rect">
              <a:avLst/>
            </a:prstGeom>
          </p:spPr>
        </p:pic>
      </p:grpSp>
      <p:sp>
        <p:nvSpPr>
          <p:cNvPr id="14" name="object 14" descr=""/>
          <p:cNvSpPr txBox="1"/>
          <p:nvPr/>
        </p:nvSpPr>
        <p:spPr>
          <a:xfrm>
            <a:off x="5877123" y="6116637"/>
            <a:ext cx="2901950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0">
                <a:solidFill>
                  <a:srgbClr val="FFFFFF"/>
                </a:solidFill>
                <a:latin typeface="Gill Sans"/>
                <a:cs typeface="Gill Sans"/>
              </a:rPr>
              <a:t>Review</a:t>
            </a:r>
            <a:r>
              <a:rPr dirty="0" sz="3200" spc="-95" b="0">
                <a:solidFill>
                  <a:srgbClr val="FFFFFF"/>
                </a:solidFill>
                <a:latin typeface="Gill Sans"/>
                <a:cs typeface="Gill Sans"/>
              </a:rPr>
              <a:t> </a:t>
            </a:r>
            <a:r>
              <a:rPr dirty="0" sz="3200" b="0">
                <a:solidFill>
                  <a:srgbClr val="FFFFFF"/>
                </a:solidFill>
                <a:latin typeface="Gill Sans"/>
                <a:cs typeface="Gill Sans"/>
              </a:rPr>
              <a:t>blog</a:t>
            </a:r>
            <a:r>
              <a:rPr dirty="0" sz="3200" spc="-90" b="0">
                <a:solidFill>
                  <a:srgbClr val="FFFFFF"/>
                </a:solidFill>
                <a:latin typeface="Gill Sans"/>
                <a:cs typeface="Gill Sans"/>
              </a:rPr>
              <a:t> </a:t>
            </a:r>
            <a:r>
              <a:rPr dirty="0" sz="3200" spc="-20" b="0">
                <a:solidFill>
                  <a:srgbClr val="FFFFFF"/>
                </a:solidFill>
                <a:latin typeface="Gill Sans"/>
                <a:cs typeface="Gill Sans"/>
              </a:rPr>
              <a:t>draft</a:t>
            </a:r>
            <a:endParaRPr sz="3200">
              <a:latin typeface="Gill Sans"/>
              <a:cs typeface="Gill Sans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9344329" y="6846817"/>
            <a:ext cx="3505200" cy="825500"/>
            <a:chOff x="9344329" y="6846817"/>
            <a:chExt cx="3505200" cy="825500"/>
          </a:xfrm>
        </p:grpSpPr>
        <p:pic>
          <p:nvPicPr>
            <p:cNvPr id="16" name="object 1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344329" y="6846817"/>
              <a:ext cx="3505200" cy="825499"/>
            </a:xfrm>
            <a:prstGeom prst="rect">
              <a:avLst/>
            </a:prstGeom>
          </p:spPr>
        </p:pic>
        <p:sp>
          <p:nvSpPr>
            <p:cNvPr id="17" name="object 17" descr=""/>
            <p:cNvSpPr/>
            <p:nvPr/>
          </p:nvSpPr>
          <p:spPr>
            <a:xfrm>
              <a:off x="9397999" y="6896100"/>
              <a:ext cx="3276600" cy="596900"/>
            </a:xfrm>
            <a:custGeom>
              <a:avLst/>
              <a:gdLst/>
              <a:ahLst/>
              <a:cxnLst/>
              <a:rect l="l" t="t" r="r" b="b"/>
              <a:pathLst>
                <a:path w="3276600" h="596900">
                  <a:moveTo>
                    <a:pt x="0" y="0"/>
                  </a:moveTo>
                  <a:lnTo>
                    <a:pt x="3276600" y="0"/>
                  </a:lnTo>
                  <a:lnTo>
                    <a:pt x="3276600" y="596900"/>
                  </a:lnTo>
                  <a:lnTo>
                    <a:pt x="0" y="5969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07A9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651999" y="7023100"/>
              <a:ext cx="2806700" cy="393700"/>
            </a:xfrm>
            <a:prstGeom prst="rect">
              <a:avLst/>
            </a:prstGeom>
          </p:spPr>
        </p:pic>
      </p:grpSp>
      <p:sp>
        <p:nvSpPr>
          <p:cNvPr id="19" name="object 19" descr=""/>
          <p:cNvSpPr txBox="1"/>
          <p:nvPr/>
        </p:nvSpPr>
        <p:spPr>
          <a:xfrm>
            <a:off x="9398000" y="6896100"/>
            <a:ext cx="3276600" cy="596900"/>
          </a:xfrm>
          <a:prstGeom prst="rect">
            <a:avLst/>
          </a:prstGeom>
          <a:ln w="50800">
            <a:solidFill>
              <a:srgbClr val="293761"/>
            </a:solidFill>
          </a:ln>
        </p:spPr>
        <p:txBody>
          <a:bodyPr wrap="square" lIns="0" tIns="33020" rIns="0" bIns="0" rtlCol="0" vert="horz">
            <a:spAutoFit/>
          </a:bodyPr>
          <a:lstStyle/>
          <a:p>
            <a:pPr marL="264795">
              <a:lnSpc>
                <a:spcPct val="100000"/>
              </a:lnSpc>
              <a:spcBef>
                <a:spcPts val="260"/>
              </a:spcBef>
            </a:pPr>
            <a:r>
              <a:rPr dirty="0" sz="3200" b="0">
                <a:solidFill>
                  <a:srgbClr val="FFFFFF"/>
                </a:solidFill>
                <a:latin typeface="Gill Sans"/>
                <a:cs typeface="Gill Sans"/>
              </a:rPr>
              <a:t>Revise</a:t>
            </a:r>
            <a:r>
              <a:rPr dirty="0" sz="3200" spc="-75" b="0">
                <a:solidFill>
                  <a:srgbClr val="FFFFFF"/>
                </a:solidFill>
                <a:latin typeface="Gill Sans"/>
                <a:cs typeface="Gill Sans"/>
              </a:rPr>
              <a:t> </a:t>
            </a:r>
            <a:r>
              <a:rPr dirty="0" sz="3200" b="0">
                <a:solidFill>
                  <a:srgbClr val="FFFFFF"/>
                </a:solidFill>
                <a:latin typeface="Gill Sans"/>
                <a:cs typeface="Gill Sans"/>
              </a:rPr>
              <a:t>blog</a:t>
            </a:r>
            <a:r>
              <a:rPr dirty="0" sz="3200" spc="-70" b="0">
                <a:solidFill>
                  <a:srgbClr val="FFFFFF"/>
                </a:solidFill>
                <a:latin typeface="Gill Sans"/>
                <a:cs typeface="Gill Sans"/>
              </a:rPr>
              <a:t> </a:t>
            </a:r>
            <a:r>
              <a:rPr dirty="0" sz="3200" spc="-20" b="0">
                <a:solidFill>
                  <a:srgbClr val="FFFFFF"/>
                </a:solidFill>
                <a:latin typeface="Gill Sans"/>
                <a:cs typeface="Gill Sans"/>
              </a:rPr>
              <a:t>draft</a:t>
            </a:r>
            <a:endParaRPr sz="3200">
              <a:latin typeface="Gill Sans"/>
              <a:cs typeface="Gill Sans"/>
            </a:endParaRPr>
          </a:p>
        </p:txBody>
      </p:sp>
      <p:pic>
        <p:nvPicPr>
          <p:cNvPr id="20" name="object 20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943600" y="6324600"/>
            <a:ext cx="2540000" cy="2540000"/>
          </a:xfrm>
          <a:prstGeom prst="rect">
            <a:avLst/>
          </a:prstGeom>
        </p:spPr>
      </p:pic>
      <p:grpSp>
        <p:nvGrpSpPr>
          <p:cNvPr id="21" name="object 21" descr=""/>
          <p:cNvGrpSpPr/>
          <p:nvPr/>
        </p:nvGrpSpPr>
        <p:grpSpPr>
          <a:xfrm>
            <a:off x="3022600" y="6138582"/>
            <a:ext cx="8407400" cy="2810510"/>
            <a:chOff x="3022600" y="6138582"/>
            <a:chExt cx="8407400" cy="2810510"/>
          </a:xfrm>
        </p:grpSpPr>
        <p:pic>
          <p:nvPicPr>
            <p:cNvPr id="22" name="object 22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022600" y="6138582"/>
              <a:ext cx="800100" cy="1176617"/>
            </a:xfrm>
            <a:prstGeom prst="rect">
              <a:avLst/>
            </a:prstGeom>
          </p:spPr>
        </p:pic>
        <p:pic>
          <p:nvPicPr>
            <p:cNvPr id="23" name="object 23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629900" y="7772400"/>
              <a:ext cx="800100" cy="117661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261151" y="2804775"/>
            <a:ext cx="5151120" cy="2768600"/>
          </a:xfrm>
          <a:prstGeom prst="rect">
            <a:avLst/>
          </a:prstGeom>
        </p:spPr>
        <p:txBody>
          <a:bodyPr wrap="square" lIns="0" tIns="287020" rIns="0" bIns="0" rtlCol="0" vert="horz">
            <a:spAutoFit/>
          </a:bodyPr>
          <a:lstStyle/>
          <a:p>
            <a:pPr marL="392430" indent="-379730">
              <a:lnSpc>
                <a:spcPct val="100000"/>
              </a:lnSpc>
              <a:spcBef>
                <a:spcPts val="2260"/>
              </a:spcBef>
              <a:buChar char="•"/>
              <a:tabLst>
                <a:tab pos="392430" algn="l"/>
                <a:tab pos="3032125" algn="l"/>
              </a:tabLst>
            </a:pPr>
            <a:r>
              <a:rPr dirty="0" sz="4200" spc="-10">
                <a:solidFill>
                  <a:srgbClr val="004479"/>
                </a:solidFill>
                <a:latin typeface="Arial"/>
                <a:cs typeface="Arial"/>
              </a:rPr>
              <a:t>Estimating</a:t>
            </a:r>
            <a:r>
              <a:rPr dirty="0" sz="4200">
                <a:solidFill>
                  <a:srgbClr val="004479"/>
                </a:solidFill>
                <a:latin typeface="Arial"/>
                <a:cs typeface="Arial"/>
              </a:rPr>
              <a:t>	is</a:t>
            </a:r>
            <a:r>
              <a:rPr dirty="0" sz="4200" spc="-15">
                <a:solidFill>
                  <a:srgbClr val="004479"/>
                </a:solidFill>
                <a:latin typeface="Arial"/>
                <a:cs typeface="Arial"/>
              </a:rPr>
              <a:t> </a:t>
            </a:r>
            <a:r>
              <a:rPr dirty="0" sz="4200" spc="-20">
                <a:solidFill>
                  <a:srgbClr val="004479"/>
                </a:solidFill>
                <a:latin typeface="Arial"/>
                <a:cs typeface="Arial"/>
              </a:rPr>
              <a:t>hard</a:t>
            </a:r>
            <a:endParaRPr sz="4200">
              <a:latin typeface="Arial"/>
              <a:cs typeface="Arial"/>
            </a:endParaRPr>
          </a:p>
          <a:p>
            <a:pPr marL="392430" indent="-379730">
              <a:lnSpc>
                <a:spcPct val="100000"/>
              </a:lnSpc>
              <a:spcBef>
                <a:spcPts val="2160"/>
              </a:spcBef>
              <a:buChar char="•"/>
              <a:tabLst>
                <a:tab pos="392430" algn="l"/>
                <a:tab pos="1489710" algn="l"/>
              </a:tabLst>
            </a:pPr>
            <a:r>
              <a:rPr dirty="0" sz="4200" spc="-25">
                <a:solidFill>
                  <a:srgbClr val="004479"/>
                </a:solidFill>
                <a:latin typeface="Arial"/>
                <a:cs typeface="Arial"/>
              </a:rPr>
              <a:t>Use</a:t>
            </a:r>
            <a:r>
              <a:rPr dirty="0" sz="4200">
                <a:solidFill>
                  <a:srgbClr val="004479"/>
                </a:solidFill>
                <a:latin typeface="Arial"/>
                <a:cs typeface="Arial"/>
              </a:rPr>
              <a:t>	story</a:t>
            </a:r>
            <a:r>
              <a:rPr dirty="0" sz="4200" spc="-70">
                <a:solidFill>
                  <a:srgbClr val="004479"/>
                </a:solidFill>
                <a:latin typeface="Arial"/>
                <a:cs typeface="Arial"/>
              </a:rPr>
              <a:t> </a:t>
            </a:r>
            <a:r>
              <a:rPr dirty="0" sz="4200" spc="-10">
                <a:solidFill>
                  <a:srgbClr val="004479"/>
                </a:solidFill>
                <a:latin typeface="Arial"/>
                <a:cs typeface="Arial"/>
              </a:rPr>
              <a:t>points</a:t>
            </a:r>
            <a:endParaRPr sz="4200">
              <a:latin typeface="Arial"/>
              <a:cs typeface="Arial"/>
            </a:endParaRPr>
          </a:p>
          <a:p>
            <a:pPr marL="392430" indent="-379730">
              <a:lnSpc>
                <a:spcPct val="100000"/>
              </a:lnSpc>
              <a:spcBef>
                <a:spcPts val="2160"/>
              </a:spcBef>
              <a:buChar char="•"/>
              <a:tabLst>
                <a:tab pos="392430" algn="l"/>
              </a:tabLst>
            </a:pPr>
            <a:r>
              <a:rPr dirty="0" sz="4200">
                <a:solidFill>
                  <a:srgbClr val="004479"/>
                </a:solidFill>
                <a:latin typeface="Arial"/>
                <a:cs typeface="Arial"/>
              </a:rPr>
              <a:t>1,</a:t>
            </a:r>
            <a:r>
              <a:rPr dirty="0" sz="4200" spc="-15">
                <a:solidFill>
                  <a:srgbClr val="004479"/>
                </a:solidFill>
                <a:latin typeface="Arial"/>
                <a:cs typeface="Arial"/>
              </a:rPr>
              <a:t> </a:t>
            </a:r>
            <a:r>
              <a:rPr dirty="0" sz="4200">
                <a:solidFill>
                  <a:srgbClr val="004479"/>
                </a:solidFill>
                <a:latin typeface="Arial"/>
                <a:cs typeface="Arial"/>
              </a:rPr>
              <a:t>2,</a:t>
            </a:r>
            <a:r>
              <a:rPr dirty="0" sz="4200" spc="-10">
                <a:solidFill>
                  <a:srgbClr val="004479"/>
                </a:solidFill>
                <a:latin typeface="Arial"/>
                <a:cs typeface="Arial"/>
              </a:rPr>
              <a:t> </a:t>
            </a:r>
            <a:r>
              <a:rPr dirty="0" sz="4200">
                <a:solidFill>
                  <a:srgbClr val="004479"/>
                </a:solidFill>
                <a:latin typeface="Arial"/>
                <a:cs typeface="Arial"/>
              </a:rPr>
              <a:t>4,</a:t>
            </a:r>
            <a:r>
              <a:rPr dirty="0" sz="4200" spc="-15">
                <a:solidFill>
                  <a:srgbClr val="004479"/>
                </a:solidFill>
                <a:latin typeface="Arial"/>
                <a:cs typeface="Arial"/>
              </a:rPr>
              <a:t> </a:t>
            </a:r>
            <a:r>
              <a:rPr dirty="0" sz="4200">
                <a:solidFill>
                  <a:srgbClr val="004479"/>
                </a:solidFill>
                <a:latin typeface="Arial"/>
                <a:cs typeface="Arial"/>
              </a:rPr>
              <a:t>8,</a:t>
            </a:r>
            <a:r>
              <a:rPr dirty="0" sz="4200" spc="-10">
                <a:solidFill>
                  <a:srgbClr val="004479"/>
                </a:solidFill>
                <a:latin typeface="Arial"/>
                <a:cs typeface="Arial"/>
              </a:rPr>
              <a:t> </a:t>
            </a:r>
            <a:r>
              <a:rPr dirty="0" sz="4200">
                <a:solidFill>
                  <a:srgbClr val="004479"/>
                </a:solidFill>
                <a:latin typeface="Arial"/>
                <a:cs typeface="Arial"/>
              </a:rPr>
              <a:t>16,</a:t>
            </a:r>
            <a:r>
              <a:rPr dirty="0" sz="4200" spc="-10">
                <a:solidFill>
                  <a:srgbClr val="004479"/>
                </a:solidFill>
                <a:latin typeface="Arial"/>
                <a:cs typeface="Arial"/>
              </a:rPr>
              <a:t> </a:t>
            </a:r>
            <a:r>
              <a:rPr dirty="0" sz="4200">
                <a:solidFill>
                  <a:srgbClr val="004479"/>
                </a:solidFill>
                <a:latin typeface="Arial"/>
                <a:cs typeface="Arial"/>
              </a:rPr>
              <a:t>32,</a:t>
            </a:r>
            <a:r>
              <a:rPr dirty="0" sz="4200" spc="-20">
                <a:solidFill>
                  <a:srgbClr val="004479"/>
                </a:solidFill>
                <a:latin typeface="Arial"/>
                <a:cs typeface="Arial"/>
              </a:rPr>
              <a:t> </a:t>
            </a:r>
            <a:r>
              <a:rPr dirty="0" sz="4200" spc="-25">
                <a:solidFill>
                  <a:srgbClr val="004479"/>
                </a:solidFill>
                <a:latin typeface="Arial"/>
                <a:cs typeface="Arial"/>
              </a:rPr>
              <a:t>48</a:t>
            </a:r>
            <a:endParaRPr sz="42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207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200" spc="190">
                <a:solidFill>
                  <a:srgbClr val="003366"/>
                </a:solidFill>
                <a:latin typeface="Century"/>
                <a:cs typeface="Century"/>
              </a:rPr>
              <a:t>Challenge</a:t>
            </a:r>
            <a:r>
              <a:rPr dirty="0" sz="6200" spc="100">
                <a:solidFill>
                  <a:srgbClr val="003366"/>
                </a:solidFill>
                <a:latin typeface="Century"/>
                <a:cs typeface="Century"/>
              </a:rPr>
              <a:t> </a:t>
            </a:r>
            <a:r>
              <a:rPr dirty="0" sz="6200">
                <a:solidFill>
                  <a:srgbClr val="003366"/>
                </a:solidFill>
                <a:latin typeface="Century"/>
                <a:cs typeface="Century"/>
              </a:rPr>
              <a:t>3:</a:t>
            </a:r>
            <a:r>
              <a:rPr dirty="0" sz="6200" spc="105">
                <a:solidFill>
                  <a:srgbClr val="003366"/>
                </a:solidFill>
                <a:latin typeface="Century"/>
                <a:cs typeface="Century"/>
              </a:rPr>
              <a:t> </a:t>
            </a:r>
            <a:r>
              <a:rPr dirty="0" sz="6200" spc="235">
                <a:solidFill>
                  <a:srgbClr val="003366"/>
                </a:solidFill>
                <a:latin typeface="Century"/>
                <a:cs typeface="Century"/>
              </a:rPr>
              <a:t>How</a:t>
            </a:r>
            <a:r>
              <a:rPr dirty="0" sz="6200" spc="100">
                <a:solidFill>
                  <a:srgbClr val="003366"/>
                </a:solidFill>
                <a:latin typeface="Century"/>
                <a:cs typeface="Century"/>
              </a:rPr>
              <a:t> </a:t>
            </a:r>
            <a:r>
              <a:rPr dirty="0" sz="6200" spc="140">
                <a:solidFill>
                  <a:srgbClr val="003366"/>
                </a:solidFill>
                <a:latin typeface="Century"/>
                <a:cs typeface="Century"/>
              </a:rPr>
              <a:t>Long</a:t>
            </a:r>
            <a:r>
              <a:rPr dirty="0" sz="6200" spc="105">
                <a:solidFill>
                  <a:srgbClr val="003366"/>
                </a:solidFill>
                <a:latin typeface="Century"/>
                <a:cs typeface="Century"/>
              </a:rPr>
              <a:t> </a:t>
            </a:r>
            <a:r>
              <a:rPr dirty="0" sz="6200" spc="235">
                <a:solidFill>
                  <a:srgbClr val="003366"/>
                </a:solidFill>
                <a:latin typeface="Century"/>
                <a:cs typeface="Century"/>
              </a:rPr>
              <a:t>Will</a:t>
            </a:r>
            <a:r>
              <a:rPr dirty="0" sz="6200" spc="105">
                <a:solidFill>
                  <a:srgbClr val="003366"/>
                </a:solidFill>
                <a:latin typeface="Century"/>
                <a:cs typeface="Century"/>
              </a:rPr>
              <a:t> </a:t>
            </a:r>
            <a:r>
              <a:rPr dirty="0" sz="6200">
                <a:solidFill>
                  <a:srgbClr val="003366"/>
                </a:solidFill>
                <a:latin typeface="Century"/>
                <a:cs typeface="Century"/>
              </a:rPr>
              <a:t>It</a:t>
            </a:r>
            <a:r>
              <a:rPr dirty="0" sz="6200" spc="100">
                <a:solidFill>
                  <a:srgbClr val="003366"/>
                </a:solidFill>
                <a:latin typeface="Century"/>
                <a:cs typeface="Century"/>
              </a:rPr>
              <a:t> </a:t>
            </a:r>
            <a:r>
              <a:rPr dirty="0" sz="6200" spc="250">
                <a:solidFill>
                  <a:srgbClr val="003366"/>
                </a:solidFill>
                <a:latin typeface="Century"/>
                <a:cs typeface="Century"/>
              </a:rPr>
              <a:t>Take?</a:t>
            </a:r>
            <a:endParaRPr sz="6200">
              <a:latin typeface="Century"/>
              <a:cs typeface="Century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-2432" y="0"/>
            <a:ext cx="16264890" cy="9150350"/>
            <a:chOff x="-2432" y="0"/>
            <a:chExt cx="16264890" cy="915035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6256000" cy="9144000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6324357" cy="4414794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772900" y="6527799"/>
              <a:ext cx="4483100" cy="2616200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87300" y="7886088"/>
              <a:ext cx="2076352" cy="1130910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350" y="6349"/>
              <a:ext cx="16249650" cy="9137650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6350" y="6350"/>
              <a:ext cx="16249650" cy="9137650"/>
            </a:xfrm>
            <a:custGeom>
              <a:avLst/>
              <a:gdLst/>
              <a:ahLst/>
              <a:cxnLst/>
              <a:rect l="l" t="t" r="r" b="b"/>
              <a:pathLst>
                <a:path w="16249650" h="9137650">
                  <a:moveTo>
                    <a:pt x="0" y="9137650"/>
                  </a:moveTo>
                  <a:lnTo>
                    <a:pt x="0" y="0"/>
                  </a:lnTo>
                  <a:lnTo>
                    <a:pt x="1624965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-2432" y="7086086"/>
              <a:ext cx="4066429" cy="2057913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440902" y="6978483"/>
              <a:ext cx="4815099" cy="2165515"/>
            </a:xfrm>
            <a:prstGeom prst="rect">
              <a:avLst/>
            </a:prstGeom>
          </p:spPr>
        </p:pic>
        <p:sp>
          <p:nvSpPr>
            <p:cNvPr id="11" name="object 11" descr=""/>
            <p:cNvSpPr/>
            <p:nvPr/>
          </p:nvSpPr>
          <p:spPr>
            <a:xfrm>
              <a:off x="14984046" y="330203"/>
              <a:ext cx="916305" cy="188595"/>
            </a:xfrm>
            <a:custGeom>
              <a:avLst/>
              <a:gdLst/>
              <a:ahLst/>
              <a:cxnLst/>
              <a:rect l="l" t="t" r="r" b="b"/>
              <a:pathLst>
                <a:path w="916305" h="188595">
                  <a:moveTo>
                    <a:pt x="901633" y="0"/>
                  </a:moveTo>
                  <a:lnTo>
                    <a:pt x="891333" y="0"/>
                  </a:lnTo>
                  <a:lnTo>
                    <a:pt x="887866" y="888"/>
                  </a:lnTo>
                  <a:lnTo>
                    <a:pt x="841667" y="24592"/>
                  </a:lnTo>
                  <a:lnTo>
                    <a:pt x="797144" y="44172"/>
                  </a:lnTo>
                  <a:lnTo>
                    <a:pt x="751382" y="61250"/>
                  </a:lnTo>
                  <a:lnTo>
                    <a:pt x="704512" y="75792"/>
                  </a:lnTo>
                  <a:lnTo>
                    <a:pt x="656665" y="87766"/>
                  </a:lnTo>
                  <a:lnTo>
                    <a:pt x="607972" y="97139"/>
                  </a:lnTo>
                  <a:lnTo>
                    <a:pt x="558566" y="103877"/>
                  </a:lnTo>
                  <a:lnTo>
                    <a:pt x="508577" y="107949"/>
                  </a:lnTo>
                  <a:lnTo>
                    <a:pt x="458136" y="109321"/>
                  </a:lnTo>
                  <a:lnTo>
                    <a:pt x="407692" y="107949"/>
                  </a:lnTo>
                  <a:lnTo>
                    <a:pt x="357701" y="103878"/>
                  </a:lnTo>
                  <a:lnTo>
                    <a:pt x="308294" y="97139"/>
                  </a:lnTo>
                  <a:lnTo>
                    <a:pt x="259601" y="87767"/>
                  </a:lnTo>
                  <a:lnTo>
                    <a:pt x="211754" y="75794"/>
                  </a:lnTo>
                  <a:lnTo>
                    <a:pt x="164884" y="61253"/>
                  </a:lnTo>
                  <a:lnTo>
                    <a:pt x="119121" y="44177"/>
                  </a:lnTo>
                  <a:lnTo>
                    <a:pt x="74596" y="24600"/>
                  </a:lnTo>
                  <a:lnTo>
                    <a:pt x="28406" y="888"/>
                  </a:lnTo>
                  <a:lnTo>
                    <a:pt x="24952" y="0"/>
                  </a:lnTo>
                  <a:lnTo>
                    <a:pt x="14639" y="0"/>
                  </a:lnTo>
                  <a:lnTo>
                    <a:pt x="8137" y="3262"/>
                  </a:lnTo>
                  <a:lnTo>
                    <a:pt x="4086" y="8718"/>
                  </a:lnTo>
                  <a:lnTo>
                    <a:pt x="731" y="15585"/>
                  </a:lnTo>
                  <a:lnTo>
                    <a:pt x="0" y="23474"/>
                  </a:lnTo>
                  <a:lnTo>
                    <a:pt x="2321" y="31362"/>
                  </a:lnTo>
                  <a:lnTo>
                    <a:pt x="47144" y="65540"/>
                  </a:lnTo>
                  <a:lnTo>
                    <a:pt x="87636" y="90281"/>
                  </a:lnTo>
                  <a:lnTo>
                    <a:pt x="129506" y="112389"/>
                  </a:lnTo>
                  <a:lnTo>
                    <a:pt x="172659" y="131800"/>
                  </a:lnTo>
                  <a:lnTo>
                    <a:pt x="217001" y="148451"/>
                  </a:lnTo>
                  <a:lnTo>
                    <a:pt x="263953" y="162714"/>
                  </a:lnTo>
                  <a:lnTo>
                    <a:pt x="311649" y="173845"/>
                  </a:lnTo>
                  <a:lnTo>
                    <a:pt x="359980" y="181825"/>
                  </a:lnTo>
                  <a:lnTo>
                    <a:pt x="408837" y="186635"/>
                  </a:lnTo>
                  <a:lnTo>
                    <a:pt x="458149" y="188257"/>
                  </a:lnTo>
                  <a:lnTo>
                    <a:pt x="507424" y="186635"/>
                  </a:lnTo>
                  <a:lnTo>
                    <a:pt x="556284" y="181825"/>
                  </a:lnTo>
                  <a:lnTo>
                    <a:pt x="604619" y="173845"/>
                  </a:lnTo>
                  <a:lnTo>
                    <a:pt x="652318" y="162714"/>
                  </a:lnTo>
                  <a:lnTo>
                    <a:pt x="699271" y="148451"/>
                  </a:lnTo>
                  <a:lnTo>
                    <a:pt x="743612" y="131796"/>
                  </a:lnTo>
                  <a:lnTo>
                    <a:pt x="786766" y="112381"/>
                  </a:lnTo>
                  <a:lnTo>
                    <a:pt x="828644" y="90265"/>
                  </a:lnTo>
                  <a:lnTo>
                    <a:pt x="869156" y="65509"/>
                  </a:lnTo>
                  <a:lnTo>
                    <a:pt x="908211" y="38172"/>
                  </a:lnTo>
                  <a:lnTo>
                    <a:pt x="916276" y="23460"/>
                  </a:lnTo>
                  <a:lnTo>
                    <a:pt x="915537" y="15583"/>
                  </a:lnTo>
                  <a:lnTo>
                    <a:pt x="912187" y="8729"/>
                  </a:lnTo>
                  <a:lnTo>
                    <a:pt x="908123" y="3262"/>
                  </a:lnTo>
                  <a:lnTo>
                    <a:pt x="901633" y="0"/>
                  </a:lnTo>
                  <a:close/>
                </a:path>
              </a:pathLst>
            </a:custGeom>
            <a:solidFill>
              <a:srgbClr val="9EC73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15127249" y="534197"/>
              <a:ext cx="629920" cy="634365"/>
            </a:xfrm>
            <a:custGeom>
              <a:avLst/>
              <a:gdLst/>
              <a:ahLst/>
              <a:cxnLst/>
              <a:rect l="l" t="t" r="r" b="b"/>
              <a:pathLst>
                <a:path w="629919" h="634365">
                  <a:moveTo>
                    <a:pt x="616026" y="101"/>
                  </a:moveTo>
                  <a:lnTo>
                    <a:pt x="610285" y="101"/>
                  </a:lnTo>
                  <a:lnTo>
                    <a:pt x="608202" y="483"/>
                  </a:lnTo>
                  <a:lnTo>
                    <a:pt x="578528" y="11210"/>
                  </a:lnTo>
                  <a:lnTo>
                    <a:pt x="550952" y="19969"/>
                  </a:lnTo>
                  <a:lnTo>
                    <a:pt x="523885" y="27573"/>
                  </a:lnTo>
                  <a:lnTo>
                    <a:pt x="490715" y="35721"/>
                  </a:lnTo>
                  <a:lnTo>
                    <a:pt x="485089" y="40896"/>
                  </a:lnTo>
                  <a:lnTo>
                    <a:pt x="463442" y="87827"/>
                  </a:lnTo>
                  <a:lnTo>
                    <a:pt x="436553" y="128034"/>
                  </a:lnTo>
                  <a:lnTo>
                    <a:pt x="403792" y="168066"/>
                  </a:lnTo>
                  <a:lnTo>
                    <a:pt x="366865" y="208230"/>
                  </a:lnTo>
                  <a:lnTo>
                    <a:pt x="327482" y="248831"/>
                  </a:lnTo>
                  <a:lnTo>
                    <a:pt x="321055" y="254737"/>
                  </a:lnTo>
                  <a:lnTo>
                    <a:pt x="308838" y="254737"/>
                  </a:lnTo>
                  <a:lnTo>
                    <a:pt x="263016" y="208253"/>
                  </a:lnTo>
                  <a:lnTo>
                    <a:pt x="226089" y="168145"/>
                  </a:lnTo>
                  <a:lnTo>
                    <a:pt x="193328" y="128180"/>
                  </a:lnTo>
                  <a:lnTo>
                    <a:pt x="166438" y="88029"/>
                  </a:lnTo>
                  <a:lnTo>
                    <a:pt x="147129" y="47365"/>
                  </a:lnTo>
                  <a:lnTo>
                    <a:pt x="144805" y="41132"/>
                  </a:lnTo>
                  <a:lnTo>
                    <a:pt x="139166" y="35946"/>
                  </a:lnTo>
                  <a:lnTo>
                    <a:pt x="105976" y="27746"/>
                  </a:lnTo>
                  <a:lnTo>
                    <a:pt x="78879" y="20023"/>
                  </a:lnTo>
                  <a:lnTo>
                    <a:pt x="51287" y="11149"/>
                  </a:lnTo>
                  <a:lnTo>
                    <a:pt x="21602" y="372"/>
                  </a:lnTo>
                  <a:lnTo>
                    <a:pt x="19519" y="0"/>
                  </a:lnTo>
                  <a:lnTo>
                    <a:pt x="13779" y="0"/>
                  </a:lnTo>
                  <a:lnTo>
                    <a:pt x="10198" y="1159"/>
                  </a:lnTo>
                  <a:lnTo>
                    <a:pt x="2451" y="7087"/>
                  </a:lnTo>
                  <a:lnTo>
                    <a:pt x="0" y="12950"/>
                  </a:lnTo>
                  <a:lnTo>
                    <a:pt x="558" y="18575"/>
                  </a:lnTo>
                  <a:lnTo>
                    <a:pt x="7960" y="61043"/>
                  </a:lnTo>
                  <a:lnTo>
                    <a:pt x="21770" y="103404"/>
                  </a:lnTo>
                  <a:lnTo>
                    <a:pt x="42110" y="146027"/>
                  </a:lnTo>
                  <a:lnTo>
                    <a:pt x="69100" y="189280"/>
                  </a:lnTo>
                  <a:lnTo>
                    <a:pt x="99587" y="229630"/>
                  </a:lnTo>
                  <a:lnTo>
                    <a:pt x="133181" y="268678"/>
                  </a:lnTo>
                  <a:lnTo>
                    <a:pt x="168638" y="306647"/>
                  </a:lnTo>
                  <a:lnTo>
                    <a:pt x="242089" y="382228"/>
                  </a:lnTo>
                  <a:lnTo>
                    <a:pt x="277619" y="420403"/>
                  </a:lnTo>
                  <a:lnTo>
                    <a:pt x="310053" y="458615"/>
                  </a:lnTo>
                  <a:lnTo>
                    <a:pt x="338148" y="497190"/>
                  </a:lnTo>
                  <a:lnTo>
                    <a:pt x="360656" y="536455"/>
                  </a:lnTo>
                  <a:lnTo>
                    <a:pt x="376333" y="576735"/>
                  </a:lnTo>
                  <a:lnTo>
                    <a:pt x="383933" y="618357"/>
                  </a:lnTo>
                  <a:lnTo>
                    <a:pt x="384594" y="627279"/>
                  </a:lnTo>
                  <a:lnTo>
                    <a:pt x="392010" y="634198"/>
                  </a:lnTo>
                  <a:lnTo>
                    <a:pt x="509485" y="634198"/>
                  </a:lnTo>
                  <a:lnTo>
                    <a:pt x="513943" y="632274"/>
                  </a:lnTo>
                  <a:lnTo>
                    <a:pt x="520395" y="625480"/>
                  </a:lnTo>
                  <a:lnTo>
                    <a:pt x="522096" y="620934"/>
                  </a:lnTo>
                  <a:lnTo>
                    <a:pt x="521868" y="616243"/>
                  </a:lnTo>
                  <a:lnTo>
                    <a:pt x="515350" y="566558"/>
                  </a:lnTo>
                  <a:lnTo>
                    <a:pt x="500607" y="516483"/>
                  </a:lnTo>
                  <a:lnTo>
                    <a:pt x="477507" y="465666"/>
                  </a:lnTo>
                  <a:lnTo>
                    <a:pt x="445922" y="413754"/>
                  </a:lnTo>
                  <a:lnTo>
                    <a:pt x="409359" y="365061"/>
                  </a:lnTo>
                  <a:lnTo>
                    <a:pt x="411276" y="357985"/>
                  </a:lnTo>
                  <a:lnTo>
                    <a:pt x="461241" y="306643"/>
                  </a:lnTo>
                  <a:lnTo>
                    <a:pt x="496698" y="268674"/>
                  </a:lnTo>
                  <a:lnTo>
                    <a:pt x="530290" y="229629"/>
                  </a:lnTo>
                  <a:lnTo>
                    <a:pt x="560781" y="189280"/>
                  </a:lnTo>
                  <a:lnTo>
                    <a:pt x="587773" y="146078"/>
                  </a:lnTo>
                  <a:lnTo>
                    <a:pt x="608115" y="103567"/>
                  </a:lnTo>
                  <a:lnTo>
                    <a:pt x="621926" y="61318"/>
                  </a:lnTo>
                  <a:lnTo>
                    <a:pt x="629323" y="18901"/>
                  </a:lnTo>
                  <a:lnTo>
                    <a:pt x="629894" y="13197"/>
                  </a:lnTo>
                  <a:lnTo>
                    <a:pt x="627291" y="7133"/>
                  </a:lnTo>
                  <a:lnTo>
                    <a:pt x="622706" y="3611"/>
                  </a:lnTo>
                  <a:lnTo>
                    <a:pt x="619658" y="1294"/>
                  </a:lnTo>
                  <a:lnTo>
                    <a:pt x="616026" y="101"/>
                  </a:lnTo>
                  <a:close/>
                </a:path>
              </a:pathLst>
            </a:custGeom>
            <a:solidFill>
              <a:srgbClr val="59AEE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5234958" y="949714"/>
              <a:ext cx="169723" cy="218690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5368321" y="586825"/>
              <a:ext cx="147713" cy="115746"/>
            </a:xfrm>
            <a:prstGeom prst="rect">
              <a:avLst/>
            </a:prstGeom>
          </p:spPr>
        </p:pic>
        <p:sp>
          <p:nvSpPr>
            <p:cNvPr id="15" name="object 15" descr=""/>
            <p:cNvSpPr/>
            <p:nvPr/>
          </p:nvSpPr>
          <p:spPr>
            <a:xfrm>
              <a:off x="1257299" y="2476499"/>
              <a:ext cx="13512800" cy="0"/>
            </a:xfrm>
            <a:custGeom>
              <a:avLst/>
              <a:gdLst/>
              <a:ahLst/>
              <a:cxnLst/>
              <a:rect l="l" t="t" r="r" b="b"/>
              <a:pathLst>
                <a:path w="13512800" h="0">
                  <a:moveTo>
                    <a:pt x="0" y="0"/>
                  </a:moveTo>
                  <a:lnTo>
                    <a:pt x="13512800" y="0"/>
                  </a:lnTo>
                </a:path>
              </a:pathLst>
            </a:custGeom>
            <a:ln w="25400">
              <a:solidFill>
                <a:srgbClr val="5DB6E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1718351" y="2798898"/>
            <a:ext cx="6348730" cy="3225800"/>
          </a:xfrm>
          <a:prstGeom prst="rect">
            <a:avLst/>
          </a:prstGeom>
        </p:spPr>
        <p:txBody>
          <a:bodyPr wrap="square" lIns="0" tIns="1727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60"/>
              </a:spcBef>
            </a:pPr>
            <a:r>
              <a:rPr dirty="0" sz="4200" spc="210">
                <a:solidFill>
                  <a:srgbClr val="004479"/>
                </a:solidFill>
                <a:latin typeface="Century"/>
                <a:cs typeface="Century"/>
              </a:rPr>
              <a:t>30</a:t>
            </a:r>
            <a:r>
              <a:rPr dirty="0" sz="4200" spc="95">
                <a:solidFill>
                  <a:srgbClr val="004479"/>
                </a:solidFill>
                <a:latin typeface="Century"/>
                <a:cs typeface="Century"/>
              </a:rPr>
              <a:t> </a:t>
            </a:r>
            <a:r>
              <a:rPr dirty="0" sz="4200" spc="185">
                <a:solidFill>
                  <a:srgbClr val="004479"/>
                </a:solidFill>
                <a:latin typeface="Century"/>
                <a:cs typeface="Century"/>
              </a:rPr>
              <a:t>mins</a:t>
            </a:r>
            <a:r>
              <a:rPr dirty="0" sz="4200" spc="100">
                <a:solidFill>
                  <a:srgbClr val="004479"/>
                </a:solidFill>
                <a:latin typeface="Century"/>
                <a:cs typeface="Century"/>
              </a:rPr>
              <a:t> </a:t>
            </a:r>
            <a:r>
              <a:rPr dirty="0" sz="4200" spc="-409">
                <a:solidFill>
                  <a:srgbClr val="004479"/>
                </a:solidFill>
                <a:latin typeface="Century"/>
                <a:cs typeface="Century"/>
              </a:rPr>
              <a:t>=</a:t>
            </a:r>
            <a:r>
              <a:rPr dirty="0" sz="4200" spc="95">
                <a:solidFill>
                  <a:srgbClr val="004479"/>
                </a:solidFill>
                <a:latin typeface="Century"/>
                <a:cs typeface="Century"/>
              </a:rPr>
              <a:t> </a:t>
            </a:r>
            <a:r>
              <a:rPr dirty="0" sz="4200" spc="-400">
                <a:solidFill>
                  <a:srgbClr val="004479"/>
                </a:solidFill>
                <a:latin typeface="Century"/>
                <a:cs typeface="Century"/>
              </a:rPr>
              <a:t>1</a:t>
            </a:r>
            <a:r>
              <a:rPr dirty="0" sz="4200" spc="100">
                <a:solidFill>
                  <a:srgbClr val="004479"/>
                </a:solidFill>
                <a:latin typeface="Century"/>
                <a:cs typeface="Century"/>
              </a:rPr>
              <a:t> </a:t>
            </a:r>
            <a:r>
              <a:rPr dirty="0" sz="4200" spc="125">
                <a:solidFill>
                  <a:srgbClr val="004479"/>
                </a:solidFill>
                <a:latin typeface="Century"/>
                <a:cs typeface="Century"/>
              </a:rPr>
              <a:t>story</a:t>
            </a:r>
            <a:r>
              <a:rPr dirty="0" sz="4200" spc="95">
                <a:solidFill>
                  <a:srgbClr val="004479"/>
                </a:solidFill>
                <a:latin typeface="Century"/>
                <a:cs typeface="Century"/>
              </a:rPr>
              <a:t> </a:t>
            </a:r>
            <a:r>
              <a:rPr dirty="0" sz="4200" spc="150">
                <a:solidFill>
                  <a:srgbClr val="004479"/>
                </a:solidFill>
                <a:latin typeface="Century"/>
                <a:cs typeface="Century"/>
              </a:rPr>
              <a:t>point</a:t>
            </a:r>
            <a:endParaRPr sz="4200">
              <a:latin typeface="Century"/>
              <a:cs typeface="Century"/>
            </a:endParaRPr>
          </a:p>
          <a:p>
            <a:pPr marL="12700">
              <a:lnSpc>
                <a:spcPct val="100000"/>
              </a:lnSpc>
              <a:spcBef>
                <a:spcPts val="1260"/>
              </a:spcBef>
              <a:tabLst>
                <a:tab pos="2266315" algn="l"/>
              </a:tabLst>
            </a:pPr>
            <a:r>
              <a:rPr dirty="0" sz="4200" spc="-400">
                <a:solidFill>
                  <a:srgbClr val="004479"/>
                </a:solidFill>
                <a:latin typeface="Century"/>
                <a:cs typeface="Century"/>
              </a:rPr>
              <a:t>1</a:t>
            </a:r>
            <a:r>
              <a:rPr dirty="0" sz="4200" spc="90">
                <a:solidFill>
                  <a:srgbClr val="004479"/>
                </a:solidFill>
                <a:latin typeface="Century"/>
                <a:cs typeface="Century"/>
              </a:rPr>
              <a:t> </a:t>
            </a:r>
            <a:r>
              <a:rPr dirty="0" sz="4200" spc="75">
                <a:solidFill>
                  <a:srgbClr val="004479"/>
                </a:solidFill>
                <a:latin typeface="Century"/>
                <a:cs typeface="Century"/>
              </a:rPr>
              <a:t>hour</a:t>
            </a:r>
            <a:r>
              <a:rPr dirty="0" sz="4200">
                <a:solidFill>
                  <a:srgbClr val="004479"/>
                </a:solidFill>
                <a:latin typeface="Century"/>
                <a:cs typeface="Century"/>
              </a:rPr>
              <a:t>	</a:t>
            </a:r>
            <a:r>
              <a:rPr dirty="0" sz="4200" spc="-409">
                <a:solidFill>
                  <a:srgbClr val="004479"/>
                </a:solidFill>
                <a:latin typeface="Century"/>
                <a:cs typeface="Century"/>
              </a:rPr>
              <a:t>=</a:t>
            </a:r>
            <a:r>
              <a:rPr dirty="0" sz="4200" spc="95">
                <a:solidFill>
                  <a:srgbClr val="004479"/>
                </a:solidFill>
                <a:latin typeface="Century"/>
                <a:cs typeface="Century"/>
              </a:rPr>
              <a:t> </a:t>
            </a:r>
            <a:r>
              <a:rPr dirty="0" sz="4200" spc="185">
                <a:solidFill>
                  <a:srgbClr val="004479"/>
                </a:solidFill>
                <a:latin typeface="Century"/>
                <a:cs typeface="Century"/>
              </a:rPr>
              <a:t>2</a:t>
            </a:r>
            <a:r>
              <a:rPr dirty="0" sz="4200" spc="95">
                <a:solidFill>
                  <a:srgbClr val="004479"/>
                </a:solidFill>
                <a:latin typeface="Century"/>
                <a:cs typeface="Century"/>
              </a:rPr>
              <a:t> </a:t>
            </a:r>
            <a:r>
              <a:rPr dirty="0" sz="4200" spc="125">
                <a:solidFill>
                  <a:srgbClr val="004479"/>
                </a:solidFill>
                <a:latin typeface="Century"/>
                <a:cs typeface="Century"/>
              </a:rPr>
              <a:t>story</a:t>
            </a:r>
            <a:r>
              <a:rPr dirty="0" sz="4200" spc="95">
                <a:solidFill>
                  <a:srgbClr val="004479"/>
                </a:solidFill>
                <a:latin typeface="Century"/>
                <a:cs typeface="Century"/>
              </a:rPr>
              <a:t> </a:t>
            </a:r>
            <a:r>
              <a:rPr dirty="0" sz="4200" spc="145">
                <a:solidFill>
                  <a:srgbClr val="004479"/>
                </a:solidFill>
                <a:latin typeface="Century"/>
                <a:cs typeface="Century"/>
              </a:rPr>
              <a:t>points</a:t>
            </a:r>
            <a:endParaRPr sz="4200">
              <a:latin typeface="Century"/>
              <a:cs typeface="Century"/>
            </a:endParaRPr>
          </a:p>
          <a:p>
            <a:pPr marL="12700">
              <a:lnSpc>
                <a:spcPct val="100000"/>
              </a:lnSpc>
              <a:spcBef>
                <a:spcPts val="1260"/>
              </a:spcBef>
              <a:tabLst>
                <a:tab pos="2298700" algn="l"/>
              </a:tabLst>
            </a:pPr>
            <a:r>
              <a:rPr dirty="0" sz="4200" spc="185">
                <a:solidFill>
                  <a:srgbClr val="004479"/>
                </a:solidFill>
                <a:latin typeface="Century"/>
                <a:cs typeface="Century"/>
              </a:rPr>
              <a:t>2</a:t>
            </a:r>
            <a:r>
              <a:rPr dirty="0" sz="4200" spc="90">
                <a:solidFill>
                  <a:srgbClr val="004479"/>
                </a:solidFill>
                <a:latin typeface="Century"/>
                <a:cs typeface="Century"/>
              </a:rPr>
              <a:t> </a:t>
            </a:r>
            <a:r>
              <a:rPr dirty="0" sz="4200" spc="95">
                <a:solidFill>
                  <a:srgbClr val="004479"/>
                </a:solidFill>
                <a:latin typeface="Century"/>
                <a:cs typeface="Century"/>
              </a:rPr>
              <a:t>hours</a:t>
            </a:r>
            <a:r>
              <a:rPr dirty="0" sz="4200">
                <a:solidFill>
                  <a:srgbClr val="004479"/>
                </a:solidFill>
                <a:latin typeface="Century"/>
                <a:cs typeface="Century"/>
              </a:rPr>
              <a:t>	</a:t>
            </a:r>
            <a:r>
              <a:rPr dirty="0" sz="4200" spc="-409">
                <a:solidFill>
                  <a:srgbClr val="004479"/>
                </a:solidFill>
                <a:latin typeface="Century"/>
                <a:cs typeface="Century"/>
              </a:rPr>
              <a:t>=</a:t>
            </a:r>
            <a:r>
              <a:rPr dirty="0" sz="4200" spc="95">
                <a:solidFill>
                  <a:srgbClr val="004479"/>
                </a:solidFill>
                <a:latin typeface="Century"/>
                <a:cs typeface="Century"/>
              </a:rPr>
              <a:t> </a:t>
            </a:r>
            <a:r>
              <a:rPr dirty="0" sz="4200">
                <a:solidFill>
                  <a:srgbClr val="004479"/>
                </a:solidFill>
                <a:latin typeface="Century"/>
                <a:cs typeface="Century"/>
              </a:rPr>
              <a:t>4</a:t>
            </a:r>
            <a:r>
              <a:rPr dirty="0" sz="4200" spc="95">
                <a:solidFill>
                  <a:srgbClr val="004479"/>
                </a:solidFill>
                <a:latin typeface="Century"/>
                <a:cs typeface="Century"/>
              </a:rPr>
              <a:t> </a:t>
            </a:r>
            <a:r>
              <a:rPr dirty="0" sz="4200" spc="125">
                <a:solidFill>
                  <a:srgbClr val="004479"/>
                </a:solidFill>
                <a:latin typeface="Century"/>
                <a:cs typeface="Century"/>
              </a:rPr>
              <a:t>story</a:t>
            </a:r>
            <a:r>
              <a:rPr dirty="0" sz="4200" spc="95">
                <a:solidFill>
                  <a:srgbClr val="004479"/>
                </a:solidFill>
                <a:latin typeface="Century"/>
                <a:cs typeface="Century"/>
              </a:rPr>
              <a:t> </a:t>
            </a:r>
            <a:r>
              <a:rPr dirty="0" sz="4200" spc="145">
                <a:solidFill>
                  <a:srgbClr val="004479"/>
                </a:solidFill>
                <a:latin typeface="Century"/>
                <a:cs typeface="Century"/>
              </a:rPr>
              <a:t>points</a:t>
            </a:r>
            <a:endParaRPr sz="4200">
              <a:latin typeface="Century"/>
              <a:cs typeface="Century"/>
            </a:endParaRPr>
          </a:p>
          <a:p>
            <a:pPr marL="12700">
              <a:lnSpc>
                <a:spcPct val="100000"/>
              </a:lnSpc>
              <a:spcBef>
                <a:spcPts val="1260"/>
              </a:spcBef>
              <a:tabLst>
                <a:tab pos="2277110" algn="l"/>
              </a:tabLst>
            </a:pPr>
            <a:r>
              <a:rPr dirty="0" sz="4200">
                <a:solidFill>
                  <a:srgbClr val="004479"/>
                </a:solidFill>
                <a:latin typeface="Century"/>
                <a:cs typeface="Century"/>
              </a:rPr>
              <a:t>4</a:t>
            </a:r>
            <a:r>
              <a:rPr dirty="0" sz="4200" spc="90">
                <a:solidFill>
                  <a:srgbClr val="004479"/>
                </a:solidFill>
                <a:latin typeface="Century"/>
                <a:cs typeface="Century"/>
              </a:rPr>
              <a:t> </a:t>
            </a:r>
            <a:r>
              <a:rPr dirty="0" sz="4200" spc="95">
                <a:solidFill>
                  <a:srgbClr val="004479"/>
                </a:solidFill>
                <a:latin typeface="Century"/>
                <a:cs typeface="Century"/>
              </a:rPr>
              <a:t>hours</a:t>
            </a:r>
            <a:r>
              <a:rPr dirty="0" sz="4200">
                <a:solidFill>
                  <a:srgbClr val="004479"/>
                </a:solidFill>
                <a:latin typeface="Century"/>
                <a:cs typeface="Century"/>
              </a:rPr>
              <a:t>	</a:t>
            </a:r>
            <a:r>
              <a:rPr dirty="0" sz="4200" spc="-409">
                <a:solidFill>
                  <a:srgbClr val="004479"/>
                </a:solidFill>
                <a:latin typeface="Century"/>
                <a:cs typeface="Century"/>
              </a:rPr>
              <a:t>=</a:t>
            </a:r>
            <a:r>
              <a:rPr dirty="0" sz="4200" spc="95">
                <a:solidFill>
                  <a:srgbClr val="004479"/>
                </a:solidFill>
                <a:latin typeface="Century"/>
                <a:cs typeface="Century"/>
              </a:rPr>
              <a:t> </a:t>
            </a:r>
            <a:r>
              <a:rPr dirty="0" sz="4200" spc="210">
                <a:solidFill>
                  <a:srgbClr val="004479"/>
                </a:solidFill>
                <a:latin typeface="Century"/>
                <a:cs typeface="Century"/>
              </a:rPr>
              <a:t>8</a:t>
            </a:r>
            <a:r>
              <a:rPr dirty="0" sz="4200" spc="95">
                <a:solidFill>
                  <a:srgbClr val="004479"/>
                </a:solidFill>
                <a:latin typeface="Century"/>
                <a:cs typeface="Century"/>
              </a:rPr>
              <a:t> </a:t>
            </a:r>
            <a:r>
              <a:rPr dirty="0" sz="4200" spc="125">
                <a:solidFill>
                  <a:srgbClr val="004479"/>
                </a:solidFill>
                <a:latin typeface="Century"/>
                <a:cs typeface="Century"/>
              </a:rPr>
              <a:t>story</a:t>
            </a:r>
            <a:r>
              <a:rPr dirty="0" sz="4200" spc="95">
                <a:solidFill>
                  <a:srgbClr val="004479"/>
                </a:solidFill>
                <a:latin typeface="Century"/>
                <a:cs typeface="Century"/>
              </a:rPr>
              <a:t> </a:t>
            </a:r>
            <a:r>
              <a:rPr dirty="0" sz="4200" spc="145">
                <a:solidFill>
                  <a:srgbClr val="004479"/>
                </a:solidFill>
                <a:latin typeface="Century"/>
                <a:cs typeface="Century"/>
              </a:rPr>
              <a:t>points</a:t>
            </a:r>
            <a:endParaRPr sz="4200">
              <a:latin typeface="Century"/>
              <a:cs typeface="Century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1718351" y="5999298"/>
            <a:ext cx="1711325" cy="2425700"/>
          </a:xfrm>
          <a:prstGeom prst="rect">
            <a:avLst/>
          </a:prstGeom>
        </p:spPr>
        <p:txBody>
          <a:bodyPr wrap="square" lIns="0" tIns="172720" rIns="0" bIns="0" rtlCol="0" vert="horz">
            <a:spAutoFit/>
          </a:bodyPr>
          <a:lstStyle/>
          <a:p>
            <a:pPr marL="418465" indent="-405765">
              <a:lnSpc>
                <a:spcPct val="100000"/>
              </a:lnSpc>
              <a:spcBef>
                <a:spcPts val="1360"/>
              </a:spcBef>
              <a:buAutoNum type="arabicPlain"/>
              <a:tabLst>
                <a:tab pos="418465" algn="l"/>
              </a:tabLst>
            </a:pPr>
            <a:r>
              <a:rPr dirty="0" sz="4200" spc="85">
                <a:solidFill>
                  <a:srgbClr val="004479"/>
                </a:solidFill>
                <a:latin typeface="Century"/>
                <a:cs typeface="Century"/>
              </a:rPr>
              <a:t>day</a:t>
            </a:r>
            <a:endParaRPr sz="4200">
              <a:latin typeface="Century"/>
              <a:cs typeface="Century"/>
            </a:endParaRPr>
          </a:p>
          <a:p>
            <a:pPr marL="492759" indent="-480059">
              <a:lnSpc>
                <a:spcPct val="100000"/>
              </a:lnSpc>
              <a:spcBef>
                <a:spcPts val="1260"/>
              </a:spcBef>
              <a:buAutoNum type="arabicPlain"/>
              <a:tabLst>
                <a:tab pos="492759" algn="l"/>
              </a:tabLst>
            </a:pPr>
            <a:r>
              <a:rPr dirty="0" sz="4200" spc="100">
                <a:solidFill>
                  <a:srgbClr val="004479"/>
                </a:solidFill>
                <a:latin typeface="Century"/>
                <a:cs typeface="Century"/>
              </a:rPr>
              <a:t>days</a:t>
            </a:r>
            <a:endParaRPr sz="4200">
              <a:latin typeface="Century"/>
              <a:cs typeface="Century"/>
            </a:endParaRPr>
          </a:p>
          <a:p>
            <a:pPr marL="492759" indent="-480059">
              <a:lnSpc>
                <a:spcPct val="100000"/>
              </a:lnSpc>
              <a:spcBef>
                <a:spcPts val="1260"/>
              </a:spcBef>
              <a:buAutoNum type="arabicPlain"/>
              <a:tabLst>
                <a:tab pos="492759" algn="l"/>
              </a:tabLst>
            </a:pPr>
            <a:r>
              <a:rPr dirty="0" sz="4200" spc="100">
                <a:solidFill>
                  <a:srgbClr val="004479"/>
                </a:solidFill>
                <a:latin typeface="Century"/>
                <a:cs typeface="Century"/>
              </a:rPr>
              <a:t>days</a:t>
            </a:r>
            <a:endParaRPr sz="4200">
              <a:latin typeface="Century"/>
              <a:cs typeface="Century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3862620" y="5999298"/>
            <a:ext cx="4423410" cy="2425700"/>
          </a:xfrm>
          <a:prstGeom prst="rect">
            <a:avLst/>
          </a:prstGeom>
        </p:spPr>
        <p:txBody>
          <a:bodyPr wrap="square" lIns="0" tIns="1727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60"/>
              </a:spcBef>
            </a:pPr>
            <a:r>
              <a:rPr dirty="0" sz="4200" spc="-409">
                <a:solidFill>
                  <a:srgbClr val="004479"/>
                </a:solidFill>
                <a:latin typeface="Century"/>
                <a:cs typeface="Century"/>
              </a:rPr>
              <a:t>=</a:t>
            </a:r>
            <a:r>
              <a:rPr dirty="0" sz="4200" spc="90">
                <a:solidFill>
                  <a:srgbClr val="004479"/>
                </a:solidFill>
                <a:latin typeface="Century"/>
                <a:cs typeface="Century"/>
              </a:rPr>
              <a:t> </a:t>
            </a:r>
            <a:r>
              <a:rPr dirty="0" sz="4200">
                <a:solidFill>
                  <a:srgbClr val="004479"/>
                </a:solidFill>
                <a:latin typeface="Century"/>
                <a:cs typeface="Century"/>
              </a:rPr>
              <a:t>16</a:t>
            </a:r>
            <a:r>
              <a:rPr dirty="0" sz="4200" spc="-25">
                <a:solidFill>
                  <a:srgbClr val="004479"/>
                </a:solidFill>
                <a:latin typeface="Century"/>
                <a:cs typeface="Century"/>
              </a:rPr>
              <a:t> </a:t>
            </a:r>
            <a:r>
              <a:rPr dirty="0" sz="4200" spc="125">
                <a:solidFill>
                  <a:srgbClr val="004479"/>
                </a:solidFill>
                <a:latin typeface="Century"/>
                <a:cs typeface="Century"/>
              </a:rPr>
              <a:t>story</a:t>
            </a:r>
            <a:r>
              <a:rPr dirty="0" sz="4200" spc="30">
                <a:solidFill>
                  <a:srgbClr val="004479"/>
                </a:solidFill>
                <a:latin typeface="Century"/>
                <a:cs typeface="Century"/>
              </a:rPr>
              <a:t> </a:t>
            </a:r>
            <a:r>
              <a:rPr dirty="0" sz="4200" spc="145">
                <a:solidFill>
                  <a:srgbClr val="004479"/>
                </a:solidFill>
                <a:latin typeface="Century"/>
                <a:cs typeface="Century"/>
              </a:rPr>
              <a:t>points</a:t>
            </a:r>
            <a:endParaRPr sz="4200">
              <a:latin typeface="Century"/>
              <a:cs typeface="Century"/>
            </a:endParaRPr>
          </a:p>
          <a:p>
            <a:pPr marL="33655">
              <a:lnSpc>
                <a:spcPct val="100000"/>
              </a:lnSpc>
              <a:spcBef>
                <a:spcPts val="1260"/>
              </a:spcBef>
            </a:pPr>
            <a:r>
              <a:rPr dirty="0" sz="4200" spc="-409">
                <a:solidFill>
                  <a:srgbClr val="004479"/>
                </a:solidFill>
                <a:latin typeface="Century"/>
                <a:cs typeface="Century"/>
              </a:rPr>
              <a:t>=</a:t>
            </a:r>
            <a:r>
              <a:rPr dirty="0" sz="4200" spc="95">
                <a:solidFill>
                  <a:srgbClr val="004479"/>
                </a:solidFill>
                <a:latin typeface="Century"/>
                <a:cs typeface="Century"/>
              </a:rPr>
              <a:t> </a:t>
            </a:r>
            <a:r>
              <a:rPr dirty="0" sz="4200" spc="185">
                <a:solidFill>
                  <a:srgbClr val="004479"/>
                </a:solidFill>
                <a:latin typeface="Century"/>
                <a:cs typeface="Century"/>
              </a:rPr>
              <a:t>32</a:t>
            </a:r>
            <a:r>
              <a:rPr dirty="0" sz="4200" spc="95">
                <a:solidFill>
                  <a:srgbClr val="004479"/>
                </a:solidFill>
                <a:latin typeface="Century"/>
                <a:cs typeface="Century"/>
              </a:rPr>
              <a:t> </a:t>
            </a:r>
            <a:r>
              <a:rPr dirty="0" sz="4200" spc="125">
                <a:solidFill>
                  <a:srgbClr val="004479"/>
                </a:solidFill>
                <a:latin typeface="Century"/>
                <a:cs typeface="Century"/>
              </a:rPr>
              <a:t>story</a:t>
            </a:r>
            <a:r>
              <a:rPr dirty="0" sz="4200" spc="100">
                <a:solidFill>
                  <a:srgbClr val="004479"/>
                </a:solidFill>
                <a:latin typeface="Century"/>
                <a:cs typeface="Century"/>
              </a:rPr>
              <a:t> </a:t>
            </a:r>
            <a:r>
              <a:rPr dirty="0" sz="4200" spc="145">
                <a:solidFill>
                  <a:srgbClr val="004479"/>
                </a:solidFill>
                <a:latin typeface="Century"/>
                <a:cs typeface="Century"/>
              </a:rPr>
              <a:t>points</a:t>
            </a:r>
            <a:endParaRPr sz="4200">
              <a:latin typeface="Century"/>
              <a:cs typeface="Century"/>
            </a:endParaRPr>
          </a:p>
          <a:p>
            <a:pPr marL="33655">
              <a:lnSpc>
                <a:spcPct val="100000"/>
              </a:lnSpc>
              <a:spcBef>
                <a:spcPts val="1260"/>
              </a:spcBef>
            </a:pPr>
            <a:r>
              <a:rPr dirty="0" sz="4200" spc="-409">
                <a:solidFill>
                  <a:srgbClr val="004479"/>
                </a:solidFill>
                <a:latin typeface="Century"/>
                <a:cs typeface="Century"/>
              </a:rPr>
              <a:t>=</a:t>
            </a:r>
            <a:r>
              <a:rPr dirty="0" sz="4200" spc="95">
                <a:solidFill>
                  <a:srgbClr val="004479"/>
                </a:solidFill>
                <a:latin typeface="Century"/>
                <a:cs typeface="Century"/>
              </a:rPr>
              <a:t> </a:t>
            </a:r>
            <a:r>
              <a:rPr dirty="0" sz="4200" spc="114">
                <a:solidFill>
                  <a:srgbClr val="004479"/>
                </a:solidFill>
                <a:latin typeface="Century"/>
                <a:cs typeface="Century"/>
              </a:rPr>
              <a:t>48</a:t>
            </a:r>
            <a:r>
              <a:rPr dirty="0" sz="4200" spc="95">
                <a:solidFill>
                  <a:srgbClr val="004479"/>
                </a:solidFill>
                <a:latin typeface="Century"/>
                <a:cs typeface="Century"/>
              </a:rPr>
              <a:t> </a:t>
            </a:r>
            <a:r>
              <a:rPr dirty="0" sz="4200" spc="125">
                <a:solidFill>
                  <a:srgbClr val="004479"/>
                </a:solidFill>
                <a:latin typeface="Century"/>
                <a:cs typeface="Century"/>
              </a:rPr>
              <a:t>story</a:t>
            </a:r>
            <a:r>
              <a:rPr dirty="0" sz="4200" spc="100">
                <a:solidFill>
                  <a:srgbClr val="004479"/>
                </a:solidFill>
                <a:latin typeface="Century"/>
                <a:cs typeface="Century"/>
              </a:rPr>
              <a:t> </a:t>
            </a:r>
            <a:r>
              <a:rPr dirty="0" sz="4200" spc="145">
                <a:solidFill>
                  <a:srgbClr val="004479"/>
                </a:solidFill>
                <a:latin typeface="Century"/>
                <a:cs typeface="Century"/>
              </a:rPr>
              <a:t>points</a:t>
            </a:r>
            <a:endParaRPr sz="4200">
              <a:latin typeface="Century"/>
              <a:cs typeface="Century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207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200" spc="135">
                <a:solidFill>
                  <a:srgbClr val="003366"/>
                </a:solidFill>
                <a:latin typeface="Century"/>
                <a:cs typeface="Century"/>
              </a:rPr>
              <a:t>Story</a:t>
            </a:r>
            <a:r>
              <a:rPr dirty="0" sz="6200" spc="140">
                <a:solidFill>
                  <a:srgbClr val="003366"/>
                </a:solidFill>
                <a:latin typeface="Century"/>
                <a:cs typeface="Century"/>
              </a:rPr>
              <a:t> </a:t>
            </a:r>
            <a:r>
              <a:rPr dirty="0" sz="6200" spc="235">
                <a:solidFill>
                  <a:srgbClr val="003366"/>
                </a:solidFill>
                <a:latin typeface="Century"/>
                <a:cs typeface="Century"/>
              </a:rPr>
              <a:t>point</a:t>
            </a:r>
            <a:r>
              <a:rPr dirty="0" sz="6200" spc="145">
                <a:solidFill>
                  <a:srgbClr val="003366"/>
                </a:solidFill>
                <a:latin typeface="Century"/>
                <a:cs typeface="Century"/>
              </a:rPr>
              <a:t> </a:t>
            </a:r>
            <a:r>
              <a:rPr dirty="0" sz="6200" spc="170">
                <a:solidFill>
                  <a:srgbClr val="003366"/>
                </a:solidFill>
                <a:latin typeface="Century"/>
                <a:cs typeface="Century"/>
              </a:rPr>
              <a:t>‘cheating’</a:t>
            </a:r>
            <a:endParaRPr sz="6200">
              <a:latin typeface="Century"/>
              <a:cs typeface="Century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58994" y="3797300"/>
            <a:ext cx="5920105" cy="14274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200" spc="-509" b="1">
                <a:latin typeface="Arial Narrow"/>
                <a:cs typeface="Arial Narrow"/>
              </a:rPr>
              <a:t>Creating</a:t>
            </a:r>
            <a:r>
              <a:rPr dirty="0" sz="9200" spc="229" b="1">
                <a:latin typeface="Arial Narrow"/>
                <a:cs typeface="Arial Narrow"/>
              </a:rPr>
              <a:t> </a:t>
            </a:r>
            <a:r>
              <a:rPr dirty="0" sz="9200" spc="-409" b="1">
                <a:latin typeface="Arial Narrow"/>
                <a:cs typeface="Arial Narrow"/>
              </a:rPr>
              <a:t>tasks</a:t>
            </a:r>
            <a:endParaRPr sz="9200">
              <a:latin typeface="Arial Narrow"/>
              <a:cs typeface="Arial Narrow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0" y="0"/>
            <a:ext cx="16255259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16256000" y="0"/>
                </a:moveTo>
                <a:lnTo>
                  <a:pt x="0" y="0"/>
                </a:lnTo>
                <a:lnTo>
                  <a:pt x="0" y="9144000"/>
                </a:lnTo>
                <a:lnTo>
                  <a:pt x="16256000" y="9144000"/>
                </a:lnTo>
                <a:lnTo>
                  <a:pt x="16256000" y="0"/>
                </a:lnTo>
                <a:close/>
              </a:path>
            </a:pathLst>
          </a:custGeom>
          <a:solidFill>
            <a:srgbClr val="002452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6324357" cy="4414794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772900" y="6527800"/>
            <a:ext cx="4483100" cy="2616200"/>
          </a:xfrm>
          <a:prstGeom prst="rect">
            <a:avLst/>
          </a:prstGeom>
        </p:spPr>
      </p:pic>
      <p:grpSp>
        <p:nvGrpSpPr>
          <p:cNvPr id="5" name="object 5" descr=""/>
          <p:cNvGrpSpPr/>
          <p:nvPr/>
        </p:nvGrpSpPr>
        <p:grpSpPr>
          <a:xfrm>
            <a:off x="2695" y="0"/>
            <a:ext cx="16253460" cy="9144000"/>
            <a:chOff x="2695" y="0"/>
            <a:chExt cx="16253460" cy="9144000"/>
          </a:xfrm>
        </p:grpSpPr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7300" y="7886089"/>
              <a:ext cx="2076352" cy="1130910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695" y="0"/>
              <a:ext cx="16253304" cy="91440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600" spc="-10">
                <a:latin typeface="Arial"/>
                <a:cs typeface="Arial"/>
                <a:hlinkClick r:id="rId2"/>
              </a:rPr>
              <a:t>http://extranet.atlassian.com/jira</a:t>
            </a:r>
            <a:endParaRPr sz="7600">
              <a:latin typeface="Arial"/>
              <a:cs typeface="Arial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1314809" y="5056094"/>
            <a:ext cx="13626465" cy="0"/>
          </a:xfrm>
          <a:custGeom>
            <a:avLst/>
            <a:gdLst/>
            <a:ahLst/>
            <a:cxnLst/>
            <a:rect l="l" t="t" r="r" b="b"/>
            <a:pathLst>
              <a:path w="13626465" h="0">
                <a:moveTo>
                  <a:pt x="0" y="0"/>
                </a:moveTo>
                <a:lnTo>
                  <a:pt x="13626384" y="0"/>
                </a:lnTo>
              </a:path>
            </a:pathLst>
          </a:custGeom>
          <a:ln w="70693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5591323" y="5653676"/>
            <a:ext cx="5073015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spc="-25">
                <a:solidFill>
                  <a:srgbClr val="A6AAA9"/>
                </a:solidFill>
                <a:latin typeface="Arial"/>
                <a:cs typeface="Arial"/>
              </a:rPr>
              <a:t>(‘eee-</a:t>
            </a:r>
            <a:r>
              <a:rPr dirty="0" sz="4800" spc="-35">
                <a:solidFill>
                  <a:srgbClr val="A6AAA9"/>
                </a:solidFill>
                <a:latin typeface="Arial"/>
                <a:cs typeface="Arial"/>
              </a:rPr>
              <a:t>aay-</a:t>
            </a:r>
            <a:r>
              <a:rPr dirty="0" sz="4800" spc="-30">
                <a:solidFill>
                  <a:srgbClr val="A6AAA9"/>
                </a:solidFill>
                <a:latin typeface="Arial"/>
                <a:cs typeface="Arial"/>
              </a:rPr>
              <a:t>cee-</a:t>
            </a:r>
            <a:r>
              <a:rPr dirty="0" sz="4800" spc="-10">
                <a:solidFill>
                  <a:srgbClr val="A6AAA9"/>
                </a:solidFill>
                <a:latin typeface="Arial"/>
                <a:cs typeface="Arial"/>
              </a:rPr>
              <a:t>jay’)</a:t>
            </a:r>
            <a:endParaRPr sz="4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04156" y="3797300"/>
            <a:ext cx="7030084" cy="14274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916679" algn="l"/>
              </a:tabLst>
            </a:pPr>
            <a:r>
              <a:rPr dirty="0" sz="9200" spc="-509" b="1">
                <a:latin typeface="Arial Narrow"/>
                <a:cs typeface="Arial Narrow"/>
              </a:rPr>
              <a:t>Scrum</a:t>
            </a:r>
            <a:r>
              <a:rPr dirty="0" sz="9200" spc="200" b="1">
                <a:latin typeface="Arial Narrow"/>
                <a:cs typeface="Arial Narrow"/>
              </a:rPr>
              <a:t> </a:t>
            </a:r>
            <a:r>
              <a:rPr dirty="0" sz="6400" spc="-409" b="1">
                <a:solidFill>
                  <a:srgbClr val="53585F"/>
                </a:solidFill>
                <a:latin typeface="Arial Narrow"/>
                <a:cs typeface="Arial Narrow"/>
              </a:rPr>
              <a:t>vs</a:t>
            </a:r>
            <a:r>
              <a:rPr dirty="0" sz="6400" b="1">
                <a:solidFill>
                  <a:srgbClr val="53585F"/>
                </a:solidFill>
                <a:latin typeface="Arial Narrow"/>
                <a:cs typeface="Arial Narrow"/>
              </a:rPr>
              <a:t>	</a:t>
            </a:r>
            <a:r>
              <a:rPr dirty="0" sz="9200" spc="-570" b="1">
                <a:solidFill>
                  <a:srgbClr val="51A7F9"/>
                </a:solidFill>
                <a:latin typeface="Arial Narrow"/>
                <a:cs typeface="Arial Narrow"/>
              </a:rPr>
              <a:t>Kanban</a:t>
            </a:r>
            <a:endParaRPr sz="9200">
              <a:latin typeface="Arial Narrow"/>
              <a:cs typeface="Arial Narrow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9701530" y="5391409"/>
            <a:ext cx="883285" cy="1474470"/>
            <a:chOff x="9701530" y="5391409"/>
            <a:chExt cx="883285" cy="1474470"/>
          </a:xfrm>
        </p:grpSpPr>
        <p:sp>
          <p:nvSpPr>
            <p:cNvPr id="4" name="object 4" descr=""/>
            <p:cNvSpPr/>
            <p:nvPr/>
          </p:nvSpPr>
          <p:spPr>
            <a:xfrm>
              <a:off x="9724538" y="5414417"/>
              <a:ext cx="466725" cy="513715"/>
            </a:xfrm>
            <a:custGeom>
              <a:avLst/>
              <a:gdLst/>
              <a:ahLst/>
              <a:cxnLst/>
              <a:rect l="l" t="t" r="r" b="b"/>
              <a:pathLst>
                <a:path w="466725" h="513714">
                  <a:moveTo>
                    <a:pt x="234920" y="0"/>
                  </a:moveTo>
                  <a:lnTo>
                    <a:pt x="181953" y="4743"/>
                  </a:lnTo>
                  <a:lnTo>
                    <a:pt x="133187" y="18869"/>
                  </a:lnTo>
                  <a:lnTo>
                    <a:pt x="89984" y="41251"/>
                  </a:lnTo>
                  <a:lnTo>
                    <a:pt x="53709" y="70761"/>
                  </a:lnTo>
                  <a:lnTo>
                    <a:pt x="25723" y="106272"/>
                  </a:lnTo>
                  <a:lnTo>
                    <a:pt x="7389" y="146655"/>
                  </a:lnTo>
                  <a:lnTo>
                    <a:pt x="71" y="190784"/>
                  </a:lnTo>
                  <a:lnTo>
                    <a:pt x="0" y="316616"/>
                  </a:lnTo>
                  <a:lnTo>
                    <a:pt x="5799" y="361533"/>
                  </a:lnTo>
                  <a:lnTo>
                    <a:pt x="23020" y="402834"/>
                  </a:lnTo>
                  <a:lnTo>
                    <a:pt x="50270" y="439336"/>
                  </a:lnTo>
                  <a:lnTo>
                    <a:pt x="86158" y="469856"/>
                  </a:lnTo>
                  <a:lnTo>
                    <a:pt x="129293" y="493210"/>
                  </a:lnTo>
                  <a:lnTo>
                    <a:pt x="178284" y="508216"/>
                  </a:lnTo>
                  <a:lnTo>
                    <a:pt x="231739" y="513690"/>
                  </a:lnTo>
                  <a:lnTo>
                    <a:pt x="285281" y="508831"/>
                  </a:lnTo>
                  <a:lnTo>
                    <a:pt x="334511" y="494388"/>
                  </a:lnTo>
                  <a:lnTo>
                    <a:pt x="378020" y="471531"/>
                  </a:lnTo>
                  <a:lnTo>
                    <a:pt x="414395" y="441425"/>
                  </a:lnTo>
                  <a:lnTo>
                    <a:pt x="442228" y="405240"/>
                  </a:lnTo>
                  <a:lnTo>
                    <a:pt x="460106" y="364141"/>
                  </a:lnTo>
                  <a:lnTo>
                    <a:pt x="466619" y="319297"/>
                  </a:lnTo>
                  <a:lnTo>
                    <a:pt x="466619" y="194425"/>
                  </a:lnTo>
                  <a:lnTo>
                    <a:pt x="460238" y="150041"/>
                  </a:lnTo>
                  <a:lnTo>
                    <a:pt x="442689" y="109268"/>
                  </a:lnTo>
                  <a:lnTo>
                    <a:pt x="415329" y="73259"/>
                  </a:lnTo>
                  <a:lnTo>
                    <a:pt x="379515" y="43173"/>
                  </a:lnTo>
                  <a:lnTo>
                    <a:pt x="336604" y="20163"/>
                  </a:lnTo>
                  <a:lnTo>
                    <a:pt x="287953" y="5387"/>
                  </a:lnTo>
                  <a:lnTo>
                    <a:pt x="2349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9724538" y="5414417"/>
              <a:ext cx="466725" cy="513715"/>
            </a:xfrm>
            <a:custGeom>
              <a:avLst/>
              <a:gdLst/>
              <a:ahLst/>
              <a:cxnLst/>
              <a:rect l="l" t="t" r="r" b="b"/>
              <a:pathLst>
                <a:path w="466725" h="513714">
                  <a:moveTo>
                    <a:pt x="466619" y="319297"/>
                  </a:moveTo>
                  <a:lnTo>
                    <a:pt x="460106" y="364141"/>
                  </a:lnTo>
                  <a:lnTo>
                    <a:pt x="442227" y="405239"/>
                  </a:lnTo>
                  <a:lnTo>
                    <a:pt x="414395" y="441425"/>
                  </a:lnTo>
                  <a:lnTo>
                    <a:pt x="378019" y="471530"/>
                  </a:lnTo>
                  <a:lnTo>
                    <a:pt x="334511" y="494388"/>
                  </a:lnTo>
                  <a:lnTo>
                    <a:pt x="285281" y="508830"/>
                  </a:lnTo>
                  <a:lnTo>
                    <a:pt x="231739" y="513690"/>
                  </a:lnTo>
                  <a:lnTo>
                    <a:pt x="178283" y="508216"/>
                  </a:lnTo>
                  <a:lnTo>
                    <a:pt x="129292" y="493210"/>
                  </a:lnTo>
                  <a:lnTo>
                    <a:pt x="86157" y="469856"/>
                  </a:lnTo>
                  <a:lnTo>
                    <a:pt x="50269" y="439336"/>
                  </a:lnTo>
                  <a:lnTo>
                    <a:pt x="23019" y="402834"/>
                  </a:lnTo>
                  <a:lnTo>
                    <a:pt x="5799" y="361532"/>
                  </a:lnTo>
                  <a:lnTo>
                    <a:pt x="0" y="316615"/>
                  </a:lnTo>
                  <a:lnTo>
                    <a:pt x="4" y="296609"/>
                  </a:lnTo>
                  <a:lnTo>
                    <a:pt x="17" y="253691"/>
                  </a:lnTo>
                  <a:lnTo>
                    <a:pt x="39" y="210777"/>
                  </a:lnTo>
                  <a:lnTo>
                    <a:pt x="7389" y="146655"/>
                  </a:lnTo>
                  <a:lnTo>
                    <a:pt x="25722" y="106271"/>
                  </a:lnTo>
                  <a:lnTo>
                    <a:pt x="53708" y="70761"/>
                  </a:lnTo>
                  <a:lnTo>
                    <a:pt x="89984" y="41251"/>
                  </a:lnTo>
                  <a:lnTo>
                    <a:pt x="133186" y="18869"/>
                  </a:lnTo>
                  <a:lnTo>
                    <a:pt x="181952" y="4743"/>
                  </a:lnTo>
                  <a:lnTo>
                    <a:pt x="234919" y="0"/>
                  </a:lnTo>
                  <a:lnTo>
                    <a:pt x="287952" y="5387"/>
                  </a:lnTo>
                  <a:lnTo>
                    <a:pt x="336603" y="20163"/>
                  </a:lnTo>
                  <a:lnTo>
                    <a:pt x="379514" y="43172"/>
                  </a:lnTo>
                  <a:lnTo>
                    <a:pt x="415329" y="73259"/>
                  </a:lnTo>
                  <a:lnTo>
                    <a:pt x="442689" y="109267"/>
                  </a:lnTo>
                  <a:lnTo>
                    <a:pt x="460238" y="150041"/>
                  </a:lnTo>
                  <a:lnTo>
                    <a:pt x="466619" y="194424"/>
                  </a:lnTo>
                  <a:lnTo>
                    <a:pt x="466619" y="319297"/>
                  </a:lnTo>
                  <a:close/>
                </a:path>
              </a:pathLst>
            </a:custGeom>
            <a:ln w="46014">
              <a:solidFill>
                <a:srgbClr val="57AFE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9745291" y="6002555"/>
              <a:ext cx="412750" cy="840105"/>
            </a:xfrm>
            <a:custGeom>
              <a:avLst/>
              <a:gdLst/>
              <a:ahLst/>
              <a:cxnLst/>
              <a:rect l="l" t="t" r="r" b="b"/>
              <a:pathLst>
                <a:path w="412750" h="840104">
                  <a:moveTo>
                    <a:pt x="317453" y="0"/>
                  </a:moveTo>
                  <a:lnTo>
                    <a:pt x="290895" y="7411"/>
                  </a:lnTo>
                  <a:lnTo>
                    <a:pt x="263458" y="12828"/>
                  </a:lnTo>
                  <a:lnTo>
                    <a:pt x="235243" y="16151"/>
                  </a:lnTo>
                  <a:lnTo>
                    <a:pt x="204137" y="17280"/>
                  </a:lnTo>
                  <a:lnTo>
                    <a:pt x="176135" y="16048"/>
                  </a:lnTo>
                  <a:lnTo>
                    <a:pt x="148544" y="12716"/>
                  </a:lnTo>
                  <a:lnTo>
                    <a:pt x="121498" y="7358"/>
                  </a:lnTo>
                  <a:lnTo>
                    <a:pt x="95130" y="46"/>
                  </a:lnTo>
                  <a:lnTo>
                    <a:pt x="63542" y="29658"/>
                  </a:lnTo>
                  <a:lnTo>
                    <a:pt x="37378" y="67027"/>
                  </a:lnTo>
                  <a:lnTo>
                    <a:pt x="17495" y="112517"/>
                  </a:lnTo>
                  <a:lnTo>
                    <a:pt x="4750" y="166490"/>
                  </a:lnTo>
                  <a:lnTo>
                    <a:pt x="0" y="229309"/>
                  </a:lnTo>
                  <a:lnTo>
                    <a:pt x="0" y="740418"/>
                  </a:lnTo>
                  <a:lnTo>
                    <a:pt x="37108" y="794810"/>
                  </a:lnTo>
                  <a:lnTo>
                    <a:pt x="79699" y="817693"/>
                  </a:lnTo>
                  <a:lnTo>
                    <a:pt x="134704" y="833772"/>
                  </a:lnTo>
                  <a:lnTo>
                    <a:pt x="199416" y="840098"/>
                  </a:lnTo>
                  <a:lnTo>
                    <a:pt x="265123" y="834666"/>
                  </a:lnTo>
                  <a:lnTo>
                    <a:pt x="323375" y="819360"/>
                  </a:lnTo>
                  <a:lnTo>
                    <a:pt x="370091" y="797086"/>
                  </a:lnTo>
                  <a:lnTo>
                    <a:pt x="401191" y="770746"/>
                  </a:lnTo>
                  <a:lnTo>
                    <a:pt x="412592" y="743244"/>
                  </a:lnTo>
                  <a:lnTo>
                    <a:pt x="412592" y="232114"/>
                  </a:lnTo>
                  <a:lnTo>
                    <a:pt x="408528" y="168493"/>
                  </a:lnTo>
                  <a:lnTo>
                    <a:pt x="396034" y="113818"/>
                  </a:lnTo>
                  <a:lnTo>
                    <a:pt x="376058" y="67742"/>
                  </a:lnTo>
                  <a:lnTo>
                    <a:pt x="349548" y="29918"/>
                  </a:lnTo>
                  <a:lnTo>
                    <a:pt x="31745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9745224" y="6002556"/>
              <a:ext cx="412750" cy="840105"/>
            </a:xfrm>
            <a:custGeom>
              <a:avLst/>
              <a:gdLst/>
              <a:ahLst/>
              <a:cxnLst/>
              <a:rect l="l" t="t" r="r" b="b"/>
              <a:pathLst>
                <a:path w="412750" h="840104">
                  <a:moveTo>
                    <a:pt x="412660" y="232113"/>
                  </a:moveTo>
                  <a:lnTo>
                    <a:pt x="408596" y="168493"/>
                  </a:lnTo>
                  <a:lnTo>
                    <a:pt x="396101" y="113818"/>
                  </a:lnTo>
                  <a:lnTo>
                    <a:pt x="376125" y="67742"/>
                  </a:lnTo>
                  <a:lnTo>
                    <a:pt x="349615" y="29918"/>
                  </a:lnTo>
                  <a:lnTo>
                    <a:pt x="317520" y="0"/>
                  </a:lnTo>
                  <a:lnTo>
                    <a:pt x="290963" y="7411"/>
                  </a:lnTo>
                  <a:lnTo>
                    <a:pt x="263526" y="12827"/>
                  </a:lnTo>
                  <a:lnTo>
                    <a:pt x="235310" y="16150"/>
                  </a:lnTo>
                  <a:lnTo>
                    <a:pt x="206418" y="17280"/>
                  </a:lnTo>
                  <a:lnTo>
                    <a:pt x="204205" y="17280"/>
                  </a:lnTo>
                  <a:lnTo>
                    <a:pt x="176203" y="16048"/>
                  </a:lnTo>
                  <a:lnTo>
                    <a:pt x="148612" y="12716"/>
                  </a:lnTo>
                  <a:lnTo>
                    <a:pt x="121566" y="7358"/>
                  </a:lnTo>
                  <a:lnTo>
                    <a:pt x="95198" y="46"/>
                  </a:lnTo>
                  <a:lnTo>
                    <a:pt x="63610" y="29657"/>
                  </a:lnTo>
                  <a:lnTo>
                    <a:pt x="37445" y="67027"/>
                  </a:lnTo>
                  <a:lnTo>
                    <a:pt x="17562" y="112517"/>
                  </a:lnTo>
                  <a:lnTo>
                    <a:pt x="4817" y="166490"/>
                  </a:lnTo>
                  <a:lnTo>
                    <a:pt x="67" y="229310"/>
                  </a:lnTo>
                  <a:lnTo>
                    <a:pt x="0" y="292383"/>
                  </a:lnTo>
                  <a:lnTo>
                    <a:pt x="5" y="348695"/>
                  </a:lnTo>
                  <a:lnTo>
                    <a:pt x="28" y="414882"/>
                  </a:lnTo>
                  <a:lnTo>
                    <a:pt x="58" y="485962"/>
                  </a:lnTo>
                  <a:lnTo>
                    <a:pt x="89" y="556954"/>
                  </a:lnTo>
                  <a:lnTo>
                    <a:pt x="113" y="622877"/>
                  </a:lnTo>
                  <a:lnTo>
                    <a:pt x="123" y="678750"/>
                  </a:lnTo>
                  <a:lnTo>
                    <a:pt x="110" y="719590"/>
                  </a:lnTo>
                  <a:lnTo>
                    <a:pt x="67" y="740418"/>
                  </a:lnTo>
                  <a:lnTo>
                    <a:pt x="9707" y="768069"/>
                  </a:lnTo>
                  <a:lnTo>
                    <a:pt x="37176" y="794810"/>
                  </a:lnTo>
                  <a:lnTo>
                    <a:pt x="79767" y="817693"/>
                  </a:lnTo>
                  <a:lnTo>
                    <a:pt x="134772" y="833772"/>
                  </a:lnTo>
                  <a:lnTo>
                    <a:pt x="199484" y="840098"/>
                  </a:lnTo>
                  <a:lnTo>
                    <a:pt x="265190" y="834665"/>
                  </a:lnTo>
                  <a:lnTo>
                    <a:pt x="323442" y="819360"/>
                  </a:lnTo>
                  <a:lnTo>
                    <a:pt x="370159" y="797086"/>
                  </a:lnTo>
                  <a:lnTo>
                    <a:pt x="401258" y="770746"/>
                  </a:lnTo>
                  <a:lnTo>
                    <a:pt x="412702" y="721742"/>
                  </a:lnTo>
                  <a:lnTo>
                    <a:pt x="412713" y="680499"/>
                  </a:lnTo>
                  <a:lnTo>
                    <a:pt x="412702" y="624451"/>
                  </a:lnTo>
                  <a:lnTo>
                    <a:pt x="412675" y="558532"/>
                  </a:lnTo>
                  <a:lnTo>
                    <a:pt x="412642" y="487679"/>
                  </a:lnTo>
                  <a:lnTo>
                    <a:pt x="412610" y="416825"/>
                  </a:lnTo>
                  <a:lnTo>
                    <a:pt x="412588" y="350907"/>
                  </a:lnTo>
                  <a:lnTo>
                    <a:pt x="412583" y="294859"/>
                  </a:lnTo>
                  <a:lnTo>
                    <a:pt x="412604" y="253616"/>
                  </a:lnTo>
                  <a:lnTo>
                    <a:pt x="412660" y="232113"/>
                  </a:lnTo>
                  <a:close/>
                </a:path>
              </a:pathLst>
            </a:custGeom>
            <a:ln w="45735">
              <a:solidFill>
                <a:srgbClr val="57AFE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9807069" y="5660539"/>
              <a:ext cx="85090" cy="32384"/>
            </a:xfrm>
            <a:custGeom>
              <a:avLst/>
              <a:gdLst/>
              <a:ahLst/>
              <a:cxnLst/>
              <a:rect l="l" t="t" r="r" b="b"/>
              <a:pathLst>
                <a:path w="85090" h="32385">
                  <a:moveTo>
                    <a:pt x="84488" y="32225"/>
                  </a:moveTo>
                  <a:lnTo>
                    <a:pt x="78664" y="19350"/>
                  </a:lnTo>
                  <a:lnTo>
                    <a:pt x="69481" y="9144"/>
                  </a:lnTo>
                  <a:lnTo>
                    <a:pt x="57243" y="2422"/>
                  </a:lnTo>
                  <a:lnTo>
                    <a:pt x="42255" y="0"/>
                  </a:lnTo>
                  <a:lnTo>
                    <a:pt x="27262" y="2422"/>
                  </a:lnTo>
                  <a:lnTo>
                    <a:pt x="15018" y="9144"/>
                  </a:lnTo>
                  <a:lnTo>
                    <a:pt x="5829" y="19350"/>
                  </a:lnTo>
                  <a:lnTo>
                    <a:pt x="0" y="32225"/>
                  </a:lnTo>
                </a:path>
              </a:pathLst>
            </a:custGeom>
            <a:ln w="29894">
              <a:solidFill>
                <a:srgbClr val="57AFE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10011617" y="5660539"/>
              <a:ext cx="85090" cy="32384"/>
            </a:xfrm>
            <a:custGeom>
              <a:avLst/>
              <a:gdLst/>
              <a:ahLst/>
              <a:cxnLst/>
              <a:rect l="l" t="t" r="r" b="b"/>
              <a:pathLst>
                <a:path w="85090" h="32385">
                  <a:moveTo>
                    <a:pt x="84472" y="32225"/>
                  </a:moveTo>
                  <a:lnTo>
                    <a:pt x="78654" y="19350"/>
                  </a:lnTo>
                  <a:lnTo>
                    <a:pt x="69474" y="9144"/>
                  </a:lnTo>
                  <a:lnTo>
                    <a:pt x="57235" y="2422"/>
                  </a:lnTo>
                  <a:lnTo>
                    <a:pt x="42240" y="0"/>
                  </a:lnTo>
                  <a:lnTo>
                    <a:pt x="27245" y="2422"/>
                  </a:lnTo>
                  <a:lnTo>
                    <a:pt x="15007" y="9144"/>
                  </a:lnTo>
                  <a:lnTo>
                    <a:pt x="5825" y="19350"/>
                  </a:lnTo>
                  <a:lnTo>
                    <a:pt x="0" y="32225"/>
                  </a:lnTo>
                </a:path>
              </a:pathLst>
            </a:custGeom>
            <a:ln w="29894">
              <a:solidFill>
                <a:srgbClr val="57AFE5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845936" y="5769924"/>
              <a:ext cx="219061" cy="69875"/>
            </a:xfrm>
            <a:prstGeom prst="rect">
              <a:avLst/>
            </a:prstGeom>
          </p:spPr>
        </p:pic>
        <p:sp>
          <p:nvSpPr>
            <p:cNvPr id="11" name="object 11" descr=""/>
            <p:cNvSpPr/>
            <p:nvPr/>
          </p:nvSpPr>
          <p:spPr>
            <a:xfrm>
              <a:off x="9859175" y="5937630"/>
              <a:ext cx="725170" cy="838200"/>
            </a:xfrm>
            <a:custGeom>
              <a:avLst/>
              <a:gdLst/>
              <a:ahLst/>
              <a:cxnLst/>
              <a:rect l="l" t="t" r="r" b="b"/>
              <a:pathLst>
                <a:path w="725170" h="838200">
                  <a:moveTo>
                    <a:pt x="725030" y="386372"/>
                  </a:moveTo>
                  <a:lnTo>
                    <a:pt x="678853" y="186194"/>
                  </a:lnTo>
                  <a:lnTo>
                    <a:pt x="450900" y="33756"/>
                  </a:lnTo>
                  <a:lnTo>
                    <a:pt x="414464" y="11252"/>
                  </a:lnTo>
                  <a:lnTo>
                    <a:pt x="405206" y="6388"/>
                  </a:lnTo>
                  <a:lnTo>
                    <a:pt x="395427" y="2870"/>
                  </a:lnTo>
                  <a:lnTo>
                    <a:pt x="385254" y="723"/>
                  </a:lnTo>
                  <a:lnTo>
                    <a:pt x="374853" y="0"/>
                  </a:lnTo>
                  <a:lnTo>
                    <a:pt x="355714" y="2425"/>
                  </a:lnTo>
                  <a:lnTo>
                    <a:pt x="310807" y="35445"/>
                  </a:lnTo>
                  <a:lnTo>
                    <a:pt x="10388" y="517550"/>
                  </a:lnTo>
                  <a:lnTo>
                    <a:pt x="0" y="545426"/>
                  </a:lnTo>
                  <a:lnTo>
                    <a:pt x="1117" y="574141"/>
                  </a:lnTo>
                  <a:lnTo>
                    <a:pt x="34671" y="620725"/>
                  </a:lnTo>
                  <a:lnTo>
                    <a:pt x="368604" y="826935"/>
                  </a:lnTo>
                  <a:lnTo>
                    <a:pt x="408241" y="838200"/>
                  </a:lnTo>
                  <a:lnTo>
                    <a:pt x="427380" y="835787"/>
                  </a:lnTo>
                  <a:lnTo>
                    <a:pt x="470852" y="804456"/>
                  </a:lnTo>
                  <a:lnTo>
                    <a:pt x="719950" y="405244"/>
                  </a:lnTo>
                  <a:lnTo>
                    <a:pt x="724966" y="387451"/>
                  </a:lnTo>
                  <a:lnTo>
                    <a:pt x="725030" y="386372"/>
                  </a:lnTo>
                  <a:close/>
                </a:path>
              </a:pathLst>
            </a:custGeom>
            <a:solidFill>
              <a:srgbClr val="AFB1B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417239" y="6114149"/>
              <a:ext cx="129824" cy="230655"/>
            </a:xfrm>
            <a:prstGeom prst="rect">
              <a:avLst/>
            </a:prstGeom>
          </p:spPr>
        </p:pic>
        <p:sp>
          <p:nvSpPr>
            <p:cNvPr id="13" name="object 13" descr=""/>
            <p:cNvSpPr/>
            <p:nvPr/>
          </p:nvSpPr>
          <p:spPr>
            <a:xfrm>
              <a:off x="10417239" y="6114149"/>
              <a:ext cx="130175" cy="231140"/>
            </a:xfrm>
            <a:custGeom>
              <a:avLst/>
              <a:gdLst/>
              <a:ahLst/>
              <a:cxnLst/>
              <a:rect l="l" t="t" r="r" b="b"/>
              <a:pathLst>
                <a:path w="130175" h="231139">
                  <a:moveTo>
                    <a:pt x="129824" y="230655"/>
                  </a:moveTo>
                  <a:lnTo>
                    <a:pt x="17485" y="161300"/>
                  </a:lnTo>
                  <a:lnTo>
                    <a:pt x="6503" y="151014"/>
                  </a:lnTo>
                  <a:lnTo>
                    <a:pt x="543" y="137789"/>
                  </a:lnTo>
                  <a:lnTo>
                    <a:pt x="0" y="123301"/>
                  </a:lnTo>
                  <a:lnTo>
                    <a:pt x="5270" y="109226"/>
                  </a:lnTo>
                  <a:lnTo>
                    <a:pt x="73327" y="0"/>
                  </a:lnTo>
                </a:path>
              </a:pathLst>
            </a:custGeom>
            <a:ln w="55627">
              <a:solidFill>
                <a:srgbClr val="AFB1B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9974411" y="6465376"/>
              <a:ext cx="285115" cy="175895"/>
            </a:xfrm>
            <a:custGeom>
              <a:avLst/>
              <a:gdLst/>
              <a:ahLst/>
              <a:cxnLst/>
              <a:rect l="l" t="t" r="r" b="b"/>
              <a:pathLst>
                <a:path w="285115" h="175895">
                  <a:moveTo>
                    <a:pt x="0" y="0"/>
                  </a:moveTo>
                  <a:lnTo>
                    <a:pt x="284528" y="175716"/>
                  </a:lnTo>
                </a:path>
              </a:pathLst>
            </a:custGeom>
            <a:ln w="3875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10030975" y="6374587"/>
              <a:ext cx="285115" cy="175895"/>
            </a:xfrm>
            <a:custGeom>
              <a:avLst/>
              <a:gdLst/>
              <a:ahLst/>
              <a:cxnLst/>
              <a:rect l="l" t="t" r="r" b="b"/>
              <a:pathLst>
                <a:path w="285115" h="175895">
                  <a:moveTo>
                    <a:pt x="0" y="0"/>
                  </a:moveTo>
                  <a:lnTo>
                    <a:pt x="284543" y="175723"/>
                  </a:lnTo>
                </a:path>
              </a:pathLst>
            </a:custGeom>
            <a:ln w="3875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10087554" y="6283799"/>
              <a:ext cx="285115" cy="175895"/>
            </a:xfrm>
            <a:custGeom>
              <a:avLst/>
              <a:gdLst/>
              <a:ahLst/>
              <a:cxnLst/>
              <a:rect l="l" t="t" r="r" b="b"/>
              <a:pathLst>
                <a:path w="285115" h="175895">
                  <a:moveTo>
                    <a:pt x="0" y="0"/>
                  </a:moveTo>
                  <a:lnTo>
                    <a:pt x="284535" y="175716"/>
                  </a:lnTo>
                </a:path>
              </a:pathLst>
            </a:custGeom>
            <a:ln w="3875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10143455" y="6194093"/>
              <a:ext cx="285115" cy="175895"/>
            </a:xfrm>
            <a:custGeom>
              <a:avLst/>
              <a:gdLst/>
              <a:ahLst/>
              <a:cxnLst/>
              <a:rect l="l" t="t" r="r" b="b"/>
              <a:pathLst>
                <a:path w="285115" h="175895">
                  <a:moveTo>
                    <a:pt x="0" y="0"/>
                  </a:moveTo>
                  <a:lnTo>
                    <a:pt x="284535" y="175716"/>
                  </a:lnTo>
                </a:path>
              </a:pathLst>
            </a:custGeom>
            <a:ln w="3875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10201344" y="6101165"/>
              <a:ext cx="134620" cy="81915"/>
            </a:xfrm>
            <a:custGeom>
              <a:avLst/>
              <a:gdLst/>
              <a:ahLst/>
              <a:cxnLst/>
              <a:rect l="l" t="t" r="r" b="b"/>
              <a:pathLst>
                <a:path w="134620" h="81914">
                  <a:moveTo>
                    <a:pt x="0" y="0"/>
                  </a:moveTo>
                  <a:lnTo>
                    <a:pt x="134577" y="81790"/>
                  </a:lnTo>
                </a:path>
              </a:pathLst>
            </a:custGeom>
            <a:ln w="3875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9" name="object 19" descr=""/>
          <p:cNvGrpSpPr/>
          <p:nvPr/>
        </p:nvGrpSpPr>
        <p:grpSpPr>
          <a:xfrm>
            <a:off x="5417963" y="5398372"/>
            <a:ext cx="1297940" cy="1460500"/>
            <a:chOff x="5417963" y="5398372"/>
            <a:chExt cx="1297940" cy="1460500"/>
          </a:xfrm>
        </p:grpSpPr>
        <p:sp>
          <p:nvSpPr>
            <p:cNvPr id="20" name="object 20" descr=""/>
            <p:cNvSpPr/>
            <p:nvPr/>
          </p:nvSpPr>
          <p:spPr>
            <a:xfrm>
              <a:off x="5860465" y="6003744"/>
              <a:ext cx="408940" cy="832485"/>
            </a:xfrm>
            <a:custGeom>
              <a:avLst/>
              <a:gdLst/>
              <a:ahLst/>
              <a:cxnLst/>
              <a:rect l="l" t="t" r="r" b="b"/>
              <a:pathLst>
                <a:path w="408939" h="832484">
                  <a:moveTo>
                    <a:pt x="314455" y="0"/>
                  </a:moveTo>
                  <a:lnTo>
                    <a:pt x="288149" y="7341"/>
                  </a:lnTo>
                  <a:lnTo>
                    <a:pt x="260971" y="12706"/>
                  </a:lnTo>
                  <a:lnTo>
                    <a:pt x="233022" y="15998"/>
                  </a:lnTo>
                  <a:lnTo>
                    <a:pt x="202210" y="17117"/>
                  </a:lnTo>
                  <a:lnTo>
                    <a:pt x="174473" y="15896"/>
                  </a:lnTo>
                  <a:lnTo>
                    <a:pt x="147142" y="12596"/>
                  </a:lnTo>
                  <a:lnTo>
                    <a:pt x="120351" y="7289"/>
                  </a:lnTo>
                  <a:lnTo>
                    <a:pt x="94232" y="46"/>
                  </a:lnTo>
                  <a:lnTo>
                    <a:pt x="62942" y="29378"/>
                  </a:lnTo>
                  <a:lnTo>
                    <a:pt x="37025" y="66394"/>
                  </a:lnTo>
                  <a:lnTo>
                    <a:pt x="17330" y="111455"/>
                  </a:lnTo>
                  <a:lnTo>
                    <a:pt x="4705" y="164918"/>
                  </a:lnTo>
                  <a:lnTo>
                    <a:pt x="0" y="227144"/>
                  </a:lnTo>
                  <a:lnTo>
                    <a:pt x="0" y="733426"/>
                  </a:lnTo>
                  <a:lnTo>
                    <a:pt x="36758" y="787304"/>
                  </a:lnTo>
                  <a:lnTo>
                    <a:pt x="78947" y="809971"/>
                  </a:lnTo>
                  <a:lnTo>
                    <a:pt x="133433" y="825897"/>
                  </a:lnTo>
                  <a:lnTo>
                    <a:pt x="197534" y="832163"/>
                  </a:lnTo>
                  <a:lnTo>
                    <a:pt x="262620" y="826782"/>
                  </a:lnTo>
                  <a:lnTo>
                    <a:pt x="320322" y="811622"/>
                  </a:lnTo>
                  <a:lnTo>
                    <a:pt x="366597" y="789558"/>
                  </a:lnTo>
                  <a:lnTo>
                    <a:pt x="397402" y="763467"/>
                  </a:lnTo>
                  <a:lnTo>
                    <a:pt x="408696" y="736225"/>
                  </a:lnTo>
                  <a:lnTo>
                    <a:pt x="408696" y="229922"/>
                  </a:lnTo>
                  <a:lnTo>
                    <a:pt x="404670" y="166902"/>
                  </a:lnTo>
                  <a:lnTo>
                    <a:pt x="392294" y="112743"/>
                  </a:lnTo>
                  <a:lnTo>
                    <a:pt x="372507" y="67103"/>
                  </a:lnTo>
                  <a:lnTo>
                    <a:pt x="346247" y="29636"/>
                  </a:lnTo>
                  <a:lnTo>
                    <a:pt x="31445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5860398" y="6003745"/>
              <a:ext cx="408940" cy="832485"/>
            </a:xfrm>
            <a:custGeom>
              <a:avLst/>
              <a:gdLst/>
              <a:ahLst/>
              <a:cxnLst/>
              <a:rect l="l" t="t" r="r" b="b"/>
              <a:pathLst>
                <a:path w="408939" h="832484">
                  <a:moveTo>
                    <a:pt x="408763" y="229921"/>
                  </a:moveTo>
                  <a:lnTo>
                    <a:pt x="404737" y="166901"/>
                  </a:lnTo>
                  <a:lnTo>
                    <a:pt x="392361" y="112743"/>
                  </a:lnTo>
                  <a:lnTo>
                    <a:pt x="372573" y="67102"/>
                  </a:lnTo>
                  <a:lnTo>
                    <a:pt x="346314" y="29636"/>
                  </a:lnTo>
                  <a:lnTo>
                    <a:pt x="314522" y="0"/>
                  </a:lnTo>
                  <a:lnTo>
                    <a:pt x="288215" y="7341"/>
                  </a:lnTo>
                  <a:lnTo>
                    <a:pt x="261037" y="12706"/>
                  </a:lnTo>
                  <a:lnTo>
                    <a:pt x="233088" y="15998"/>
                  </a:lnTo>
                  <a:lnTo>
                    <a:pt x="204468" y="17117"/>
                  </a:lnTo>
                  <a:lnTo>
                    <a:pt x="202277" y="17117"/>
                  </a:lnTo>
                  <a:lnTo>
                    <a:pt x="174539" y="15896"/>
                  </a:lnTo>
                  <a:lnTo>
                    <a:pt x="147209" y="12596"/>
                  </a:lnTo>
                  <a:lnTo>
                    <a:pt x="120418" y="7289"/>
                  </a:lnTo>
                  <a:lnTo>
                    <a:pt x="94299" y="46"/>
                  </a:lnTo>
                  <a:lnTo>
                    <a:pt x="63009" y="29377"/>
                  </a:lnTo>
                  <a:lnTo>
                    <a:pt x="37092" y="66394"/>
                  </a:lnTo>
                  <a:lnTo>
                    <a:pt x="17396" y="111454"/>
                  </a:lnTo>
                  <a:lnTo>
                    <a:pt x="4772" y="164918"/>
                  </a:lnTo>
                  <a:lnTo>
                    <a:pt x="66" y="227144"/>
                  </a:lnTo>
                  <a:lnTo>
                    <a:pt x="0" y="289622"/>
                  </a:lnTo>
                  <a:lnTo>
                    <a:pt x="5" y="345402"/>
                  </a:lnTo>
                  <a:lnTo>
                    <a:pt x="27" y="410963"/>
                  </a:lnTo>
                  <a:lnTo>
                    <a:pt x="57" y="481372"/>
                  </a:lnTo>
                  <a:lnTo>
                    <a:pt x="88" y="551694"/>
                  </a:lnTo>
                  <a:lnTo>
                    <a:pt x="112" y="616994"/>
                  </a:lnTo>
                  <a:lnTo>
                    <a:pt x="122" y="672339"/>
                  </a:lnTo>
                  <a:lnTo>
                    <a:pt x="109" y="712794"/>
                  </a:lnTo>
                  <a:lnTo>
                    <a:pt x="66" y="733425"/>
                  </a:lnTo>
                  <a:lnTo>
                    <a:pt x="9615" y="760815"/>
                  </a:lnTo>
                  <a:lnTo>
                    <a:pt x="36825" y="787303"/>
                  </a:lnTo>
                  <a:lnTo>
                    <a:pt x="79014" y="809970"/>
                  </a:lnTo>
                  <a:lnTo>
                    <a:pt x="133500" y="825897"/>
                  </a:lnTo>
                  <a:lnTo>
                    <a:pt x="197600" y="832163"/>
                  </a:lnTo>
                  <a:lnTo>
                    <a:pt x="262686" y="826782"/>
                  </a:lnTo>
                  <a:lnTo>
                    <a:pt x="320388" y="811622"/>
                  </a:lnTo>
                  <a:lnTo>
                    <a:pt x="366663" y="789558"/>
                  </a:lnTo>
                  <a:lnTo>
                    <a:pt x="397469" y="763467"/>
                  </a:lnTo>
                  <a:lnTo>
                    <a:pt x="408805" y="714925"/>
                  </a:lnTo>
                  <a:lnTo>
                    <a:pt x="408816" y="674072"/>
                  </a:lnTo>
                  <a:lnTo>
                    <a:pt x="408804" y="618553"/>
                  </a:lnTo>
                  <a:lnTo>
                    <a:pt x="408778" y="553257"/>
                  </a:lnTo>
                  <a:lnTo>
                    <a:pt x="408745" y="483073"/>
                  </a:lnTo>
                  <a:lnTo>
                    <a:pt x="408714" y="412889"/>
                  </a:lnTo>
                  <a:lnTo>
                    <a:pt x="408692" y="347593"/>
                  </a:lnTo>
                  <a:lnTo>
                    <a:pt x="408687" y="292074"/>
                  </a:lnTo>
                  <a:lnTo>
                    <a:pt x="408708" y="251221"/>
                  </a:lnTo>
                  <a:lnTo>
                    <a:pt x="408763" y="229921"/>
                  </a:lnTo>
                  <a:close/>
                </a:path>
              </a:pathLst>
            </a:custGeom>
            <a:ln w="45303">
              <a:solidFill>
                <a:srgbClr val="57AFE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5834518" y="5421163"/>
              <a:ext cx="462280" cy="509270"/>
            </a:xfrm>
            <a:custGeom>
              <a:avLst/>
              <a:gdLst/>
              <a:ahLst/>
              <a:cxnLst/>
              <a:rect l="l" t="t" r="r" b="b"/>
              <a:pathLst>
                <a:path w="462279" h="509270">
                  <a:moveTo>
                    <a:pt x="232702" y="0"/>
                  </a:moveTo>
                  <a:lnTo>
                    <a:pt x="180235" y="4698"/>
                  </a:lnTo>
                  <a:lnTo>
                    <a:pt x="131929" y="18691"/>
                  </a:lnTo>
                  <a:lnTo>
                    <a:pt x="89134" y="40862"/>
                  </a:lnTo>
                  <a:lnTo>
                    <a:pt x="53201" y="70093"/>
                  </a:lnTo>
                  <a:lnTo>
                    <a:pt x="25479" y="105268"/>
                  </a:lnTo>
                  <a:lnTo>
                    <a:pt x="7318" y="145271"/>
                  </a:lnTo>
                  <a:lnTo>
                    <a:pt x="69" y="188983"/>
                  </a:lnTo>
                  <a:lnTo>
                    <a:pt x="0" y="313626"/>
                  </a:lnTo>
                  <a:lnTo>
                    <a:pt x="5744" y="358120"/>
                  </a:lnTo>
                  <a:lnTo>
                    <a:pt x="22802" y="399032"/>
                  </a:lnTo>
                  <a:lnTo>
                    <a:pt x="49795" y="435189"/>
                  </a:lnTo>
                  <a:lnTo>
                    <a:pt x="85344" y="465421"/>
                  </a:lnTo>
                  <a:lnTo>
                    <a:pt x="128072" y="488555"/>
                  </a:lnTo>
                  <a:lnTo>
                    <a:pt x="176600" y="503419"/>
                  </a:lnTo>
                  <a:lnTo>
                    <a:pt x="229551" y="508842"/>
                  </a:lnTo>
                  <a:lnTo>
                    <a:pt x="282587" y="504028"/>
                  </a:lnTo>
                  <a:lnTo>
                    <a:pt x="331353" y="489722"/>
                  </a:lnTo>
                  <a:lnTo>
                    <a:pt x="374451" y="467080"/>
                  </a:lnTo>
                  <a:lnTo>
                    <a:pt x="410483" y="437259"/>
                  </a:lnTo>
                  <a:lnTo>
                    <a:pt x="438053" y="401414"/>
                  </a:lnTo>
                  <a:lnTo>
                    <a:pt x="455763" y="360704"/>
                  </a:lnTo>
                  <a:lnTo>
                    <a:pt x="462215" y="316283"/>
                  </a:lnTo>
                  <a:lnTo>
                    <a:pt x="462215" y="192589"/>
                  </a:lnTo>
                  <a:lnTo>
                    <a:pt x="455894" y="148624"/>
                  </a:lnTo>
                  <a:lnTo>
                    <a:pt x="438511" y="108235"/>
                  </a:lnTo>
                  <a:lnTo>
                    <a:pt x="411409" y="72567"/>
                  </a:lnTo>
                  <a:lnTo>
                    <a:pt x="375932" y="42764"/>
                  </a:lnTo>
                  <a:lnTo>
                    <a:pt x="333426" y="19972"/>
                  </a:lnTo>
                  <a:lnTo>
                    <a:pt x="285234" y="5336"/>
                  </a:lnTo>
                  <a:lnTo>
                    <a:pt x="23270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5834517" y="5421163"/>
              <a:ext cx="462280" cy="509270"/>
            </a:xfrm>
            <a:custGeom>
              <a:avLst/>
              <a:gdLst/>
              <a:ahLst/>
              <a:cxnLst/>
              <a:rect l="l" t="t" r="r" b="b"/>
              <a:pathLst>
                <a:path w="462279" h="509270">
                  <a:moveTo>
                    <a:pt x="462216" y="316283"/>
                  </a:moveTo>
                  <a:lnTo>
                    <a:pt x="455763" y="360704"/>
                  </a:lnTo>
                  <a:lnTo>
                    <a:pt x="438054" y="401415"/>
                  </a:lnTo>
                  <a:lnTo>
                    <a:pt x="410484" y="437259"/>
                  </a:lnTo>
                  <a:lnTo>
                    <a:pt x="374452" y="467080"/>
                  </a:lnTo>
                  <a:lnTo>
                    <a:pt x="331354" y="489722"/>
                  </a:lnTo>
                  <a:lnTo>
                    <a:pt x="282588" y="504028"/>
                  </a:lnTo>
                  <a:lnTo>
                    <a:pt x="229552" y="508842"/>
                  </a:lnTo>
                  <a:lnTo>
                    <a:pt x="176601" y="503419"/>
                  </a:lnTo>
                  <a:lnTo>
                    <a:pt x="128072" y="488555"/>
                  </a:lnTo>
                  <a:lnTo>
                    <a:pt x="85344" y="465421"/>
                  </a:lnTo>
                  <a:lnTo>
                    <a:pt x="49795" y="435189"/>
                  </a:lnTo>
                  <a:lnTo>
                    <a:pt x="22802" y="399032"/>
                  </a:lnTo>
                  <a:lnTo>
                    <a:pt x="5744" y="358120"/>
                  </a:lnTo>
                  <a:lnTo>
                    <a:pt x="0" y="313627"/>
                  </a:lnTo>
                  <a:lnTo>
                    <a:pt x="4" y="293809"/>
                  </a:lnTo>
                  <a:lnTo>
                    <a:pt x="17" y="251297"/>
                  </a:lnTo>
                  <a:lnTo>
                    <a:pt x="39" y="208788"/>
                  </a:lnTo>
                  <a:lnTo>
                    <a:pt x="7319" y="145271"/>
                  </a:lnTo>
                  <a:lnTo>
                    <a:pt x="25480" y="105268"/>
                  </a:lnTo>
                  <a:lnTo>
                    <a:pt x="53201" y="70093"/>
                  </a:lnTo>
                  <a:lnTo>
                    <a:pt x="89135" y="40862"/>
                  </a:lnTo>
                  <a:lnTo>
                    <a:pt x="131929" y="18691"/>
                  </a:lnTo>
                  <a:lnTo>
                    <a:pt x="180235" y="4698"/>
                  </a:lnTo>
                  <a:lnTo>
                    <a:pt x="232702" y="0"/>
                  </a:lnTo>
                  <a:lnTo>
                    <a:pt x="285235" y="5336"/>
                  </a:lnTo>
                  <a:lnTo>
                    <a:pt x="333427" y="19973"/>
                  </a:lnTo>
                  <a:lnTo>
                    <a:pt x="375933" y="42765"/>
                  </a:lnTo>
                  <a:lnTo>
                    <a:pt x="411409" y="72567"/>
                  </a:lnTo>
                  <a:lnTo>
                    <a:pt x="438511" y="108236"/>
                  </a:lnTo>
                  <a:lnTo>
                    <a:pt x="455895" y="148625"/>
                  </a:lnTo>
                  <a:lnTo>
                    <a:pt x="462216" y="192589"/>
                  </a:lnTo>
                  <a:lnTo>
                    <a:pt x="462216" y="316283"/>
                  </a:lnTo>
                  <a:close/>
                </a:path>
              </a:pathLst>
            </a:custGeom>
            <a:ln w="45580">
              <a:solidFill>
                <a:srgbClr val="57AFE5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956341" y="5773311"/>
              <a:ext cx="216994" cy="69215"/>
            </a:xfrm>
            <a:prstGeom prst="rect">
              <a:avLst/>
            </a:prstGeom>
          </p:spPr>
        </p:pic>
        <p:sp>
          <p:nvSpPr>
            <p:cNvPr id="25" name="object 25" descr=""/>
            <p:cNvSpPr/>
            <p:nvPr/>
          </p:nvSpPr>
          <p:spPr>
            <a:xfrm>
              <a:off x="5839063" y="5615208"/>
              <a:ext cx="457834" cy="20955"/>
            </a:xfrm>
            <a:custGeom>
              <a:avLst/>
              <a:gdLst/>
              <a:ahLst/>
              <a:cxnLst/>
              <a:rect l="l" t="t" r="r" b="b"/>
              <a:pathLst>
                <a:path w="457835" h="20954">
                  <a:moveTo>
                    <a:pt x="457755" y="20844"/>
                  </a:moveTo>
                  <a:lnTo>
                    <a:pt x="435655" y="11749"/>
                  </a:lnTo>
                  <a:lnTo>
                    <a:pt x="409946" y="5232"/>
                  </a:lnTo>
                  <a:lnTo>
                    <a:pt x="382001" y="1310"/>
                  </a:lnTo>
                  <a:lnTo>
                    <a:pt x="353193" y="0"/>
                  </a:lnTo>
                  <a:lnTo>
                    <a:pt x="321012" y="3207"/>
                  </a:lnTo>
                  <a:lnTo>
                    <a:pt x="293378" y="10247"/>
                  </a:lnTo>
                  <a:lnTo>
                    <a:pt x="268381" y="17285"/>
                  </a:lnTo>
                  <a:lnTo>
                    <a:pt x="244113" y="20483"/>
                  </a:lnTo>
                  <a:lnTo>
                    <a:pt x="213618" y="20483"/>
                  </a:lnTo>
                  <a:lnTo>
                    <a:pt x="189364" y="17285"/>
                  </a:lnTo>
                  <a:lnTo>
                    <a:pt x="164372" y="10249"/>
                  </a:lnTo>
                  <a:lnTo>
                    <a:pt x="136729" y="3214"/>
                  </a:lnTo>
                  <a:lnTo>
                    <a:pt x="104522" y="16"/>
                  </a:lnTo>
                  <a:lnTo>
                    <a:pt x="75722" y="1324"/>
                  </a:lnTo>
                  <a:lnTo>
                    <a:pt x="47789" y="5240"/>
                  </a:lnTo>
                  <a:lnTo>
                    <a:pt x="22091" y="11751"/>
                  </a:lnTo>
                  <a:lnTo>
                    <a:pt x="0" y="20844"/>
                  </a:lnTo>
                </a:path>
              </a:pathLst>
            </a:custGeom>
            <a:ln w="30874">
              <a:solidFill>
                <a:srgbClr val="57AFE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5893763" y="5636364"/>
              <a:ext cx="149225" cy="117475"/>
            </a:xfrm>
            <a:custGeom>
              <a:avLst/>
              <a:gdLst/>
              <a:ahLst/>
              <a:cxnLst/>
              <a:rect l="l" t="t" r="r" b="b"/>
              <a:pathLst>
                <a:path w="149225" h="117475">
                  <a:moveTo>
                    <a:pt x="148736" y="1082"/>
                  </a:moveTo>
                  <a:lnTo>
                    <a:pt x="148688" y="53780"/>
                  </a:lnTo>
                  <a:lnTo>
                    <a:pt x="126411" y="99146"/>
                  </a:lnTo>
                  <a:lnTo>
                    <a:pt x="73609" y="117405"/>
                  </a:lnTo>
                  <a:lnTo>
                    <a:pt x="44729" y="111981"/>
                  </a:lnTo>
                  <a:lnTo>
                    <a:pt x="21252" y="97843"/>
                  </a:lnTo>
                  <a:lnTo>
                    <a:pt x="5551" y="77102"/>
                  </a:lnTo>
                  <a:lnTo>
                    <a:pt x="0" y="51869"/>
                  </a:lnTo>
                  <a:lnTo>
                    <a:pt x="47" y="0"/>
                  </a:lnTo>
                </a:path>
              </a:pathLst>
            </a:custGeom>
            <a:ln w="21913">
              <a:solidFill>
                <a:srgbClr val="57AFE5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82410" y="5625090"/>
              <a:ext cx="170663" cy="139480"/>
            </a:xfrm>
            <a:prstGeom prst="rect">
              <a:avLst/>
            </a:prstGeom>
          </p:spPr>
        </p:pic>
        <p:sp>
          <p:nvSpPr>
            <p:cNvPr id="28" name="object 28" descr=""/>
            <p:cNvSpPr/>
            <p:nvPr/>
          </p:nvSpPr>
          <p:spPr>
            <a:xfrm>
              <a:off x="5935737" y="5665927"/>
              <a:ext cx="55880" cy="19050"/>
            </a:xfrm>
            <a:custGeom>
              <a:avLst/>
              <a:gdLst/>
              <a:ahLst/>
              <a:cxnLst/>
              <a:rect l="l" t="t" r="r" b="b"/>
              <a:pathLst>
                <a:path w="55879" h="19050">
                  <a:moveTo>
                    <a:pt x="0" y="18769"/>
                  </a:moveTo>
                  <a:lnTo>
                    <a:pt x="4573" y="11233"/>
                  </a:lnTo>
                  <a:lnTo>
                    <a:pt x="10923" y="5317"/>
                  </a:lnTo>
                  <a:lnTo>
                    <a:pt x="18688" y="1435"/>
                  </a:lnTo>
                  <a:lnTo>
                    <a:pt x="27508" y="0"/>
                  </a:lnTo>
                  <a:lnTo>
                    <a:pt x="36460" y="1329"/>
                  </a:lnTo>
                  <a:lnTo>
                    <a:pt x="44340" y="5176"/>
                  </a:lnTo>
                  <a:lnTo>
                    <a:pt x="50782" y="11127"/>
                  </a:lnTo>
                  <a:lnTo>
                    <a:pt x="55420" y="18769"/>
                  </a:lnTo>
                </a:path>
              </a:pathLst>
            </a:custGeom>
            <a:ln w="22145">
              <a:solidFill>
                <a:srgbClr val="57AFE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5417960" y="6009817"/>
              <a:ext cx="1297940" cy="741680"/>
            </a:xfrm>
            <a:custGeom>
              <a:avLst/>
              <a:gdLst/>
              <a:ahLst/>
              <a:cxnLst/>
              <a:rect l="l" t="t" r="r" b="b"/>
              <a:pathLst>
                <a:path w="1297940" h="741679">
                  <a:moveTo>
                    <a:pt x="1297686" y="294868"/>
                  </a:moveTo>
                  <a:lnTo>
                    <a:pt x="1209509" y="42164"/>
                  </a:lnTo>
                  <a:lnTo>
                    <a:pt x="1188618" y="7467"/>
                  </a:lnTo>
                  <a:lnTo>
                    <a:pt x="1164653" y="0"/>
                  </a:lnTo>
                  <a:lnTo>
                    <a:pt x="1159891" y="0"/>
                  </a:lnTo>
                  <a:lnTo>
                    <a:pt x="27762" y="408965"/>
                  </a:lnTo>
                  <a:lnTo>
                    <a:pt x="1168" y="438569"/>
                  </a:lnTo>
                  <a:lnTo>
                    <a:pt x="0" y="446709"/>
                  </a:lnTo>
                  <a:lnTo>
                    <a:pt x="431" y="454926"/>
                  </a:lnTo>
                  <a:lnTo>
                    <a:pt x="93408" y="713778"/>
                  </a:lnTo>
                  <a:lnTo>
                    <a:pt x="133045" y="741591"/>
                  </a:lnTo>
                  <a:lnTo>
                    <a:pt x="137820" y="741591"/>
                  </a:lnTo>
                  <a:lnTo>
                    <a:pt x="256921" y="699414"/>
                  </a:lnTo>
                  <a:lnTo>
                    <a:pt x="1269923" y="332613"/>
                  </a:lnTo>
                  <a:lnTo>
                    <a:pt x="1296517" y="303009"/>
                  </a:lnTo>
                  <a:lnTo>
                    <a:pt x="1297686" y="294868"/>
                  </a:lnTo>
                  <a:close/>
                </a:path>
              </a:pathLst>
            </a:custGeom>
            <a:solidFill>
              <a:srgbClr val="C8B06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6553808" y="6138759"/>
              <a:ext cx="63500" cy="175260"/>
            </a:xfrm>
            <a:custGeom>
              <a:avLst/>
              <a:gdLst/>
              <a:ahLst/>
              <a:cxnLst/>
              <a:rect l="l" t="t" r="r" b="b"/>
              <a:pathLst>
                <a:path w="63500" h="175260">
                  <a:moveTo>
                    <a:pt x="0" y="0"/>
                  </a:moveTo>
                  <a:lnTo>
                    <a:pt x="63421" y="174982"/>
                  </a:lnTo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6553808" y="6138759"/>
              <a:ext cx="63500" cy="175260"/>
            </a:xfrm>
            <a:custGeom>
              <a:avLst/>
              <a:gdLst/>
              <a:ahLst/>
              <a:cxnLst/>
              <a:rect l="l" t="t" r="r" b="b"/>
              <a:pathLst>
                <a:path w="63500" h="175260">
                  <a:moveTo>
                    <a:pt x="0" y="0"/>
                  </a:moveTo>
                  <a:lnTo>
                    <a:pt x="63421" y="174982"/>
                  </a:lnTo>
                </a:path>
              </a:pathLst>
            </a:custGeom>
            <a:ln w="3700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6301473" y="6230153"/>
              <a:ext cx="63500" cy="175260"/>
            </a:xfrm>
            <a:custGeom>
              <a:avLst/>
              <a:gdLst/>
              <a:ahLst/>
              <a:cxnLst/>
              <a:rect l="l" t="t" r="r" b="b"/>
              <a:pathLst>
                <a:path w="63500" h="175260">
                  <a:moveTo>
                    <a:pt x="0" y="0"/>
                  </a:moveTo>
                  <a:lnTo>
                    <a:pt x="63421" y="174967"/>
                  </a:lnTo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6301473" y="6230153"/>
              <a:ext cx="63500" cy="175260"/>
            </a:xfrm>
            <a:custGeom>
              <a:avLst/>
              <a:gdLst/>
              <a:ahLst/>
              <a:cxnLst/>
              <a:rect l="l" t="t" r="r" b="b"/>
              <a:pathLst>
                <a:path w="63500" h="175260">
                  <a:moveTo>
                    <a:pt x="0" y="0"/>
                  </a:moveTo>
                  <a:lnTo>
                    <a:pt x="63421" y="174967"/>
                  </a:lnTo>
                </a:path>
              </a:pathLst>
            </a:custGeom>
            <a:ln w="3700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6049124" y="6321518"/>
              <a:ext cx="63500" cy="175260"/>
            </a:xfrm>
            <a:custGeom>
              <a:avLst/>
              <a:gdLst/>
              <a:ahLst/>
              <a:cxnLst/>
              <a:rect l="l" t="t" r="r" b="b"/>
              <a:pathLst>
                <a:path w="63500" h="175260">
                  <a:moveTo>
                    <a:pt x="0" y="0"/>
                  </a:moveTo>
                  <a:lnTo>
                    <a:pt x="63398" y="174959"/>
                  </a:lnTo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6049124" y="6321518"/>
              <a:ext cx="63500" cy="175260"/>
            </a:xfrm>
            <a:custGeom>
              <a:avLst/>
              <a:gdLst/>
              <a:ahLst/>
              <a:cxnLst/>
              <a:rect l="l" t="t" r="r" b="b"/>
              <a:pathLst>
                <a:path w="63500" h="175260">
                  <a:moveTo>
                    <a:pt x="0" y="0"/>
                  </a:moveTo>
                  <a:lnTo>
                    <a:pt x="63398" y="174959"/>
                  </a:lnTo>
                </a:path>
              </a:pathLst>
            </a:custGeom>
            <a:ln w="3700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5796766" y="6412876"/>
              <a:ext cx="63500" cy="175260"/>
            </a:xfrm>
            <a:custGeom>
              <a:avLst/>
              <a:gdLst/>
              <a:ahLst/>
              <a:cxnLst/>
              <a:rect l="l" t="t" r="r" b="b"/>
              <a:pathLst>
                <a:path w="63500" h="175259">
                  <a:moveTo>
                    <a:pt x="0" y="0"/>
                  </a:moveTo>
                  <a:lnTo>
                    <a:pt x="63413" y="174982"/>
                  </a:lnTo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5796766" y="6412876"/>
              <a:ext cx="63500" cy="175260"/>
            </a:xfrm>
            <a:custGeom>
              <a:avLst/>
              <a:gdLst/>
              <a:ahLst/>
              <a:cxnLst/>
              <a:rect l="l" t="t" r="r" b="b"/>
              <a:pathLst>
                <a:path w="63500" h="175259">
                  <a:moveTo>
                    <a:pt x="0" y="0"/>
                  </a:moveTo>
                  <a:lnTo>
                    <a:pt x="63413" y="174982"/>
                  </a:lnTo>
                </a:path>
              </a:pathLst>
            </a:custGeom>
            <a:ln w="3700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5544440" y="6504264"/>
              <a:ext cx="63500" cy="175260"/>
            </a:xfrm>
            <a:custGeom>
              <a:avLst/>
              <a:gdLst/>
              <a:ahLst/>
              <a:cxnLst/>
              <a:rect l="l" t="t" r="r" b="b"/>
              <a:pathLst>
                <a:path w="63500" h="175259">
                  <a:moveTo>
                    <a:pt x="0" y="0"/>
                  </a:moveTo>
                  <a:lnTo>
                    <a:pt x="63367" y="174967"/>
                  </a:lnTo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5544440" y="6504264"/>
              <a:ext cx="63500" cy="175260"/>
            </a:xfrm>
            <a:custGeom>
              <a:avLst/>
              <a:gdLst/>
              <a:ahLst/>
              <a:cxnLst/>
              <a:rect l="l" t="t" r="r" b="b"/>
              <a:pathLst>
                <a:path w="63500" h="175259">
                  <a:moveTo>
                    <a:pt x="0" y="0"/>
                  </a:moveTo>
                  <a:lnTo>
                    <a:pt x="63367" y="174967"/>
                  </a:lnTo>
                </a:path>
              </a:pathLst>
            </a:custGeom>
            <a:ln w="3700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6451605" y="6246478"/>
              <a:ext cx="45720" cy="125095"/>
            </a:xfrm>
            <a:custGeom>
              <a:avLst/>
              <a:gdLst/>
              <a:ahLst/>
              <a:cxnLst/>
              <a:rect l="l" t="t" r="r" b="b"/>
              <a:pathLst>
                <a:path w="45720" h="125095">
                  <a:moveTo>
                    <a:pt x="0" y="0"/>
                  </a:moveTo>
                  <a:lnTo>
                    <a:pt x="45280" y="124971"/>
                  </a:lnTo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6451605" y="6246478"/>
              <a:ext cx="45720" cy="125095"/>
            </a:xfrm>
            <a:custGeom>
              <a:avLst/>
              <a:gdLst/>
              <a:ahLst/>
              <a:cxnLst/>
              <a:rect l="l" t="t" r="r" b="b"/>
              <a:pathLst>
                <a:path w="45720" h="125095">
                  <a:moveTo>
                    <a:pt x="0" y="0"/>
                  </a:moveTo>
                  <a:lnTo>
                    <a:pt x="45280" y="124971"/>
                  </a:lnTo>
                </a:path>
              </a:pathLst>
            </a:custGeom>
            <a:ln w="3002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6199262" y="6337814"/>
              <a:ext cx="45720" cy="125095"/>
            </a:xfrm>
            <a:custGeom>
              <a:avLst/>
              <a:gdLst/>
              <a:ahLst/>
              <a:cxnLst/>
              <a:rect l="l" t="t" r="r" b="b"/>
              <a:pathLst>
                <a:path w="45720" h="125095">
                  <a:moveTo>
                    <a:pt x="0" y="0"/>
                  </a:moveTo>
                  <a:lnTo>
                    <a:pt x="45280" y="124994"/>
                  </a:lnTo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6199262" y="6337814"/>
              <a:ext cx="45720" cy="125095"/>
            </a:xfrm>
            <a:custGeom>
              <a:avLst/>
              <a:gdLst/>
              <a:ahLst/>
              <a:cxnLst/>
              <a:rect l="l" t="t" r="r" b="b"/>
              <a:pathLst>
                <a:path w="45720" h="125095">
                  <a:moveTo>
                    <a:pt x="0" y="0"/>
                  </a:moveTo>
                  <a:lnTo>
                    <a:pt x="45280" y="124994"/>
                  </a:lnTo>
                </a:path>
              </a:pathLst>
            </a:custGeom>
            <a:ln w="3002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5946904" y="6429208"/>
              <a:ext cx="45720" cy="125095"/>
            </a:xfrm>
            <a:custGeom>
              <a:avLst/>
              <a:gdLst/>
              <a:ahLst/>
              <a:cxnLst/>
              <a:rect l="l" t="t" r="r" b="b"/>
              <a:pathLst>
                <a:path w="45720" h="125095">
                  <a:moveTo>
                    <a:pt x="0" y="0"/>
                  </a:moveTo>
                  <a:lnTo>
                    <a:pt x="45303" y="124978"/>
                  </a:lnTo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5946904" y="6429208"/>
              <a:ext cx="45720" cy="125095"/>
            </a:xfrm>
            <a:custGeom>
              <a:avLst/>
              <a:gdLst/>
              <a:ahLst/>
              <a:cxnLst/>
              <a:rect l="l" t="t" r="r" b="b"/>
              <a:pathLst>
                <a:path w="45720" h="125095">
                  <a:moveTo>
                    <a:pt x="0" y="0"/>
                  </a:moveTo>
                  <a:lnTo>
                    <a:pt x="45303" y="124978"/>
                  </a:lnTo>
                </a:path>
              </a:pathLst>
            </a:custGeom>
            <a:ln w="3002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5694570" y="6520543"/>
              <a:ext cx="45720" cy="125095"/>
            </a:xfrm>
            <a:custGeom>
              <a:avLst/>
              <a:gdLst/>
              <a:ahLst/>
              <a:cxnLst/>
              <a:rect l="l" t="t" r="r" b="b"/>
              <a:pathLst>
                <a:path w="45720" h="125095">
                  <a:moveTo>
                    <a:pt x="0" y="0"/>
                  </a:moveTo>
                  <a:lnTo>
                    <a:pt x="45295" y="125002"/>
                  </a:lnTo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5694570" y="6520543"/>
              <a:ext cx="45720" cy="125095"/>
            </a:xfrm>
            <a:custGeom>
              <a:avLst/>
              <a:gdLst/>
              <a:ahLst/>
              <a:cxnLst/>
              <a:rect l="l" t="t" r="r" b="b"/>
              <a:pathLst>
                <a:path w="45720" h="125095">
                  <a:moveTo>
                    <a:pt x="0" y="0"/>
                  </a:moveTo>
                  <a:lnTo>
                    <a:pt x="45295" y="125002"/>
                  </a:lnTo>
                </a:path>
              </a:pathLst>
            </a:custGeom>
            <a:ln w="3002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5417963" y="6009808"/>
              <a:ext cx="1297940" cy="741680"/>
            </a:xfrm>
            <a:custGeom>
              <a:avLst/>
              <a:gdLst/>
              <a:ahLst/>
              <a:cxnLst/>
              <a:rect l="l" t="t" r="r" b="b"/>
              <a:pathLst>
                <a:path w="1297940" h="741679">
                  <a:moveTo>
                    <a:pt x="1164656" y="0"/>
                  </a:moveTo>
                  <a:lnTo>
                    <a:pt x="1159889" y="0"/>
                  </a:lnTo>
                  <a:lnTo>
                    <a:pt x="1155038" y="806"/>
                  </a:lnTo>
                  <a:lnTo>
                    <a:pt x="27768" y="408973"/>
                  </a:lnTo>
                  <a:lnTo>
                    <a:pt x="1171" y="438574"/>
                  </a:lnTo>
                  <a:lnTo>
                    <a:pt x="0" y="446717"/>
                  </a:lnTo>
                  <a:lnTo>
                    <a:pt x="434" y="454933"/>
                  </a:lnTo>
                  <a:lnTo>
                    <a:pt x="93407" y="713784"/>
                  </a:lnTo>
                  <a:lnTo>
                    <a:pt x="133052" y="741591"/>
                  </a:lnTo>
                  <a:lnTo>
                    <a:pt x="137819" y="741591"/>
                  </a:lnTo>
                  <a:lnTo>
                    <a:pt x="142670" y="740777"/>
                  </a:lnTo>
                  <a:lnTo>
                    <a:pt x="256918" y="699411"/>
                  </a:lnTo>
                  <a:lnTo>
                    <a:pt x="133052" y="699411"/>
                  </a:lnTo>
                  <a:lnTo>
                    <a:pt x="42128" y="448617"/>
                  </a:lnTo>
                  <a:lnTo>
                    <a:pt x="1164656" y="42171"/>
                  </a:lnTo>
                  <a:lnTo>
                    <a:pt x="1209508" y="42171"/>
                  </a:lnTo>
                  <a:lnTo>
                    <a:pt x="1204301" y="27806"/>
                  </a:lnTo>
                  <a:lnTo>
                    <a:pt x="1197910" y="16228"/>
                  </a:lnTo>
                  <a:lnTo>
                    <a:pt x="1188617" y="7473"/>
                  </a:lnTo>
                  <a:lnTo>
                    <a:pt x="1177254" y="1933"/>
                  </a:lnTo>
                  <a:lnTo>
                    <a:pt x="1164656" y="0"/>
                  </a:lnTo>
                  <a:close/>
                </a:path>
                <a:path w="1297940" h="741679">
                  <a:moveTo>
                    <a:pt x="1209508" y="42171"/>
                  </a:moveTo>
                  <a:lnTo>
                    <a:pt x="1164656" y="42171"/>
                  </a:lnTo>
                  <a:lnTo>
                    <a:pt x="1255557" y="292966"/>
                  </a:lnTo>
                  <a:lnTo>
                    <a:pt x="133052" y="699411"/>
                  </a:lnTo>
                  <a:lnTo>
                    <a:pt x="256918" y="699411"/>
                  </a:lnTo>
                  <a:lnTo>
                    <a:pt x="1269925" y="332610"/>
                  </a:lnTo>
                  <a:lnTo>
                    <a:pt x="1296518" y="303009"/>
                  </a:lnTo>
                  <a:lnTo>
                    <a:pt x="1297690" y="294865"/>
                  </a:lnTo>
                  <a:lnTo>
                    <a:pt x="1297258" y="286650"/>
                  </a:lnTo>
                  <a:lnTo>
                    <a:pt x="1295210" y="278601"/>
                  </a:lnTo>
                  <a:lnTo>
                    <a:pt x="1209508" y="42171"/>
                  </a:lnTo>
                  <a:close/>
                </a:path>
              </a:pathLst>
            </a:custGeom>
            <a:solidFill>
              <a:srgbClr val="C8B06B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65250" y="2306125"/>
            <a:ext cx="12947015" cy="1854200"/>
          </a:xfrm>
          <a:prstGeom prst="rect">
            <a:avLst/>
          </a:prstGeom>
        </p:spPr>
        <p:txBody>
          <a:bodyPr wrap="square" lIns="0" tIns="287020" rIns="0" bIns="0" rtlCol="0" vert="horz">
            <a:spAutoFit/>
          </a:bodyPr>
          <a:lstStyle/>
          <a:p>
            <a:pPr marL="392430" indent="-379730">
              <a:lnSpc>
                <a:spcPct val="100000"/>
              </a:lnSpc>
              <a:spcBef>
                <a:spcPts val="2260"/>
              </a:spcBef>
              <a:buChar char="•"/>
              <a:tabLst>
                <a:tab pos="392430" algn="l"/>
                <a:tab pos="3209290" algn="l"/>
              </a:tabLst>
            </a:pPr>
            <a:r>
              <a:rPr dirty="0" sz="4200" spc="-75">
                <a:solidFill>
                  <a:srgbClr val="004479"/>
                </a:solidFill>
                <a:latin typeface="Arial"/>
                <a:cs typeface="Arial"/>
              </a:rPr>
              <a:t>Teams</a:t>
            </a:r>
            <a:r>
              <a:rPr dirty="0" sz="4200" spc="-204">
                <a:solidFill>
                  <a:srgbClr val="004479"/>
                </a:solidFill>
                <a:latin typeface="Arial"/>
                <a:cs typeface="Arial"/>
              </a:rPr>
              <a:t> </a:t>
            </a:r>
            <a:r>
              <a:rPr dirty="0" sz="4200" spc="-20">
                <a:solidFill>
                  <a:srgbClr val="004479"/>
                </a:solidFill>
                <a:latin typeface="Arial"/>
                <a:cs typeface="Arial"/>
              </a:rPr>
              <a:t>with</a:t>
            </a:r>
            <a:r>
              <a:rPr dirty="0" sz="4200">
                <a:solidFill>
                  <a:srgbClr val="004479"/>
                </a:solidFill>
                <a:latin typeface="Arial"/>
                <a:cs typeface="Arial"/>
              </a:rPr>
              <a:t>	target</a:t>
            </a:r>
            <a:r>
              <a:rPr dirty="0" sz="4200" spc="-100">
                <a:solidFill>
                  <a:srgbClr val="004479"/>
                </a:solidFill>
                <a:latin typeface="Arial"/>
                <a:cs typeface="Arial"/>
              </a:rPr>
              <a:t> </a:t>
            </a:r>
            <a:r>
              <a:rPr dirty="0" sz="4200" spc="-10">
                <a:solidFill>
                  <a:srgbClr val="004479"/>
                </a:solidFill>
                <a:latin typeface="Arial"/>
                <a:cs typeface="Arial"/>
              </a:rPr>
              <a:t>deadlines.</a:t>
            </a:r>
            <a:endParaRPr sz="4200">
              <a:latin typeface="Arial"/>
              <a:cs typeface="Arial"/>
            </a:endParaRPr>
          </a:p>
          <a:p>
            <a:pPr marL="392430" indent="-379730">
              <a:lnSpc>
                <a:spcPct val="100000"/>
              </a:lnSpc>
              <a:spcBef>
                <a:spcPts val="2160"/>
              </a:spcBef>
              <a:buChar char="•"/>
              <a:tabLst>
                <a:tab pos="392430" algn="l"/>
                <a:tab pos="2705735" algn="l"/>
                <a:tab pos="6351905" algn="l"/>
                <a:tab pos="7715250" algn="l"/>
                <a:tab pos="11273790" algn="l"/>
              </a:tabLst>
            </a:pPr>
            <a:r>
              <a:rPr dirty="0" sz="4200" spc="-10">
                <a:solidFill>
                  <a:srgbClr val="004479"/>
                </a:solidFill>
                <a:latin typeface="Arial"/>
                <a:cs typeface="Arial"/>
              </a:rPr>
              <a:t>Organize</a:t>
            </a:r>
            <a:r>
              <a:rPr dirty="0" sz="4200">
                <a:solidFill>
                  <a:srgbClr val="004479"/>
                </a:solidFill>
                <a:latin typeface="Arial"/>
                <a:cs typeface="Arial"/>
              </a:rPr>
              <a:t>	your</a:t>
            </a:r>
            <a:r>
              <a:rPr dirty="0" sz="4200" spc="-95">
                <a:solidFill>
                  <a:srgbClr val="004479"/>
                </a:solidFill>
                <a:latin typeface="Arial"/>
                <a:cs typeface="Arial"/>
              </a:rPr>
              <a:t> </a:t>
            </a:r>
            <a:r>
              <a:rPr dirty="0" sz="4200" spc="-10">
                <a:solidFill>
                  <a:srgbClr val="004479"/>
                </a:solidFill>
                <a:latin typeface="Arial"/>
                <a:cs typeface="Arial"/>
              </a:rPr>
              <a:t>prioritized</a:t>
            </a:r>
            <a:r>
              <a:rPr dirty="0" sz="4200">
                <a:solidFill>
                  <a:srgbClr val="004479"/>
                </a:solidFill>
                <a:latin typeface="Arial"/>
                <a:cs typeface="Arial"/>
              </a:rPr>
              <a:t>	list</a:t>
            </a:r>
            <a:r>
              <a:rPr dirty="0" sz="4200" spc="-25">
                <a:solidFill>
                  <a:srgbClr val="004479"/>
                </a:solidFill>
                <a:latin typeface="Arial"/>
                <a:cs typeface="Arial"/>
              </a:rPr>
              <a:t> in</a:t>
            </a:r>
            <a:r>
              <a:rPr dirty="0" sz="4200">
                <a:solidFill>
                  <a:srgbClr val="004479"/>
                </a:solidFill>
                <a:latin typeface="Arial"/>
                <a:cs typeface="Arial"/>
              </a:rPr>
              <a:t>	batches</a:t>
            </a:r>
            <a:r>
              <a:rPr dirty="0" sz="4200" spc="-130">
                <a:solidFill>
                  <a:srgbClr val="004479"/>
                </a:solidFill>
                <a:latin typeface="Arial"/>
                <a:cs typeface="Arial"/>
              </a:rPr>
              <a:t> </a:t>
            </a:r>
            <a:r>
              <a:rPr dirty="0" sz="4200" spc="-10">
                <a:solidFill>
                  <a:srgbClr val="004479"/>
                </a:solidFill>
                <a:latin typeface="Arial"/>
                <a:cs typeface="Arial"/>
              </a:rPr>
              <a:t>called</a:t>
            </a:r>
            <a:r>
              <a:rPr dirty="0" sz="4200">
                <a:solidFill>
                  <a:srgbClr val="004479"/>
                </a:solidFill>
                <a:latin typeface="Arial"/>
                <a:cs typeface="Arial"/>
              </a:rPr>
              <a:t>	</a:t>
            </a:r>
            <a:r>
              <a:rPr dirty="0" sz="4200" spc="-10">
                <a:solidFill>
                  <a:srgbClr val="004479"/>
                </a:solidFill>
                <a:latin typeface="Arial"/>
                <a:cs typeface="Arial"/>
              </a:rPr>
              <a:t>Sprints</a:t>
            </a:r>
            <a:endParaRPr sz="42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19200" y="1074419"/>
            <a:ext cx="2521585" cy="9702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200" spc="175">
                <a:solidFill>
                  <a:srgbClr val="003366"/>
                </a:solidFill>
                <a:latin typeface="Century"/>
                <a:cs typeface="Century"/>
              </a:rPr>
              <a:t>Scrum</a:t>
            </a:r>
            <a:endParaRPr sz="6200">
              <a:latin typeface="Century"/>
              <a:cs typeface="Century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2958350" y="897985"/>
            <a:ext cx="9742805" cy="8246109"/>
            <a:chOff x="2958350" y="897985"/>
            <a:chExt cx="9742805" cy="8246109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58350" y="4509224"/>
              <a:ext cx="9742398" cy="4634775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4411095" y="1503357"/>
              <a:ext cx="408940" cy="832485"/>
            </a:xfrm>
            <a:custGeom>
              <a:avLst/>
              <a:gdLst/>
              <a:ahLst/>
              <a:cxnLst/>
              <a:rect l="l" t="t" r="r" b="b"/>
              <a:pathLst>
                <a:path w="408939" h="832485">
                  <a:moveTo>
                    <a:pt x="314455" y="0"/>
                  </a:moveTo>
                  <a:lnTo>
                    <a:pt x="288149" y="7341"/>
                  </a:lnTo>
                  <a:lnTo>
                    <a:pt x="260971" y="12706"/>
                  </a:lnTo>
                  <a:lnTo>
                    <a:pt x="233022" y="15998"/>
                  </a:lnTo>
                  <a:lnTo>
                    <a:pt x="202210" y="17117"/>
                  </a:lnTo>
                  <a:lnTo>
                    <a:pt x="174473" y="15896"/>
                  </a:lnTo>
                  <a:lnTo>
                    <a:pt x="147142" y="12596"/>
                  </a:lnTo>
                  <a:lnTo>
                    <a:pt x="120351" y="7289"/>
                  </a:lnTo>
                  <a:lnTo>
                    <a:pt x="94232" y="46"/>
                  </a:lnTo>
                  <a:lnTo>
                    <a:pt x="62942" y="29378"/>
                  </a:lnTo>
                  <a:lnTo>
                    <a:pt x="37025" y="66394"/>
                  </a:lnTo>
                  <a:lnTo>
                    <a:pt x="17330" y="111455"/>
                  </a:lnTo>
                  <a:lnTo>
                    <a:pt x="4705" y="164918"/>
                  </a:lnTo>
                  <a:lnTo>
                    <a:pt x="0" y="227144"/>
                  </a:lnTo>
                  <a:lnTo>
                    <a:pt x="0" y="733426"/>
                  </a:lnTo>
                  <a:lnTo>
                    <a:pt x="36758" y="787304"/>
                  </a:lnTo>
                  <a:lnTo>
                    <a:pt x="78947" y="809971"/>
                  </a:lnTo>
                  <a:lnTo>
                    <a:pt x="133433" y="825897"/>
                  </a:lnTo>
                  <a:lnTo>
                    <a:pt x="197534" y="832163"/>
                  </a:lnTo>
                  <a:lnTo>
                    <a:pt x="262620" y="826782"/>
                  </a:lnTo>
                  <a:lnTo>
                    <a:pt x="320322" y="811622"/>
                  </a:lnTo>
                  <a:lnTo>
                    <a:pt x="366597" y="789558"/>
                  </a:lnTo>
                  <a:lnTo>
                    <a:pt x="397402" y="763467"/>
                  </a:lnTo>
                  <a:lnTo>
                    <a:pt x="408696" y="736225"/>
                  </a:lnTo>
                  <a:lnTo>
                    <a:pt x="408696" y="229922"/>
                  </a:lnTo>
                  <a:lnTo>
                    <a:pt x="404670" y="166902"/>
                  </a:lnTo>
                  <a:lnTo>
                    <a:pt x="392294" y="112743"/>
                  </a:lnTo>
                  <a:lnTo>
                    <a:pt x="372507" y="67103"/>
                  </a:lnTo>
                  <a:lnTo>
                    <a:pt x="346247" y="29636"/>
                  </a:lnTo>
                  <a:lnTo>
                    <a:pt x="31445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4411029" y="1503357"/>
              <a:ext cx="408940" cy="832485"/>
            </a:xfrm>
            <a:custGeom>
              <a:avLst/>
              <a:gdLst/>
              <a:ahLst/>
              <a:cxnLst/>
              <a:rect l="l" t="t" r="r" b="b"/>
              <a:pathLst>
                <a:path w="408939" h="832485">
                  <a:moveTo>
                    <a:pt x="408763" y="229921"/>
                  </a:moveTo>
                  <a:lnTo>
                    <a:pt x="404737" y="166901"/>
                  </a:lnTo>
                  <a:lnTo>
                    <a:pt x="392361" y="112743"/>
                  </a:lnTo>
                  <a:lnTo>
                    <a:pt x="372573" y="67102"/>
                  </a:lnTo>
                  <a:lnTo>
                    <a:pt x="346314" y="29636"/>
                  </a:lnTo>
                  <a:lnTo>
                    <a:pt x="314522" y="0"/>
                  </a:lnTo>
                  <a:lnTo>
                    <a:pt x="288215" y="7341"/>
                  </a:lnTo>
                  <a:lnTo>
                    <a:pt x="261037" y="12706"/>
                  </a:lnTo>
                  <a:lnTo>
                    <a:pt x="233088" y="15998"/>
                  </a:lnTo>
                  <a:lnTo>
                    <a:pt x="204468" y="17117"/>
                  </a:lnTo>
                  <a:lnTo>
                    <a:pt x="202277" y="17117"/>
                  </a:lnTo>
                  <a:lnTo>
                    <a:pt x="174539" y="15896"/>
                  </a:lnTo>
                  <a:lnTo>
                    <a:pt x="147209" y="12596"/>
                  </a:lnTo>
                  <a:lnTo>
                    <a:pt x="120418" y="7289"/>
                  </a:lnTo>
                  <a:lnTo>
                    <a:pt x="94299" y="46"/>
                  </a:lnTo>
                  <a:lnTo>
                    <a:pt x="63009" y="29377"/>
                  </a:lnTo>
                  <a:lnTo>
                    <a:pt x="37092" y="66394"/>
                  </a:lnTo>
                  <a:lnTo>
                    <a:pt x="17396" y="111454"/>
                  </a:lnTo>
                  <a:lnTo>
                    <a:pt x="4772" y="164918"/>
                  </a:lnTo>
                  <a:lnTo>
                    <a:pt x="66" y="227144"/>
                  </a:lnTo>
                  <a:lnTo>
                    <a:pt x="0" y="289622"/>
                  </a:lnTo>
                  <a:lnTo>
                    <a:pt x="5" y="345402"/>
                  </a:lnTo>
                  <a:lnTo>
                    <a:pt x="27" y="410963"/>
                  </a:lnTo>
                  <a:lnTo>
                    <a:pt x="57" y="481372"/>
                  </a:lnTo>
                  <a:lnTo>
                    <a:pt x="88" y="551694"/>
                  </a:lnTo>
                  <a:lnTo>
                    <a:pt x="112" y="616994"/>
                  </a:lnTo>
                  <a:lnTo>
                    <a:pt x="122" y="672339"/>
                  </a:lnTo>
                  <a:lnTo>
                    <a:pt x="109" y="712794"/>
                  </a:lnTo>
                  <a:lnTo>
                    <a:pt x="66" y="733425"/>
                  </a:lnTo>
                  <a:lnTo>
                    <a:pt x="9615" y="760815"/>
                  </a:lnTo>
                  <a:lnTo>
                    <a:pt x="36825" y="787303"/>
                  </a:lnTo>
                  <a:lnTo>
                    <a:pt x="79014" y="809970"/>
                  </a:lnTo>
                  <a:lnTo>
                    <a:pt x="133500" y="825897"/>
                  </a:lnTo>
                  <a:lnTo>
                    <a:pt x="197600" y="832163"/>
                  </a:lnTo>
                  <a:lnTo>
                    <a:pt x="262686" y="826782"/>
                  </a:lnTo>
                  <a:lnTo>
                    <a:pt x="320388" y="811622"/>
                  </a:lnTo>
                  <a:lnTo>
                    <a:pt x="366663" y="789558"/>
                  </a:lnTo>
                  <a:lnTo>
                    <a:pt x="397469" y="763467"/>
                  </a:lnTo>
                  <a:lnTo>
                    <a:pt x="408805" y="714925"/>
                  </a:lnTo>
                  <a:lnTo>
                    <a:pt x="408816" y="674072"/>
                  </a:lnTo>
                  <a:lnTo>
                    <a:pt x="408804" y="618553"/>
                  </a:lnTo>
                  <a:lnTo>
                    <a:pt x="408778" y="553257"/>
                  </a:lnTo>
                  <a:lnTo>
                    <a:pt x="408745" y="483073"/>
                  </a:lnTo>
                  <a:lnTo>
                    <a:pt x="408714" y="412889"/>
                  </a:lnTo>
                  <a:lnTo>
                    <a:pt x="408692" y="347593"/>
                  </a:lnTo>
                  <a:lnTo>
                    <a:pt x="408687" y="292074"/>
                  </a:lnTo>
                  <a:lnTo>
                    <a:pt x="408708" y="251221"/>
                  </a:lnTo>
                  <a:lnTo>
                    <a:pt x="408763" y="229921"/>
                  </a:lnTo>
                  <a:close/>
                </a:path>
              </a:pathLst>
            </a:custGeom>
            <a:ln w="45303">
              <a:solidFill>
                <a:srgbClr val="57AFE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4385148" y="920776"/>
              <a:ext cx="462280" cy="509270"/>
            </a:xfrm>
            <a:custGeom>
              <a:avLst/>
              <a:gdLst/>
              <a:ahLst/>
              <a:cxnLst/>
              <a:rect l="l" t="t" r="r" b="b"/>
              <a:pathLst>
                <a:path w="462279" h="509269">
                  <a:moveTo>
                    <a:pt x="232702" y="0"/>
                  </a:moveTo>
                  <a:lnTo>
                    <a:pt x="180235" y="4698"/>
                  </a:lnTo>
                  <a:lnTo>
                    <a:pt x="131929" y="18691"/>
                  </a:lnTo>
                  <a:lnTo>
                    <a:pt x="89134" y="40862"/>
                  </a:lnTo>
                  <a:lnTo>
                    <a:pt x="53201" y="70093"/>
                  </a:lnTo>
                  <a:lnTo>
                    <a:pt x="25479" y="105268"/>
                  </a:lnTo>
                  <a:lnTo>
                    <a:pt x="7318" y="145271"/>
                  </a:lnTo>
                  <a:lnTo>
                    <a:pt x="69" y="188983"/>
                  </a:lnTo>
                  <a:lnTo>
                    <a:pt x="0" y="313626"/>
                  </a:lnTo>
                  <a:lnTo>
                    <a:pt x="5744" y="358120"/>
                  </a:lnTo>
                  <a:lnTo>
                    <a:pt x="22802" y="399032"/>
                  </a:lnTo>
                  <a:lnTo>
                    <a:pt x="49795" y="435189"/>
                  </a:lnTo>
                  <a:lnTo>
                    <a:pt x="85344" y="465421"/>
                  </a:lnTo>
                  <a:lnTo>
                    <a:pt x="128072" y="488555"/>
                  </a:lnTo>
                  <a:lnTo>
                    <a:pt x="176600" y="503419"/>
                  </a:lnTo>
                  <a:lnTo>
                    <a:pt x="229551" y="508842"/>
                  </a:lnTo>
                  <a:lnTo>
                    <a:pt x="282587" y="504028"/>
                  </a:lnTo>
                  <a:lnTo>
                    <a:pt x="331353" y="489722"/>
                  </a:lnTo>
                  <a:lnTo>
                    <a:pt x="374451" y="467080"/>
                  </a:lnTo>
                  <a:lnTo>
                    <a:pt x="410483" y="437259"/>
                  </a:lnTo>
                  <a:lnTo>
                    <a:pt x="438053" y="401414"/>
                  </a:lnTo>
                  <a:lnTo>
                    <a:pt x="455763" y="360704"/>
                  </a:lnTo>
                  <a:lnTo>
                    <a:pt x="462215" y="316283"/>
                  </a:lnTo>
                  <a:lnTo>
                    <a:pt x="462215" y="192589"/>
                  </a:lnTo>
                  <a:lnTo>
                    <a:pt x="455894" y="148624"/>
                  </a:lnTo>
                  <a:lnTo>
                    <a:pt x="438511" y="108235"/>
                  </a:lnTo>
                  <a:lnTo>
                    <a:pt x="411409" y="72567"/>
                  </a:lnTo>
                  <a:lnTo>
                    <a:pt x="375932" y="42764"/>
                  </a:lnTo>
                  <a:lnTo>
                    <a:pt x="333426" y="19972"/>
                  </a:lnTo>
                  <a:lnTo>
                    <a:pt x="285234" y="5336"/>
                  </a:lnTo>
                  <a:lnTo>
                    <a:pt x="23270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4385147" y="920776"/>
              <a:ext cx="462280" cy="509270"/>
            </a:xfrm>
            <a:custGeom>
              <a:avLst/>
              <a:gdLst/>
              <a:ahLst/>
              <a:cxnLst/>
              <a:rect l="l" t="t" r="r" b="b"/>
              <a:pathLst>
                <a:path w="462279" h="509269">
                  <a:moveTo>
                    <a:pt x="462216" y="316283"/>
                  </a:moveTo>
                  <a:lnTo>
                    <a:pt x="455763" y="360704"/>
                  </a:lnTo>
                  <a:lnTo>
                    <a:pt x="438054" y="401415"/>
                  </a:lnTo>
                  <a:lnTo>
                    <a:pt x="410484" y="437259"/>
                  </a:lnTo>
                  <a:lnTo>
                    <a:pt x="374452" y="467080"/>
                  </a:lnTo>
                  <a:lnTo>
                    <a:pt x="331354" y="489722"/>
                  </a:lnTo>
                  <a:lnTo>
                    <a:pt x="282588" y="504028"/>
                  </a:lnTo>
                  <a:lnTo>
                    <a:pt x="229552" y="508842"/>
                  </a:lnTo>
                  <a:lnTo>
                    <a:pt x="176601" y="503419"/>
                  </a:lnTo>
                  <a:lnTo>
                    <a:pt x="128072" y="488555"/>
                  </a:lnTo>
                  <a:lnTo>
                    <a:pt x="85344" y="465421"/>
                  </a:lnTo>
                  <a:lnTo>
                    <a:pt x="49795" y="435189"/>
                  </a:lnTo>
                  <a:lnTo>
                    <a:pt x="22802" y="399032"/>
                  </a:lnTo>
                  <a:lnTo>
                    <a:pt x="5744" y="358120"/>
                  </a:lnTo>
                  <a:lnTo>
                    <a:pt x="0" y="313627"/>
                  </a:lnTo>
                  <a:lnTo>
                    <a:pt x="4" y="293809"/>
                  </a:lnTo>
                  <a:lnTo>
                    <a:pt x="17" y="251297"/>
                  </a:lnTo>
                  <a:lnTo>
                    <a:pt x="39" y="208788"/>
                  </a:lnTo>
                  <a:lnTo>
                    <a:pt x="7319" y="145271"/>
                  </a:lnTo>
                  <a:lnTo>
                    <a:pt x="25480" y="105268"/>
                  </a:lnTo>
                  <a:lnTo>
                    <a:pt x="53201" y="70093"/>
                  </a:lnTo>
                  <a:lnTo>
                    <a:pt x="89135" y="40862"/>
                  </a:lnTo>
                  <a:lnTo>
                    <a:pt x="131929" y="18691"/>
                  </a:lnTo>
                  <a:lnTo>
                    <a:pt x="180235" y="4698"/>
                  </a:lnTo>
                  <a:lnTo>
                    <a:pt x="232702" y="0"/>
                  </a:lnTo>
                  <a:lnTo>
                    <a:pt x="285235" y="5336"/>
                  </a:lnTo>
                  <a:lnTo>
                    <a:pt x="333427" y="19973"/>
                  </a:lnTo>
                  <a:lnTo>
                    <a:pt x="375933" y="42765"/>
                  </a:lnTo>
                  <a:lnTo>
                    <a:pt x="411409" y="72567"/>
                  </a:lnTo>
                  <a:lnTo>
                    <a:pt x="438511" y="108236"/>
                  </a:lnTo>
                  <a:lnTo>
                    <a:pt x="455895" y="148625"/>
                  </a:lnTo>
                  <a:lnTo>
                    <a:pt x="462216" y="192589"/>
                  </a:lnTo>
                  <a:lnTo>
                    <a:pt x="462216" y="316283"/>
                  </a:lnTo>
                  <a:close/>
                </a:path>
              </a:pathLst>
            </a:custGeom>
            <a:ln w="45580">
              <a:solidFill>
                <a:srgbClr val="57AFE5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06971" y="1272924"/>
              <a:ext cx="216994" cy="69215"/>
            </a:xfrm>
            <a:prstGeom prst="rect">
              <a:avLst/>
            </a:prstGeom>
          </p:spPr>
        </p:pic>
        <p:sp>
          <p:nvSpPr>
            <p:cNvPr id="11" name="object 11" descr=""/>
            <p:cNvSpPr/>
            <p:nvPr/>
          </p:nvSpPr>
          <p:spPr>
            <a:xfrm>
              <a:off x="4389693" y="1114821"/>
              <a:ext cx="457834" cy="20955"/>
            </a:xfrm>
            <a:custGeom>
              <a:avLst/>
              <a:gdLst/>
              <a:ahLst/>
              <a:cxnLst/>
              <a:rect l="l" t="t" r="r" b="b"/>
              <a:pathLst>
                <a:path w="457835" h="20955">
                  <a:moveTo>
                    <a:pt x="457755" y="20844"/>
                  </a:moveTo>
                  <a:lnTo>
                    <a:pt x="435655" y="11749"/>
                  </a:lnTo>
                  <a:lnTo>
                    <a:pt x="409946" y="5232"/>
                  </a:lnTo>
                  <a:lnTo>
                    <a:pt x="382001" y="1310"/>
                  </a:lnTo>
                  <a:lnTo>
                    <a:pt x="353193" y="0"/>
                  </a:lnTo>
                  <a:lnTo>
                    <a:pt x="321012" y="3207"/>
                  </a:lnTo>
                  <a:lnTo>
                    <a:pt x="293378" y="10247"/>
                  </a:lnTo>
                  <a:lnTo>
                    <a:pt x="268381" y="17285"/>
                  </a:lnTo>
                  <a:lnTo>
                    <a:pt x="244113" y="20483"/>
                  </a:lnTo>
                  <a:lnTo>
                    <a:pt x="213618" y="20483"/>
                  </a:lnTo>
                  <a:lnTo>
                    <a:pt x="189364" y="17285"/>
                  </a:lnTo>
                  <a:lnTo>
                    <a:pt x="164372" y="10249"/>
                  </a:lnTo>
                  <a:lnTo>
                    <a:pt x="136729" y="3214"/>
                  </a:lnTo>
                  <a:lnTo>
                    <a:pt x="104522" y="16"/>
                  </a:lnTo>
                  <a:lnTo>
                    <a:pt x="75722" y="1324"/>
                  </a:lnTo>
                  <a:lnTo>
                    <a:pt x="47789" y="5240"/>
                  </a:lnTo>
                  <a:lnTo>
                    <a:pt x="22091" y="11751"/>
                  </a:lnTo>
                  <a:lnTo>
                    <a:pt x="0" y="20844"/>
                  </a:lnTo>
                </a:path>
              </a:pathLst>
            </a:custGeom>
            <a:ln w="30874">
              <a:solidFill>
                <a:srgbClr val="57AFE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4444393" y="1135977"/>
              <a:ext cx="149225" cy="117475"/>
            </a:xfrm>
            <a:custGeom>
              <a:avLst/>
              <a:gdLst/>
              <a:ahLst/>
              <a:cxnLst/>
              <a:rect l="l" t="t" r="r" b="b"/>
              <a:pathLst>
                <a:path w="149225" h="117475">
                  <a:moveTo>
                    <a:pt x="148736" y="1082"/>
                  </a:moveTo>
                  <a:lnTo>
                    <a:pt x="148688" y="53780"/>
                  </a:lnTo>
                  <a:lnTo>
                    <a:pt x="126411" y="99146"/>
                  </a:lnTo>
                  <a:lnTo>
                    <a:pt x="73609" y="117405"/>
                  </a:lnTo>
                  <a:lnTo>
                    <a:pt x="44729" y="111981"/>
                  </a:lnTo>
                  <a:lnTo>
                    <a:pt x="21252" y="97843"/>
                  </a:lnTo>
                  <a:lnTo>
                    <a:pt x="5551" y="77102"/>
                  </a:lnTo>
                  <a:lnTo>
                    <a:pt x="0" y="51869"/>
                  </a:lnTo>
                  <a:lnTo>
                    <a:pt x="47" y="0"/>
                  </a:lnTo>
                </a:path>
              </a:pathLst>
            </a:custGeom>
            <a:ln w="21913">
              <a:solidFill>
                <a:srgbClr val="57AFE5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633040" y="1124703"/>
              <a:ext cx="170663" cy="139480"/>
            </a:xfrm>
            <a:prstGeom prst="rect">
              <a:avLst/>
            </a:prstGeom>
          </p:spPr>
        </p:pic>
        <p:sp>
          <p:nvSpPr>
            <p:cNvPr id="14" name="object 14" descr=""/>
            <p:cNvSpPr/>
            <p:nvPr/>
          </p:nvSpPr>
          <p:spPr>
            <a:xfrm>
              <a:off x="4486367" y="1165540"/>
              <a:ext cx="55880" cy="19050"/>
            </a:xfrm>
            <a:custGeom>
              <a:avLst/>
              <a:gdLst/>
              <a:ahLst/>
              <a:cxnLst/>
              <a:rect l="l" t="t" r="r" b="b"/>
              <a:pathLst>
                <a:path w="55879" h="19050">
                  <a:moveTo>
                    <a:pt x="0" y="18769"/>
                  </a:moveTo>
                  <a:lnTo>
                    <a:pt x="4573" y="11233"/>
                  </a:lnTo>
                  <a:lnTo>
                    <a:pt x="10923" y="5317"/>
                  </a:lnTo>
                  <a:lnTo>
                    <a:pt x="18688" y="1435"/>
                  </a:lnTo>
                  <a:lnTo>
                    <a:pt x="27508" y="0"/>
                  </a:lnTo>
                  <a:lnTo>
                    <a:pt x="36460" y="1329"/>
                  </a:lnTo>
                  <a:lnTo>
                    <a:pt x="44340" y="5176"/>
                  </a:lnTo>
                  <a:lnTo>
                    <a:pt x="50782" y="11127"/>
                  </a:lnTo>
                  <a:lnTo>
                    <a:pt x="55420" y="18769"/>
                  </a:lnTo>
                </a:path>
              </a:pathLst>
            </a:custGeom>
            <a:ln w="22145">
              <a:solidFill>
                <a:srgbClr val="57AFE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3968584" y="1509432"/>
              <a:ext cx="1297940" cy="741680"/>
            </a:xfrm>
            <a:custGeom>
              <a:avLst/>
              <a:gdLst/>
              <a:ahLst/>
              <a:cxnLst/>
              <a:rect l="l" t="t" r="r" b="b"/>
              <a:pathLst>
                <a:path w="1297939" h="741680">
                  <a:moveTo>
                    <a:pt x="1297698" y="294855"/>
                  </a:moveTo>
                  <a:lnTo>
                    <a:pt x="1209509" y="42164"/>
                  </a:lnTo>
                  <a:lnTo>
                    <a:pt x="1188618" y="7467"/>
                  </a:lnTo>
                  <a:lnTo>
                    <a:pt x="1164653" y="0"/>
                  </a:lnTo>
                  <a:lnTo>
                    <a:pt x="1159891" y="0"/>
                  </a:lnTo>
                  <a:lnTo>
                    <a:pt x="27774" y="408965"/>
                  </a:lnTo>
                  <a:lnTo>
                    <a:pt x="1168" y="438569"/>
                  </a:lnTo>
                  <a:lnTo>
                    <a:pt x="0" y="446709"/>
                  </a:lnTo>
                  <a:lnTo>
                    <a:pt x="431" y="454926"/>
                  </a:lnTo>
                  <a:lnTo>
                    <a:pt x="93408" y="713778"/>
                  </a:lnTo>
                  <a:lnTo>
                    <a:pt x="133057" y="741591"/>
                  </a:lnTo>
                  <a:lnTo>
                    <a:pt x="137820" y="741591"/>
                  </a:lnTo>
                  <a:lnTo>
                    <a:pt x="256921" y="699401"/>
                  </a:lnTo>
                  <a:lnTo>
                    <a:pt x="1269923" y="332600"/>
                  </a:lnTo>
                  <a:lnTo>
                    <a:pt x="1296517" y="303009"/>
                  </a:lnTo>
                  <a:lnTo>
                    <a:pt x="1297698" y="294855"/>
                  </a:lnTo>
                  <a:close/>
                </a:path>
              </a:pathLst>
            </a:custGeom>
            <a:solidFill>
              <a:srgbClr val="C8B06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5104438" y="1638372"/>
              <a:ext cx="63500" cy="175260"/>
            </a:xfrm>
            <a:custGeom>
              <a:avLst/>
              <a:gdLst/>
              <a:ahLst/>
              <a:cxnLst/>
              <a:rect l="l" t="t" r="r" b="b"/>
              <a:pathLst>
                <a:path w="63500" h="175260">
                  <a:moveTo>
                    <a:pt x="0" y="0"/>
                  </a:moveTo>
                  <a:lnTo>
                    <a:pt x="63421" y="174982"/>
                  </a:lnTo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5104438" y="1638372"/>
              <a:ext cx="63500" cy="175260"/>
            </a:xfrm>
            <a:custGeom>
              <a:avLst/>
              <a:gdLst/>
              <a:ahLst/>
              <a:cxnLst/>
              <a:rect l="l" t="t" r="r" b="b"/>
              <a:pathLst>
                <a:path w="63500" h="175260">
                  <a:moveTo>
                    <a:pt x="0" y="0"/>
                  </a:moveTo>
                  <a:lnTo>
                    <a:pt x="63421" y="174982"/>
                  </a:lnTo>
                </a:path>
              </a:pathLst>
            </a:custGeom>
            <a:ln w="3700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4852103" y="1729766"/>
              <a:ext cx="63500" cy="175260"/>
            </a:xfrm>
            <a:custGeom>
              <a:avLst/>
              <a:gdLst/>
              <a:ahLst/>
              <a:cxnLst/>
              <a:rect l="l" t="t" r="r" b="b"/>
              <a:pathLst>
                <a:path w="63500" h="175260">
                  <a:moveTo>
                    <a:pt x="0" y="0"/>
                  </a:moveTo>
                  <a:lnTo>
                    <a:pt x="63421" y="174967"/>
                  </a:lnTo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4852103" y="1729766"/>
              <a:ext cx="63500" cy="175260"/>
            </a:xfrm>
            <a:custGeom>
              <a:avLst/>
              <a:gdLst/>
              <a:ahLst/>
              <a:cxnLst/>
              <a:rect l="l" t="t" r="r" b="b"/>
              <a:pathLst>
                <a:path w="63500" h="175260">
                  <a:moveTo>
                    <a:pt x="0" y="0"/>
                  </a:moveTo>
                  <a:lnTo>
                    <a:pt x="63421" y="174967"/>
                  </a:lnTo>
                </a:path>
              </a:pathLst>
            </a:custGeom>
            <a:ln w="3700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4599754" y="1821131"/>
              <a:ext cx="63500" cy="175260"/>
            </a:xfrm>
            <a:custGeom>
              <a:avLst/>
              <a:gdLst/>
              <a:ahLst/>
              <a:cxnLst/>
              <a:rect l="l" t="t" r="r" b="b"/>
              <a:pathLst>
                <a:path w="63500" h="175260">
                  <a:moveTo>
                    <a:pt x="0" y="0"/>
                  </a:moveTo>
                  <a:lnTo>
                    <a:pt x="63398" y="174959"/>
                  </a:lnTo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4599754" y="1821131"/>
              <a:ext cx="63500" cy="175260"/>
            </a:xfrm>
            <a:custGeom>
              <a:avLst/>
              <a:gdLst/>
              <a:ahLst/>
              <a:cxnLst/>
              <a:rect l="l" t="t" r="r" b="b"/>
              <a:pathLst>
                <a:path w="63500" h="175260">
                  <a:moveTo>
                    <a:pt x="0" y="0"/>
                  </a:moveTo>
                  <a:lnTo>
                    <a:pt x="63398" y="174959"/>
                  </a:lnTo>
                </a:path>
              </a:pathLst>
            </a:custGeom>
            <a:ln w="3700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4347396" y="1912489"/>
              <a:ext cx="63500" cy="175260"/>
            </a:xfrm>
            <a:custGeom>
              <a:avLst/>
              <a:gdLst/>
              <a:ahLst/>
              <a:cxnLst/>
              <a:rect l="l" t="t" r="r" b="b"/>
              <a:pathLst>
                <a:path w="63500" h="175260">
                  <a:moveTo>
                    <a:pt x="0" y="0"/>
                  </a:moveTo>
                  <a:lnTo>
                    <a:pt x="63413" y="174982"/>
                  </a:lnTo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4347396" y="1912489"/>
              <a:ext cx="63500" cy="175260"/>
            </a:xfrm>
            <a:custGeom>
              <a:avLst/>
              <a:gdLst/>
              <a:ahLst/>
              <a:cxnLst/>
              <a:rect l="l" t="t" r="r" b="b"/>
              <a:pathLst>
                <a:path w="63500" h="175260">
                  <a:moveTo>
                    <a:pt x="0" y="0"/>
                  </a:moveTo>
                  <a:lnTo>
                    <a:pt x="63413" y="174982"/>
                  </a:lnTo>
                </a:path>
              </a:pathLst>
            </a:custGeom>
            <a:ln w="3700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4095070" y="2003877"/>
              <a:ext cx="63500" cy="175260"/>
            </a:xfrm>
            <a:custGeom>
              <a:avLst/>
              <a:gdLst/>
              <a:ahLst/>
              <a:cxnLst/>
              <a:rect l="l" t="t" r="r" b="b"/>
              <a:pathLst>
                <a:path w="63500" h="175260">
                  <a:moveTo>
                    <a:pt x="0" y="0"/>
                  </a:moveTo>
                  <a:lnTo>
                    <a:pt x="63367" y="174967"/>
                  </a:lnTo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4095070" y="2003877"/>
              <a:ext cx="63500" cy="175260"/>
            </a:xfrm>
            <a:custGeom>
              <a:avLst/>
              <a:gdLst/>
              <a:ahLst/>
              <a:cxnLst/>
              <a:rect l="l" t="t" r="r" b="b"/>
              <a:pathLst>
                <a:path w="63500" h="175260">
                  <a:moveTo>
                    <a:pt x="0" y="0"/>
                  </a:moveTo>
                  <a:lnTo>
                    <a:pt x="63367" y="174967"/>
                  </a:lnTo>
                </a:path>
              </a:pathLst>
            </a:custGeom>
            <a:ln w="3700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5002235" y="1746091"/>
              <a:ext cx="45720" cy="125095"/>
            </a:xfrm>
            <a:custGeom>
              <a:avLst/>
              <a:gdLst/>
              <a:ahLst/>
              <a:cxnLst/>
              <a:rect l="l" t="t" r="r" b="b"/>
              <a:pathLst>
                <a:path w="45720" h="125094">
                  <a:moveTo>
                    <a:pt x="0" y="0"/>
                  </a:moveTo>
                  <a:lnTo>
                    <a:pt x="45280" y="124971"/>
                  </a:lnTo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5002235" y="1746091"/>
              <a:ext cx="45720" cy="125095"/>
            </a:xfrm>
            <a:custGeom>
              <a:avLst/>
              <a:gdLst/>
              <a:ahLst/>
              <a:cxnLst/>
              <a:rect l="l" t="t" r="r" b="b"/>
              <a:pathLst>
                <a:path w="45720" h="125094">
                  <a:moveTo>
                    <a:pt x="0" y="0"/>
                  </a:moveTo>
                  <a:lnTo>
                    <a:pt x="45280" y="124971"/>
                  </a:lnTo>
                </a:path>
              </a:pathLst>
            </a:custGeom>
            <a:ln w="3002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4749892" y="1837427"/>
              <a:ext cx="45720" cy="125095"/>
            </a:xfrm>
            <a:custGeom>
              <a:avLst/>
              <a:gdLst/>
              <a:ahLst/>
              <a:cxnLst/>
              <a:rect l="l" t="t" r="r" b="b"/>
              <a:pathLst>
                <a:path w="45720" h="125094">
                  <a:moveTo>
                    <a:pt x="0" y="0"/>
                  </a:moveTo>
                  <a:lnTo>
                    <a:pt x="45280" y="124994"/>
                  </a:lnTo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4749892" y="1837427"/>
              <a:ext cx="45720" cy="125095"/>
            </a:xfrm>
            <a:custGeom>
              <a:avLst/>
              <a:gdLst/>
              <a:ahLst/>
              <a:cxnLst/>
              <a:rect l="l" t="t" r="r" b="b"/>
              <a:pathLst>
                <a:path w="45720" h="125094">
                  <a:moveTo>
                    <a:pt x="0" y="0"/>
                  </a:moveTo>
                  <a:lnTo>
                    <a:pt x="45280" y="124994"/>
                  </a:lnTo>
                </a:path>
              </a:pathLst>
            </a:custGeom>
            <a:ln w="3002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4497534" y="1928821"/>
              <a:ext cx="45720" cy="125095"/>
            </a:xfrm>
            <a:custGeom>
              <a:avLst/>
              <a:gdLst/>
              <a:ahLst/>
              <a:cxnLst/>
              <a:rect l="l" t="t" r="r" b="b"/>
              <a:pathLst>
                <a:path w="45720" h="125094">
                  <a:moveTo>
                    <a:pt x="0" y="0"/>
                  </a:moveTo>
                  <a:lnTo>
                    <a:pt x="45303" y="124978"/>
                  </a:lnTo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4497534" y="1928821"/>
              <a:ext cx="45720" cy="125095"/>
            </a:xfrm>
            <a:custGeom>
              <a:avLst/>
              <a:gdLst/>
              <a:ahLst/>
              <a:cxnLst/>
              <a:rect l="l" t="t" r="r" b="b"/>
              <a:pathLst>
                <a:path w="45720" h="125094">
                  <a:moveTo>
                    <a:pt x="0" y="0"/>
                  </a:moveTo>
                  <a:lnTo>
                    <a:pt x="45303" y="124978"/>
                  </a:lnTo>
                </a:path>
              </a:pathLst>
            </a:custGeom>
            <a:ln w="3002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4245200" y="2020155"/>
              <a:ext cx="45720" cy="125095"/>
            </a:xfrm>
            <a:custGeom>
              <a:avLst/>
              <a:gdLst/>
              <a:ahLst/>
              <a:cxnLst/>
              <a:rect l="l" t="t" r="r" b="b"/>
              <a:pathLst>
                <a:path w="45720" h="125094">
                  <a:moveTo>
                    <a:pt x="0" y="0"/>
                  </a:moveTo>
                  <a:lnTo>
                    <a:pt x="45295" y="125002"/>
                  </a:lnTo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4245200" y="2020155"/>
              <a:ext cx="45720" cy="125095"/>
            </a:xfrm>
            <a:custGeom>
              <a:avLst/>
              <a:gdLst/>
              <a:ahLst/>
              <a:cxnLst/>
              <a:rect l="l" t="t" r="r" b="b"/>
              <a:pathLst>
                <a:path w="45720" h="125094">
                  <a:moveTo>
                    <a:pt x="0" y="0"/>
                  </a:moveTo>
                  <a:lnTo>
                    <a:pt x="45295" y="125002"/>
                  </a:lnTo>
                </a:path>
              </a:pathLst>
            </a:custGeom>
            <a:ln w="3002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3968593" y="1509421"/>
              <a:ext cx="1297940" cy="741680"/>
            </a:xfrm>
            <a:custGeom>
              <a:avLst/>
              <a:gdLst/>
              <a:ahLst/>
              <a:cxnLst/>
              <a:rect l="l" t="t" r="r" b="b"/>
              <a:pathLst>
                <a:path w="1297939" h="741680">
                  <a:moveTo>
                    <a:pt x="1164656" y="0"/>
                  </a:moveTo>
                  <a:lnTo>
                    <a:pt x="1159889" y="0"/>
                  </a:lnTo>
                  <a:lnTo>
                    <a:pt x="1155038" y="806"/>
                  </a:lnTo>
                  <a:lnTo>
                    <a:pt x="27768" y="408973"/>
                  </a:lnTo>
                  <a:lnTo>
                    <a:pt x="1171" y="438574"/>
                  </a:lnTo>
                  <a:lnTo>
                    <a:pt x="0" y="446717"/>
                  </a:lnTo>
                  <a:lnTo>
                    <a:pt x="434" y="454933"/>
                  </a:lnTo>
                  <a:lnTo>
                    <a:pt x="93407" y="713784"/>
                  </a:lnTo>
                  <a:lnTo>
                    <a:pt x="133052" y="741591"/>
                  </a:lnTo>
                  <a:lnTo>
                    <a:pt x="137819" y="741591"/>
                  </a:lnTo>
                  <a:lnTo>
                    <a:pt x="142670" y="740777"/>
                  </a:lnTo>
                  <a:lnTo>
                    <a:pt x="256918" y="699411"/>
                  </a:lnTo>
                  <a:lnTo>
                    <a:pt x="133052" y="699411"/>
                  </a:lnTo>
                  <a:lnTo>
                    <a:pt x="42128" y="448617"/>
                  </a:lnTo>
                  <a:lnTo>
                    <a:pt x="1164656" y="42171"/>
                  </a:lnTo>
                  <a:lnTo>
                    <a:pt x="1209508" y="42171"/>
                  </a:lnTo>
                  <a:lnTo>
                    <a:pt x="1204301" y="27806"/>
                  </a:lnTo>
                  <a:lnTo>
                    <a:pt x="1197911" y="16228"/>
                  </a:lnTo>
                  <a:lnTo>
                    <a:pt x="1188617" y="7473"/>
                  </a:lnTo>
                  <a:lnTo>
                    <a:pt x="1177254" y="1933"/>
                  </a:lnTo>
                  <a:lnTo>
                    <a:pt x="1164656" y="0"/>
                  </a:lnTo>
                  <a:close/>
                </a:path>
                <a:path w="1297939" h="741680">
                  <a:moveTo>
                    <a:pt x="1209508" y="42171"/>
                  </a:moveTo>
                  <a:lnTo>
                    <a:pt x="1164656" y="42171"/>
                  </a:lnTo>
                  <a:lnTo>
                    <a:pt x="1255557" y="292966"/>
                  </a:lnTo>
                  <a:lnTo>
                    <a:pt x="133052" y="699411"/>
                  </a:lnTo>
                  <a:lnTo>
                    <a:pt x="256918" y="699411"/>
                  </a:lnTo>
                  <a:lnTo>
                    <a:pt x="1269925" y="332610"/>
                  </a:lnTo>
                  <a:lnTo>
                    <a:pt x="1296518" y="303009"/>
                  </a:lnTo>
                  <a:lnTo>
                    <a:pt x="1297690" y="294865"/>
                  </a:lnTo>
                  <a:lnTo>
                    <a:pt x="1297258" y="286650"/>
                  </a:lnTo>
                  <a:lnTo>
                    <a:pt x="1295210" y="278601"/>
                  </a:lnTo>
                  <a:lnTo>
                    <a:pt x="1209508" y="42171"/>
                  </a:lnTo>
                  <a:close/>
                </a:path>
              </a:pathLst>
            </a:custGeom>
            <a:solidFill>
              <a:srgbClr val="C8B06B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-2432" y="0"/>
            <a:ext cx="16264890" cy="9150350"/>
            <a:chOff x="-2432" y="0"/>
            <a:chExt cx="16264890" cy="915035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6256000" cy="9144000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6324357" cy="4414794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772900" y="6527799"/>
              <a:ext cx="4483100" cy="2616200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87300" y="7886088"/>
              <a:ext cx="2076352" cy="1130910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350" y="6349"/>
              <a:ext cx="16249650" cy="9137650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6350" y="6350"/>
              <a:ext cx="16249650" cy="9137650"/>
            </a:xfrm>
            <a:custGeom>
              <a:avLst/>
              <a:gdLst/>
              <a:ahLst/>
              <a:cxnLst/>
              <a:rect l="l" t="t" r="r" b="b"/>
              <a:pathLst>
                <a:path w="16249650" h="9137650">
                  <a:moveTo>
                    <a:pt x="0" y="9137650"/>
                  </a:moveTo>
                  <a:lnTo>
                    <a:pt x="0" y="0"/>
                  </a:lnTo>
                  <a:lnTo>
                    <a:pt x="1624965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-2432" y="7086086"/>
              <a:ext cx="4066429" cy="2057913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440902" y="6978483"/>
              <a:ext cx="4815099" cy="2165515"/>
            </a:xfrm>
            <a:prstGeom prst="rect">
              <a:avLst/>
            </a:prstGeom>
          </p:spPr>
        </p:pic>
        <p:sp>
          <p:nvSpPr>
            <p:cNvPr id="11" name="object 11" descr=""/>
            <p:cNvSpPr/>
            <p:nvPr/>
          </p:nvSpPr>
          <p:spPr>
            <a:xfrm>
              <a:off x="14984046" y="330203"/>
              <a:ext cx="916305" cy="188595"/>
            </a:xfrm>
            <a:custGeom>
              <a:avLst/>
              <a:gdLst/>
              <a:ahLst/>
              <a:cxnLst/>
              <a:rect l="l" t="t" r="r" b="b"/>
              <a:pathLst>
                <a:path w="916305" h="188595">
                  <a:moveTo>
                    <a:pt x="901633" y="0"/>
                  </a:moveTo>
                  <a:lnTo>
                    <a:pt x="891333" y="0"/>
                  </a:lnTo>
                  <a:lnTo>
                    <a:pt x="887866" y="888"/>
                  </a:lnTo>
                  <a:lnTo>
                    <a:pt x="841667" y="24592"/>
                  </a:lnTo>
                  <a:lnTo>
                    <a:pt x="797144" y="44172"/>
                  </a:lnTo>
                  <a:lnTo>
                    <a:pt x="751382" y="61250"/>
                  </a:lnTo>
                  <a:lnTo>
                    <a:pt x="704512" y="75792"/>
                  </a:lnTo>
                  <a:lnTo>
                    <a:pt x="656665" y="87766"/>
                  </a:lnTo>
                  <a:lnTo>
                    <a:pt x="607972" y="97139"/>
                  </a:lnTo>
                  <a:lnTo>
                    <a:pt x="558566" y="103877"/>
                  </a:lnTo>
                  <a:lnTo>
                    <a:pt x="508577" y="107949"/>
                  </a:lnTo>
                  <a:lnTo>
                    <a:pt x="458136" y="109321"/>
                  </a:lnTo>
                  <a:lnTo>
                    <a:pt x="407692" y="107949"/>
                  </a:lnTo>
                  <a:lnTo>
                    <a:pt x="357701" y="103878"/>
                  </a:lnTo>
                  <a:lnTo>
                    <a:pt x="308294" y="97139"/>
                  </a:lnTo>
                  <a:lnTo>
                    <a:pt x="259601" y="87767"/>
                  </a:lnTo>
                  <a:lnTo>
                    <a:pt x="211754" y="75794"/>
                  </a:lnTo>
                  <a:lnTo>
                    <a:pt x="164884" y="61253"/>
                  </a:lnTo>
                  <a:lnTo>
                    <a:pt x="119121" y="44177"/>
                  </a:lnTo>
                  <a:lnTo>
                    <a:pt x="74596" y="24600"/>
                  </a:lnTo>
                  <a:lnTo>
                    <a:pt x="28406" y="888"/>
                  </a:lnTo>
                  <a:lnTo>
                    <a:pt x="24952" y="0"/>
                  </a:lnTo>
                  <a:lnTo>
                    <a:pt x="14639" y="0"/>
                  </a:lnTo>
                  <a:lnTo>
                    <a:pt x="8137" y="3262"/>
                  </a:lnTo>
                  <a:lnTo>
                    <a:pt x="4086" y="8718"/>
                  </a:lnTo>
                  <a:lnTo>
                    <a:pt x="731" y="15585"/>
                  </a:lnTo>
                  <a:lnTo>
                    <a:pt x="0" y="23474"/>
                  </a:lnTo>
                  <a:lnTo>
                    <a:pt x="2321" y="31362"/>
                  </a:lnTo>
                  <a:lnTo>
                    <a:pt x="47144" y="65540"/>
                  </a:lnTo>
                  <a:lnTo>
                    <a:pt x="87636" y="90281"/>
                  </a:lnTo>
                  <a:lnTo>
                    <a:pt x="129506" y="112389"/>
                  </a:lnTo>
                  <a:lnTo>
                    <a:pt x="172659" y="131800"/>
                  </a:lnTo>
                  <a:lnTo>
                    <a:pt x="217001" y="148451"/>
                  </a:lnTo>
                  <a:lnTo>
                    <a:pt x="263953" y="162714"/>
                  </a:lnTo>
                  <a:lnTo>
                    <a:pt x="311649" y="173845"/>
                  </a:lnTo>
                  <a:lnTo>
                    <a:pt x="359980" y="181825"/>
                  </a:lnTo>
                  <a:lnTo>
                    <a:pt x="408837" y="186635"/>
                  </a:lnTo>
                  <a:lnTo>
                    <a:pt x="458149" y="188257"/>
                  </a:lnTo>
                  <a:lnTo>
                    <a:pt x="507424" y="186635"/>
                  </a:lnTo>
                  <a:lnTo>
                    <a:pt x="556284" y="181825"/>
                  </a:lnTo>
                  <a:lnTo>
                    <a:pt x="604619" y="173845"/>
                  </a:lnTo>
                  <a:lnTo>
                    <a:pt x="652318" y="162714"/>
                  </a:lnTo>
                  <a:lnTo>
                    <a:pt x="699271" y="148451"/>
                  </a:lnTo>
                  <a:lnTo>
                    <a:pt x="743612" y="131796"/>
                  </a:lnTo>
                  <a:lnTo>
                    <a:pt x="786766" y="112381"/>
                  </a:lnTo>
                  <a:lnTo>
                    <a:pt x="828644" y="90265"/>
                  </a:lnTo>
                  <a:lnTo>
                    <a:pt x="869156" y="65509"/>
                  </a:lnTo>
                  <a:lnTo>
                    <a:pt x="908211" y="38172"/>
                  </a:lnTo>
                  <a:lnTo>
                    <a:pt x="916276" y="23460"/>
                  </a:lnTo>
                  <a:lnTo>
                    <a:pt x="915537" y="15583"/>
                  </a:lnTo>
                  <a:lnTo>
                    <a:pt x="912187" y="8729"/>
                  </a:lnTo>
                  <a:lnTo>
                    <a:pt x="908123" y="3262"/>
                  </a:lnTo>
                  <a:lnTo>
                    <a:pt x="901633" y="0"/>
                  </a:lnTo>
                  <a:close/>
                </a:path>
              </a:pathLst>
            </a:custGeom>
            <a:solidFill>
              <a:srgbClr val="9EC73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15127249" y="534197"/>
              <a:ext cx="629920" cy="634365"/>
            </a:xfrm>
            <a:custGeom>
              <a:avLst/>
              <a:gdLst/>
              <a:ahLst/>
              <a:cxnLst/>
              <a:rect l="l" t="t" r="r" b="b"/>
              <a:pathLst>
                <a:path w="629919" h="634365">
                  <a:moveTo>
                    <a:pt x="616026" y="101"/>
                  </a:moveTo>
                  <a:lnTo>
                    <a:pt x="610285" y="101"/>
                  </a:lnTo>
                  <a:lnTo>
                    <a:pt x="608202" y="483"/>
                  </a:lnTo>
                  <a:lnTo>
                    <a:pt x="578528" y="11210"/>
                  </a:lnTo>
                  <a:lnTo>
                    <a:pt x="550952" y="19969"/>
                  </a:lnTo>
                  <a:lnTo>
                    <a:pt x="523885" y="27573"/>
                  </a:lnTo>
                  <a:lnTo>
                    <a:pt x="490715" y="35721"/>
                  </a:lnTo>
                  <a:lnTo>
                    <a:pt x="485089" y="40896"/>
                  </a:lnTo>
                  <a:lnTo>
                    <a:pt x="463442" y="87827"/>
                  </a:lnTo>
                  <a:lnTo>
                    <a:pt x="436553" y="128034"/>
                  </a:lnTo>
                  <a:lnTo>
                    <a:pt x="403792" y="168066"/>
                  </a:lnTo>
                  <a:lnTo>
                    <a:pt x="366865" y="208230"/>
                  </a:lnTo>
                  <a:lnTo>
                    <a:pt x="327482" y="248831"/>
                  </a:lnTo>
                  <a:lnTo>
                    <a:pt x="321055" y="254737"/>
                  </a:lnTo>
                  <a:lnTo>
                    <a:pt x="308838" y="254737"/>
                  </a:lnTo>
                  <a:lnTo>
                    <a:pt x="263016" y="208253"/>
                  </a:lnTo>
                  <a:lnTo>
                    <a:pt x="226089" y="168145"/>
                  </a:lnTo>
                  <a:lnTo>
                    <a:pt x="193328" y="128180"/>
                  </a:lnTo>
                  <a:lnTo>
                    <a:pt x="166438" y="88029"/>
                  </a:lnTo>
                  <a:lnTo>
                    <a:pt x="147129" y="47365"/>
                  </a:lnTo>
                  <a:lnTo>
                    <a:pt x="144805" y="41132"/>
                  </a:lnTo>
                  <a:lnTo>
                    <a:pt x="139166" y="35946"/>
                  </a:lnTo>
                  <a:lnTo>
                    <a:pt x="105976" y="27746"/>
                  </a:lnTo>
                  <a:lnTo>
                    <a:pt x="78879" y="20023"/>
                  </a:lnTo>
                  <a:lnTo>
                    <a:pt x="51287" y="11149"/>
                  </a:lnTo>
                  <a:lnTo>
                    <a:pt x="21602" y="372"/>
                  </a:lnTo>
                  <a:lnTo>
                    <a:pt x="19519" y="0"/>
                  </a:lnTo>
                  <a:lnTo>
                    <a:pt x="13779" y="0"/>
                  </a:lnTo>
                  <a:lnTo>
                    <a:pt x="10198" y="1159"/>
                  </a:lnTo>
                  <a:lnTo>
                    <a:pt x="2451" y="7087"/>
                  </a:lnTo>
                  <a:lnTo>
                    <a:pt x="0" y="12950"/>
                  </a:lnTo>
                  <a:lnTo>
                    <a:pt x="558" y="18575"/>
                  </a:lnTo>
                  <a:lnTo>
                    <a:pt x="7960" y="61043"/>
                  </a:lnTo>
                  <a:lnTo>
                    <a:pt x="21770" y="103404"/>
                  </a:lnTo>
                  <a:lnTo>
                    <a:pt x="42110" y="146027"/>
                  </a:lnTo>
                  <a:lnTo>
                    <a:pt x="69100" y="189280"/>
                  </a:lnTo>
                  <a:lnTo>
                    <a:pt x="99587" y="229630"/>
                  </a:lnTo>
                  <a:lnTo>
                    <a:pt x="133181" y="268678"/>
                  </a:lnTo>
                  <a:lnTo>
                    <a:pt x="168638" y="306647"/>
                  </a:lnTo>
                  <a:lnTo>
                    <a:pt x="242089" y="382228"/>
                  </a:lnTo>
                  <a:lnTo>
                    <a:pt x="277619" y="420403"/>
                  </a:lnTo>
                  <a:lnTo>
                    <a:pt x="310053" y="458615"/>
                  </a:lnTo>
                  <a:lnTo>
                    <a:pt x="338148" y="497190"/>
                  </a:lnTo>
                  <a:lnTo>
                    <a:pt x="360656" y="536455"/>
                  </a:lnTo>
                  <a:lnTo>
                    <a:pt x="376333" y="576735"/>
                  </a:lnTo>
                  <a:lnTo>
                    <a:pt x="383933" y="618357"/>
                  </a:lnTo>
                  <a:lnTo>
                    <a:pt x="384594" y="627279"/>
                  </a:lnTo>
                  <a:lnTo>
                    <a:pt x="392010" y="634198"/>
                  </a:lnTo>
                  <a:lnTo>
                    <a:pt x="509485" y="634198"/>
                  </a:lnTo>
                  <a:lnTo>
                    <a:pt x="513943" y="632274"/>
                  </a:lnTo>
                  <a:lnTo>
                    <a:pt x="520395" y="625480"/>
                  </a:lnTo>
                  <a:lnTo>
                    <a:pt x="522096" y="620934"/>
                  </a:lnTo>
                  <a:lnTo>
                    <a:pt x="521868" y="616243"/>
                  </a:lnTo>
                  <a:lnTo>
                    <a:pt x="515350" y="566558"/>
                  </a:lnTo>
                  <a:lnTo>
                    <a:pt x="500607" y="516483"/>
                  </a:lnTo>
                  <a:lnTo>
                    <a:pt x="477507" y="465666"/>
                  </a:lnTo>
                  <a:lnTo>
                    <a:pt x="445922" y="413754"/>
                  </a:lnTo>
                  <a:lnTo>
                    <a:pt x="409359" y="365061"/>
                  </a:lnTo>
                  <a:lnTo>
                    <a:pt x="411276" y="357985"/>
                  </a:lnTo>
                  <a:lnTo>
                    <a:pt x="461241" y="306643"/>
                  </a:lnTo>
                  <a:lnTo>
                    <a:pt x="496698" y="268674"/>
                  </a:lnTo>
                  <a:lnTo>
                    <a:pt x="530290" y="229629"/>
                  </a:lnTo>
                  <a:lnTo>
                    <a:pt x="560781" y="189280"/>
                  </a:lnTo>
                  <a:lnTo>
                    <a:pt x="587773" y="146078"/>
                  </a:lnTo>
                  <a:lnTo>
                    <a:pt x="608115" y="103567"/>
                  </a:lnTo>
                  <a:lnTo>
                    <a:pt x="621926" y="61318"/>
                  </a:lnTo>
                  <a:lnTo>
                    <a:pt x="629323" y="18901"/>
                  </a:lnTo>
                  <a:lnTo>
                    <a:pt x="629894" y="13197"/>
                  </a:lnTo>
                  <a:lnTo>
                    <a:pt x="627291" y="7133"/>
                  </a:lnTo>
                  <a:lnTo>
                    <a:pt x="622706" y="3611"/>
                  </a:lnTo>
                  <a:lnTo>
                    <a:pt x="619658" y="1294"/>
                  </a:lnTo>
                  <a:lnTo>
                    <a:pt x="616026" y="101"/>
                  </a:lnTo>
                  <a:close/>
                </a:path>
              </a:pathLst>
            </a:custGeom>
            <a:solidFill>
              <a:srgbClr val="59AEE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5234958" y="949714"/>
              <a:ext cx="169723" cy="218690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5368321" y="586825"/>
              <a:ext cx="147713" cy="115746"/>
            </a:xfrm>
            <a:prstGeom prst="rect">
              <a:avLst/>
            </a:prstGeom>
          </p:spPr>
        </p:pic>
        <p:sp>
          <p:nvSpPr>
            <p:cNvPr id="15" name="object 15" descr=""/>
            <p:cNvSpPr/>
            <p:nvPr/>
          </p:nvSpPr>
          <p:spPr>
            <a:xfrm>
              <a:off x="1257299" y="2476499"/>
              <a:ext cx="13512800" cy="0"/>
            </a:xfrm>
            <a:custGeom>
              <a:avLst/>
              <a:gdLst/>
              <a:ahLst/>
              <a:cxnLst/>
              <a:rect l="l" t="t" r="r" b="b"/>
              <a:pathLst>
                <a:path w="13512800" h="0">
                  <a:moveTo>
                    <a:pt x="0" y="0"/>
                  </a:moveTo>
                  <a:lnTo>
                    <a:pt x="13512800" y="0"/>
                  </a:lnTo>
                </a:path>
              </a:pathLst>
            </a:custGeom>
            <a:ln w="25400">
              <a:solidFill>
                <a:srgbClr val="5DB6E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287020" rIns="0" bIns="0" rtlCol="0" vert="horz">
            <a:spAutoFit/>
          </a:bodyPr>
          <a:lstStyle/>
          <a:p>
            <a:pPr marL="392430" indent="-379730">
              <a:lnSpc>
                <a:spcPct val="100000"/>
              </a:lnSpc>
              <a:spcBef>
                <a:spcPts val="2260"/>
              </a:spcBef>
              <a:buChar char="•"/>
              <a:tabLst>
                <a:tab pos="392430" algn="l"/>
                <a:tab pos="3448050" algn="l"/>
                <a:tab pos="5285740" algn="l"/>
              </a:tabLst>
            </a:pPr>
            <a:r>
              <a:rPr dirty="0"/>
              <a:t>Support</a:t>
            </a:r>
            <a:r>
              <a:rPr dirty="0" spc="-85"/>
              <a:t> </a:t>
            </a:r>
            <a:r>
              <a:rPr dirty="0" spc="-25"/>
              <a:t>and</a:t>
            </a:r>
            <a:r>
              <a:rPr dirty="0"/>
              <a:t>	</a:t>
            </a:r>
            <a:r>
              <a:rPr dirty="0" spc="-10"/>
              <a:t>service</a:t>
            </a:r>
            <a:r>
              <a:rPr dirty="0"/>
              <a:t>	</a:t>
            </a:r>
            <a:r>
              <a:rPr dirty="0" spc="-10"/>
              <a:t>teams.</a:t>
            </a:r>
          </a:p>
          <a:p>
            <a:pPr marL="392430" indent="-379730">
              <a:lnSpc>
                <a:spcPct val="100000"/>
              </a:lnSpc>
              <a:spcBef>
                <a:spcPts val="2160"/>
              </a:spcBef>
              <a:buChar char="•"/>
              <a:tabLst>
                <a:tab pos="392430" algn="l"/>
                <a:tab pos="3436620" algn="l"/>
                <a:tab pos="5896610" algn="l"/>
                <a:tab pos="10135870" algn="l"/>
              </a:tabLst>
            </a:pPr>
            <a:r>
              <a:rPr dirty="0"/>
              <a:t>Work</a:t>
            </a:r>
            <a:r>
              <a:rPr dirty="0" spc="-114"/>
              <a:t> </a:t>
            </a:r>
            <a:r>
              <a:rPr dirty="0"/>
              <a:t>from</a:t>
            </a:r>
            <a:r>
              <a:rPr dirty="0" spc="-114"/>
              <a:t> </a:t>
            </a:r>
            <a:r>
              <a:rPr dirty="0" spc="-50"/>
              <a:t>a</a:t>
            </a:r>
            <a:r>
              <a:rPr dirty="0"/>
              <a:t>	</a:t>
            </a:r>
            <a:r>
              <a:rPr dirty="0" spc="-10"/>
              <a:t>prioritized</a:t>
            </a:r>
            <a:r>
              <a:rPr dirty="0"/>
              <a:t>	list</a:t>
            </a:r>
            <a:r>
              <a:rPr dirty="0" spc="-30"/>
              <a:t> </a:t>
            </a:r>
            <a:r>
              <a:rPr dirty="0"/>
              <a:t>as</a:t>
            </a:r>
            <a:r>
              <a:rPr dirty="0" spc="-30"/>
              <a:t> </a:t>
            </a:r>
            <a:r>
              <a:rPr dirty="0"/>
              <a:t>fast</a:t>
            </a:r>
            <a:r>
              <a:rPr dirty="0" spc="-30"/>
              <a:t> </a:t>
            </a:r>
            <a:r>
              <a:rPr dirty="0"/>
              <a:t>as</a:t>
            </a:r>
            <a:r>
              <a:rPr dirty="0" spc="-25"/>
              <a:t> you</a:t>
            </a:r>
            <a:r>
              <a:rPr dirty="0"/>
              <a:t>	</a:t>
            </a:r>
            <a:r>
              <a:rPr dirty="0" spc="-20"/>
              <a:t>can.</a:t>
            </a:r>
          </a:p>
          <a:p>
            <a:pPr marL="392430" indent="-379730">
              <a:lnSpc>
                <a:spcPct val="100000"/>
              </a:lnSpc>
              <a:spcBef>
                <a:spcPts val="2160"/>
              </a:spcBef>
              <a:buChar char="•"/>
              <a:tabLst>
                <a:tab pos="392430" algn="l"/>
                <a:tab pos="1223645" algn="l"/>
                <a:tab pos="2439035" algn="l"/>
                <a:tab pos="4811395" algn="l"/>
              </a:tabLst>
            </a:pPr>
            <a:r>
              <a:rPr dirty="0" spc="-25"/>
              <a:t>No</a:t>
            </a:r>
            <a:r>
              <a:rPr dirty="0"/>
              <a:t>	</a:t>
            </a:r>
            <a:r>
              <a:rPr dirty="0" spc="-20"/>
              <a:t>Plan</a:t>
            </a:r>
            <a:r>
              <a:rPr dirty="0"/>
              <a:t>	mode,</a:t>
            </a:r>
            <a:r>
              <a:rPr dirty="0" spc="-120"/>
              <a:t> </a:t>
            </a:r>
            <a:r>
              <a:rPr dirty="0" spc="-25"/>
              <a:t>no</a:t>
            </a:r>
            <a:r>
              <a:rPr dirty="0"/>
              <a:t>	</a:t>
            </a:r>
            <a:r>
              <a:rPr dirty="0" spc="-10"/>
              <a:t>Sprints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1219200" y="1074419"/>
            <a:ext cx="3042285" cy="9702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200" spc="125">
                <a:solidFill>
                  <a:srgbClr val="003366"/>
                </a:solidFill>
                <a:latin typeface="Century"/>
                <a:cs typeface="Century"/>
              </a:rPr>
              <a:t>Kanban</a:t>
            </a:r>
            <a:endParaRPr sz="6200">
              <a:latin typeface="Century"/>
              <a:cs typeface="Century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2955207" y="891022"/>
            <a:ext cx="9740900" cy="8253095"/>
            <a:chOff x="2955207" y="891022"/>
            <a:chExt cx="9740900" cy="8253095"/>
          </a:xfrm>
        </p:grpSpPr>
        <p:pic>
          <p:nvPicPr>
            <p:cNvPr id="19" name="object 19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955207" y="5412209"/>
              <a:ext cx="9740900" cy="3731790"/>
            </a:xfrm>
            <a:prstGeom prst="rect">
              <a:avLst/>
            </a:prstGeom>
          </p:spPr>
        </p:pic>
        <p:sp>
          <p:nvSpPr>
            <p:cNvPr id="20" name="object 20" descr=""/>
            <p:cNvSpPr/>
            <p:nvPr/>
          </p:nvSpPr>
          <p:spPr>
            <a:xfrm>
              <a:off x="4618804" y="914030"/>
              <a:ext cx="466725" cy="513715"/>
            </a:xfrm>
            <a:custGeom>
              <a:avLst/>
              <a:gdLst/>
              <a:ahLst/>
              <a:cxnLst/>
              <a:rect l="l" t="t" r="r" b="b"/>
              <a:pathLst>
                <a:path w="466725" h="513715">
                  <a:moveTo>
                    <a:pt x="234919" y="0"/>
                  </a:moveTo>
                  <a:lnTo>
                    <a:pt x="181952" y="4743"/>
                  </a:lnTo>
                  <a:lnTo>
                    <a:pt x="133186" y="18869"/>
                  </a:lnTo>
                  <a:lnTo>
                    <a:pt x="89984" y="41251"/>
                  </a:lnTo>
                  <a:lnTo>
                    <a:pt x="53708" y="70761"/>
                  </a:lnTo>
                  <a:lnTo>
                    <a:pt x="25722" y="106272"/>
                  </a:lnTo>
                  <a:lnTo>
                    <a:pt x="7389" y="146656"/>
                  </a:lnTo>
                  <a:lnTo>
                    <a:pt x="71" y="190785"/>
                  </a:lnTo>
                  <a:lnTo>
                    <a:pt x="0" y="316616"/>
                  </a:lnTo>
                  <a:lnTo>
                    <a:pt x="5799" y="361533"/>
                  </a:lnTo>
                  <a:lnTo>
                    <a:pt x="23019" y="402834"/>
                  </a:lnTo>
                  <a:lnTo>
                    <a:pt x="50269" y="439336"/>
                  </a:lnTo>
                  <a:lnTo>
                    <a:pt x="86157" y="469856"/>
                  </a:lnTo>
                  <a:lnTo>
                    <a:pt x="129292" y="493210"/>
                  </a:lnTo>
                  <a:lnTo>
                    <a:pt x="178283" y="508216"/>
                  </a:lnTo>
                  <a:lnTo>
                    <a:pt x="231739" y="513690"/>
                  </a:lnTo>
                  <a:lnTo>
                    <a:pt x="285281" y="508831"/>
                  </a:lnTo>
                  <a:lnTo>
                    <a:pt x="334511" y="494388"/>
                  </a:lnTo>
                  <a:lnTo>
                    <a:pt x="378019" y="471531"/>
                  </a:lnTo>
                  <a:lnTo>
                    <a:pt x="414395" y="441425"/>
                  </a:lnTo>
                  <a:lnTo>
                    <a:pt x="442227" y="405240"/>
                  </a:lnTo>
                  <a:lnTo>
                    <a:pt x="460106" y="364141"/>
                  </a:lnTo>
                  <a:lnTo>
                    <a:pt x="466619" y="319297"/>
                  </a:lnTo>
                  <a:lnTo>
                    <a:pt x="466619" y="194425"/>
                  </a:lnTo>
                  <a:lnTo>
                    <a:pt x="460238" y="150041"/>
                  </a:lnTo>
                  <a:lnTo>
                    <a:pt x="442689" y="109268"/>
                  </a:lnTo>
                  <a:lnTo>
                    <a:pt x="415329" y="73259"/>
                  </a:lnTo>
                  <a:lnTo>
                    <a:pt x="379514" y="43173"/>
                  </a:lnTo>
                  <a:lnTo>
                    <a:pt x="336603" y="20163"/>
                  </a:lnTo>
                  <a:lnTo>
                    <a:pt x="287952" y="5387"/>
                  </a:lnTo>
                  <a:lnTo>
                    <a:pt x="23491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4618804" y="914030"/>
              <a:ext cx="466725" cy="513715"/>
            </a:xfrm>
            <a:custGeom>
              <a:avLst/>
              <a:gdLst/>
              <a:ahLst/>
              <a:cxnLst/>
              <a:rect l="l" t="t" r="r" b="b"/>
              <a:pathLst>
                <a:path w="466725" h="513715">
                  <a:moveTo>
                    <a:pt x="466619" y="319297"/>
                  </a:moveTo>
                  <a:lnTo>
                    <a:pt x="460106" y="364141"/>
                  </a:lnTo>
                  <a:lnTo>
                    <a:pt x="442227" y="405239"/>
                  </a:lnTo>
                  <a:lnTo>
                    <a:pt x="414395" y="441425"/>
                  </a:lnTo>
                  <a:lnTo>
                    <a:pt x="378019" y="471530"/>
                  </a:lnTo>
                  <a:lnTo>
                    <a:pt x="334511" y="494388"/>
                  </a:lnTo>
                  <a:lnTo>
                    <a:pt x="285281" y="508830"/>
                  </a:lnTo>
                  <a:lnTo>
                    <a:pt x="231739" y="513690"/>
                  </a:lnTo>
                  <a:lnTo>
                    <a:pt x="178283" y="508216"/>
                  </a:lnTo>
                  <a:lnTo>
                    <a:pt x="129292" y="493210"/>
                  </a:lnTo>
                  <a:lnTo>
                    <a:pt x="86157" y="469856"/>
                  </a:lnTo>
                  <a:lnTo>
                    <a:pt x="50269" y="439336"/>
                  </a:lnTo>
                  <a:lnTo>
                    <a:pt x="23019" y="402834"/>
                  </a:lnTo>
                  <a:lnTo>
                    <a:pt x="5799" y="361532"/>
                  </a:lnTo>
                  <a:lnTo>
                    <a:pt x="0" y="316615"/>
                  </a:lnTo>
                  <a:lnTo>
                    <a:pt x="4" y="296609"/>
                  </a:lnTo>
                  <a:lnTo>
                    <a:pt x="17" y="253691"/>
                  </a:lnTo>
                  <a:lnTo>
                    <a:pt x="39" y="210777"/>
                  </a:lnTo>
                  <a:lnTo>
                    <a:pt x="7389" y="146655"/>
                  </a:lnTo>
                  <a:lnTo>
                    <a:pt x="25722" y="106271"/>
                  </a:lnTo>
                  <a:lnTo>
                    <a:pt x="53708" y="70761"/>
                  </a:lnTo>
                  <a:lnTo>
                    <a:pt x="89984" y="41251"/>
                  </a:lnTo>
                  <a:lnTo>
                    <a:pt x="133186" y="18869"/>
                  </a:lnTo>
                  <a:lnTo>
                    <a:pt x="181952" y="4743"/>
                  </a:lnTo>
                  <a:lnTo>
                    <a:pt x="234919" y="0"/>
                  </a:lnTo>
                  <a:lnTo>
                    <a:pt x="287952" y="5387"/>
                  </a:lnTo>
                  <a:lnTo>
                    <a:pt x="336603" y="20163"/>
                  </a:lnTo>
                  <a:lnTo>
                    <a:pt x="379514" y="43172"/>
                  </a:lnTo>
                  <a:lnTo>
                    <a:pt x="415329" y="73259"/>
                  </a:lnTo>
                  <a:lnTo>
                    <a:pt x="442689" y="109267"/>
                  </a:lnTo>
                  <a:lnTo>
                    <a:pt x="460238" y="150041"/>
                  </a:lnTo>
                  <a:lnTo>
                    <a:pt x="466619" y="194424"/>
                  </a:lnTo>
                  <a:lnTo>
                    <a:pt x="466619" y="319297"/>
                  </a:lnTo>
                  <a:close/>
                </a:path>
              </a:pathLst>
            </a:custGeom>
            <a:ln w="46014">
              <a:solidFill>
                <a:srgbClr val="57AFE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4639556" y="1502168"/>
              <a:ext cx="412750" cy="840105"/>
            </a:xfrm>
            <a:custGeom>
              <a:avLst/>
              <a:gdLst/>
              <a:ahLst/>
              <a:cxnLst/>
              <a:rect l="l" t="t" r="r" b="b"/>
              <a:pathLst>
                <a:path w="412750" h="840105">
                  <a:moveTo>
                    <a:pt x="317453" y="0"/>
                  </a:moveTo>
                  <a:lnTo>
                    <a:pt x="290896" y="7411"/>
                  </a:lnTo>
                  <a:lnTo>
                    <a:pt x="263459" y="12828"/>
                  </a:lnTo>
                  <a:lnTo>
                    <a:pt x="235243" y="16151"/>
                  </a:lnTo>
                  <a:lnTo>
                    <a:pt x="204138" y="17280"/>
                  </a:lnTo>
                  <a:lnTo>
                    <a:pt x="176136" y="16048"/>
                  </a:lnTo>
                  <a:lnTo>
                    <a:pt x="148545" y="12717"/>
                  </a:lnTo>
                  <a:lnTo>
                    <a:pt x="121499" y="7359"/>
                  </a:lnTo>
                  <a:lnTo>
                    <a:pt x="95131" y="46"/>
                  </a:lnTo>
                  <a:lnTo>
                    <a:pt x="63542" y="29658"/>
                  </a:lnTo>
                  <a:lnTo>
                    <a:pt x="37378" y="67027"/>
                  </a:lnTo>
                  <a:lnTo>
                    <a:pt x="17495" y="112517"/>
                  </a:lnTo>
                  <a:lnTo>
                    <a:pt x="4750" y="166490"/>
                  </a:lnTo>
                  <a:lnTo>
                    <a:pt x="0" y="229309"/>
                  </a:lnTo>
                  <a:lnTo>
                    <a:pt x="0" y="740418"/>
                  </a:lnTo>
                  <a:lnTo>
                    <a:pt x="37109" y="794810"/>
                  </a:lnTo>
                  <a:lnTo>
                    <a:pt x="79700" y="817693"/>
                  </a:lnTo>
                  <a:lnTo>
                    <a:pt x="134706" y="833772"/>
                  </a:lnTo>
                  <a:lnTo>
                    <a:pt x="199417" y="840098"/>
                  </a:lnTo>
                  <a:lnTo>
                    <a:pt x="265123" y="834666"/>
                  </a:lnTo>
                  <a:lnTo>
                    <a:pt x="323375" y="819360"/>
                  </a:lnTo>
                  <a:lnTo>
                    <a:pt x="370092" y="797086"/>
                  </a:lnTo>
                  <a:lnTo>
                    <a:pt x="401191" y="770747"/>
                  </a:lnTo>
                  <a:lnTo>
                    <a:pt x="412592" y="743245"/>
                  </a:lnTo>
                  <a:lnTo>
                    <a:pt x="412592" y="232114"/>
                  </a:lnTo>
                  <a:lnTo>
                    <a:pt x="408528" y="168493"/>
                  </a:lnTo>
                  <a:lnTo>
                    <a:pt x="396034" y="113818"/>
                  </a:lnTo>
                  <a:lnTo>
                    <a:pt x="376058" y="67742"/>
                  </a:lnTo>
                  <a:lnTo>
                    <a:pt x="349548" y="29918"/>
                  </a:lnTo>
                  <a:lnTo>
                    <a:pt x="31745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4639488" y="1502169"/>
              <a:ext cx="412750" cy="840105"/>
            </a:xfrm>
            <a:custGeom>
              <a:avLst/>
              <a:gdLst/>
              <a:ahLst/>
              <a:cxnLst/>
              <a:rect l="l" t="t" r="r" b="b"/>
              <a:pathLst>
                <a:path w="412750" h="840105">
                  <a:moveTo>
                    <a:pt x="412660" y="232113"/>
                  </a:moveTo>
                  <a:lnTo>
                    <a:pt x="408596" y="168493"/>
                  </a:lnTo>
                  <a:lnTo>
                    <a:pt x="396101" y="113818"/>
                  </a:lnTo>
                  <a:lnTo>
                    <a:pt x="376125" y="67742"/>
                  </a:lnTo>
                  <a:lnTo>
                    <a:pt x="349615" y="29918"/>
                  </a:lnTo>
                  <a:lnTo>
                    <a:pt x="317520" y="0"/>
                  </a:lnTo>
                  <a:lnTo>
                    <a:pt x="290963" y="7411"/>
                  </a:lnTo>
                  <a:lnTo>
                    <a:pt x="263526" y="12827"/>
                  </a:lnTo>
                  <a:lnTo>
                    <a:pt x="235310" y="16150"/>
                  </a:lnTo>
                  <a:lnTo>
                    <a:pt x="206418" y="17280"/>
                  </a:lnTo>
                  <a:lnTo>
                    <a:pt x="204205" y="17280"/>
                  </a:lnTo>
                  <a:lnTo>
                    <a:pt x="176203" y="16048"/>
                  </a:lnTo>
                  <a:lnTo>
                    <a:pt x="148612" y="12716"/>
                  </a:lnTo>
                  <a:lnTo>
                    <a:pt x="121566" y="7358"/>
                  </a:lnTo>
                  <a:lnTo>
                    <a:pt x="95198" y="46"/>
                  </a:lnTo>
                  <a:lnTo>
                    <a:pt x="63610" y="29657"/>
                  </a:lnTo>
                  <a:lnTo>
                    <a:pt x="37445" y="67027"/>
                  </a:lnTo>
                  <a:lnTo>
                    <a:pt x="17562" y="112517"/>
                  </a:lnTo>
                  <a:lnTo>
                    <a:pt x="4817" y="166490"/>
                  </a:lnTo>
                  <a:lnTo>
                    <a:pt x="67" y="229310"/>
                  </a:lnTo>
                  <a:lnTo>
                    <a:pt x="0" y="292383"/>
                  </a:lnTo>
                  <a:lnTo>
                    <a:pt x="5" y="348695"/>
                  </a:lnTo>
                  <a:lnTo>
                    <a:pt x="28" y="414882"/>
                  </a:lnTo>
                  <a:lnTo>
                    <a:pt x="58" y="485962"/>
                  </a:lnTo>
                  <a:lnTo>
                    <a:pt x="89" y="556954"/>
                  </a:lnTo>
                  <a:lnTo>
                    <a:pt x="113" y="622877"/>
                  </a:lnTo>
                  <a:lnTo>
                    <a:pt x="123" y="678750"/>
                  </a:lnTo>
                  <a:lnTo>
                    <a:pt x="110" y="719590"/>
                  </a:lnTo>
                  <a:lnTo>
                    <a:pt x="67" y="740418"/>
                  </a:lnTo>
                  <a:lnTo>
                    <a:pt x="9707" y="768069"/>
                  </a:lnTo>
                  <a:lnTo>
                    <a:pt x="37176" y="794810"/>
                  </a:lnTo>
                  <a:lnTo>
                    <a:pt x="79767" y="817693"/>
                  </a:lnTo>
                  <a:lnTo>
                    <a:pt x="134772" y="833772"/>
                  </a:lnTo>
                  <a:lnTo>
                    <a:pt x="199484" y="840098"/>
                  </a:lnTo>
                  <a:lnTo>
                    <a:pt x="265190" y="834665"/>
                  </a:lnTo>
                  <a:lnTo>
                    <a:pt x="323442" y="819360"/>
                  </a:lnTo>
                  <a:lnTo>
                    <a:pt x="370159" y="797086"/>
                  </a:lnTo>
                  <a:lnTo>
                    <a:pt x="401258" y="770746"/>
                  </a:lnTo>
                  <a:lnTo>
                    <a:pt x="412702" y="721742"/>
                  </a:lnTo>
                  <a:lnTo>
                    <a:pt x="412713" y="680499"/>
                  </a:lnTo>
                  <a:lnTo>
                    <a:pt x="412702" y="624451"/>
                  </a:lnTo>
                  <a:lnTo>
                    <a:pt x="412675" y="558532"/>
                  </a:lnTo>
                  <a:lnTo>
                    <a:pt x="412642" y="487679"/>
                  </a:lnTo>
                  <a:lnTo>
                    <a:pt x="412610" y="416825"/>
                  </a:lnTo>
                  <a:lnTo>
                    <a:pt x="412588" y="350907"/>
                  </a:lnTo>
                  <a:lnTo>
                    <a:pt x="412583" y="294859"/>
                  </a:lnTo>
                  <a:lnTo>
                    <a:pt x="412604" y="253616"/>
                  </a:lnTo>
                  <a:lnTo>
                    <a:pt x="412660" y="232113"/>
                  </a:lnTo>
                  <a:close/>
                </a:path>
              </a:pathLst>
            </a:custGeom>
            <a:ln w="45735">
              <a:solidFill>
                <a:srgbClr val="57AFE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4701333" y="1160152"/>
              <a:ext cx="85090" cy="32384"/>
            </a:xfrm>
            <a:custGeom>
              <a:avLst/>
              <a:gdLst/>
              <a:ahLst/>
              <a:cxnLst/>
              <a:rect l="l" t="t" r="r" b="b"/>
              <a:pathLst>
                <a:path w="85089" h="32384">
                  <a:moveTo>
                    <a:pt x="84488" y="32225"/>
                  </a:moveTo>
                  <a:lnTo>
                    <a:pt x="78664" y="19350"/>
                  </a:lnTo>
                  <a:lnTo>
                    <a:pt x="69481" y="9144"/>
                  </a:lnTo>
                  <a:lnTo>
                    <a:pt x="57243" y="2422"/>
                  </a:lnTo>
                  <a:lnTo>
                    <a:pt x="42255" y="0"/>
                  </a:lnTo>
                  <a:lnTo>
                    <a:pt x="27262" y="2422"/>
                  </a:lnTo>
                  <a:lnTo>
                    <a:pt x="15018" y="9144"/>
                  </a:lnTo>
                  <a:lnTo>
                    <a:pt x="5829" y="19350"/>
                  </a:lnTo>
                  <a:lnTo>
                    <a:pt x="0" y="32225"/>
                  </a:lnTo>
                </a:path>
              </a:pathLst>
            </a:custGeom>
            <a:ln w="29894">
              <a:solidFill>
                <a:srgbClr val="57AFE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4905883" y="1160152"/>
              <a:ext cx="85090" cy="32384"/>
            </a:xfrm>
            <a:custGeom>
              <a:avLst/>
              <a:gdLst/>
              <a:ahLst/>
              <a:cxnLst/>
              <a:rect l="l" t="t" r="r" b="b"/>
              <a:pathLst>
                <a:path w="85089" h="32384">
                  <a:moveTo>
                    <a:pt x="84472" y="32225"/>
                  </a:moveTo>
                  <a:lnTo>
                    <a:pt x="78654" y="19350"/>
                  </a:lnTo>
                  <a:lnTo>
                    <a:pt x="69474" y="9144"/>
                  </a:lnTo>
                  <a:lnTo>
                    <a:pt x="57235" y="2422"/>
                  </a:lnTo>
                  <a:lnTo>
                    <a:pt x="42240" y="0"/>
                  </a:lnTo>
                  <a:lnTo>
                    <a:pt x="27245" y="2422"/>
                  </a:lnTo>
                  <a:lnTo>
                    <a:pt x="15007" y="9144"/>
                  </a:lnTo>
                  <a:lnTo>
                    <a:pt x="5825" y="19350"/>
                  </a:lnTo>
                  <a:lnTo>
                    <a:pt x="0" y="32225"/>
                  </a:lnTo>
                </a:path>
              </a:pathLst>
            </a:custGeom>
            <a:ln w="29894">
              <a:solidFill>
                <a:srgbClr val="57AFE5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740201" y="1269537"/>
              <a:ext cx="219061" cy="69875"/>
            </a:xfrm>
            <a:prstGeom prst="rect">
              <a:avLst/>
            </a:prstGeom>
          </p:spPr>
        </p:pic>
        <p:sp>
          <p:nvSpPr>
            <p:cNvPr id="27" name="object 27" descr=""/>
            <p:cNvSpPr/>
            <p:nvPr/>
          </p:nvSpPr>
          <p:spPr>
            <a:xfrm>
              <a:off x="4753445" y="1437245"/>
              <a:ext cx="725170" cy="838200"/>
            </a:xfrm>
            <a:custGeom>
              <a:avLst/>
              <a:gdLst/>
              <a:ahLst/>
              <a:cxnLst/>
              <a:rect l="l" t="t" r="r" b="b"/>
              <a:pathLst>
                <a:path w="725170" h="838200">
                  <a:moveTo>
                    <a:pt x="725030" y="386372"/>
                  </a:moveTo>
                  <a:lnTo>
                    <a:pt x="678840" y="186194"/>
                  </a:lnTo>
                  <a:lnTo>
                    <a:pt x="450900" y="33756"/>
                  </a:lnTo>
                  <a:lnTo>
                    <a:pt x="414464" y="11239"/>
                  </a:lnTo>
                  <a:lnTo>
                    <a:pt x="405193" y="6388"/>
                  </a:lnTo>
                  <a:lnTo>
                    <a:pt x="395414" y="2870"/>
                  </a:lnTo>
                  <a:lnTo>
                    <a:pt x="385254" y="723"/>
                  </a:lnTo>
                  <a:lnTo>
                    <a:pt x="374853" y="0"/>
                  </a:lnTo>
                  <a:lnTo>
                    <a:pt x="355714" y="2425"/>
                  </a:lnTo>
                  <a:lnTo>
                    <a:pt x="310807" y="35445"/>
                  </a:lnTo>
                  <a:lnTo>
                    <a:pt x="10388" y="517537"/>
                  </a:lnTo>
                  <a:lnTo>
                    <a:pt x="0" y="545426"/>
                  </a:lnTo>
                  <a:lnTo>
                    <a:pt x="1104" y="574141"/>
                  </a:lnTo>
                  <a:lnTo>
                    <a:pt x="34658" y="620712"/>
                  </a:lnTo>
                  <a:lnTo>
                    <a:pt x="368592" y="826935"/>
                  </a:lnTo>
                  <a:lnTo>
                    <a:pt x="408228" y="838200"/>
                  </a:lnTo>
                  <a:lnTo>
                    <a:pt x="427367" y="835787"/>
                  </a:lnTo>
                  <a:lnTo>
                    <a:pt x="470852" y="804456"/>
                  </a:lnTo>
                  <a:lnTo>
                    <a:pt x="719950" y="405244"/>
                  </a:lnTo>
                  <a:lnTo>
                    <a:pt x="724954" y="387451"/>
                  </a:lnTo>
                  <a:lnTo>
                    <a:pt x="725030" y="386372"/>
                  </a:lnTo>
                  <a:close/>
                </a:path>
              </a:pathLst>
            </a:custGeom>
            <a:solidFill>
              <a:srgbClr val="AFB1B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8" name="object 28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311505" y="1613762"/>
              <a:ext cx="129824" cy="230655"/>
            </a:xfrm>
            <a:prstGeom prst="rect">
              <a:avLst/>
            </a:prstGeom>
          </p:spPr>
        </p:pic>
        <p:sp>
          <p:nvSpPr>
            <p:cNvPr id="29" name="object 29" descr=""/>
            <p:cNvSpPr/>
            <p:nvPr/>
          </p:nvSpPr>
          <p:spPr>
            <a:xfrm>
              <a:off x="5311505" y="1613762"/>
              <a:ext cx="130175" cy="231140"/>
            </a:xfrm>
            <a:custGeom>
              <a:avLst/>
              <a:gdLst/>
              <a:ahLst/>
              <a:cxnLst/>
              <a:rect l="l" t="t" r="r" b="b"/>
              <a:pathLst>
                <a:path w="130175" h="231139">
                  <a:moveTo>
                    <a:pt x="129824" y="230655"/>
                  </a:moveTo>
                  <a:lnTo>
                    <a:pt x="17485" y="161300"/>
                  </a:lnTo>
                  <a:lnTo>
                    <a:pt x="6503" y="151014"/>
                  </a:lnTo>
                  <a:lnTo>
                    <a:pt x="543" y="137789"/>
                  </a:lnTo>
                  <a:lnTo>
                    <a:pt x="0" y="123301"/>
                  </a:lnTo>
                  <a:lnTo>
                    <a:pt x="5270" y="109226"/>
                  </a:lnTo>
                  <a:lnTo>
                    <a:pt x="73327" y="0"/>
                  </a:lnTo>
                </a:path>
              </a:pathLst>
            </a:custGeom>
            <a:ln w="55627">
              <a:solidFill>
                <a:srgbClr val="AFB1B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4868677" y="1964990"/>
              <a:ext cx="285115" cy="175895"/>
            </a:xfrm>
            <a:custGeom>
              <a:avLst/>
              <a:gdLst/>
              <a:ahLst/>
              <a:cxnLst/>
              <a:rect l="l" t="t" r="r" b="b"/>
              <a:pathLst>
                <a:path w="285114" h="175894">
                  <a:moveTo>
                    <a:pt x="0" y="0"/>
                  </a:moveTo>
                  <a:lnTo>
                    <a:pt x="284528" y="175716"/>
                  </a:lnTo>
                </a:path>
              </a:pathLst>
            </a:custGeom>
            <a:ln w="3875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4925240" y="1874199"/>
              <a:ext cx="285115" cy="175895"/>
            </a:xfrm>
            <a:custGeom>
              <a:avLst/>
              <a:gdLst/>
              <a:ahLst/>
              <a:cxnLst/>
              <a:rect l="l" t="t" r="r" b="b"/>
              <a:pathLst>
                <a:path w="285114" h="175894">
                  <a:moveTo>
                    <a:pt x="0" y="0"/>
                  </a:moveTo>
                  <a:lnTo>
                    <a:pt x="284543" y="175723"/>
                  </a:lnTo>
                </a:path>
              </a:pathLst>
            </a:custGeom>
            <a:ln w="3875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4981820" y="1783412"/>
              <a:ext cx="285115" cy="175895"/>
            </a:xfrm>
            <a:custGeom>
              <a:avLst/>
              <a:gdLst/>
              <a:ahLst/>
              <a:cxnLst/>
              <a:rect l="l" t="t" r="r" b="b"/>
              <a:pathLst>
                <a:path w="285114" h="175894">
                  <a:moveTo>
                    <a:pt x="0" y="0"/>
                  </a:moveTo>
                  <a:lnTo>
                    <a:pt x="284535" y="175716"/>
                  </a:lnTo>
                </a:path>
              </a:pathLst>
            </a:custGeom>
            <a:ln w="3875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5037720" y="1693706"/>
              <a:ext cx="285115" cy="175895"/>
            </a:xfrm>
            <a:custGeom>
              <a:avLst/>
              <a:gdLst/>
              <a:ahLst/>
              <a:cxnLst/>
              <a:rect l="l" t="t" r="r" b="b"/>
              <a:pathLst>
                <a:path w="285114" h="175894">
                  <a:moveTo>
                    <a:pt x="0" y="0"/>
                  </a:moveTo>
                  <a:lnTo>
                    <a:pt x="284535" y="175716"/>
                  </a:lnTo>
                </a:path>
              </a:pathLst>
            </a:custGeom>
            <a:ln w="3875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5095609" y="1600777"/>
              <a:ext cx="134620" cy="81915"/>
            </a:xfrm>
            <a:custGeom>
              <a:avLst/>
              <a:gdLst/>
              <a:ahLst/>
              <a:cxnLst/>
              <a:rect l="l" t="t" r="r" b="b"/>
              <a:pathLst>
                <a:path w="134620" h="81914">
                  <a:moveTo>
                    <a:pt x="0" y="0"/>
                  </a:moveTo>
                  <a:lnTo>
                    <a:pt x="134577" y="81790"/>
                  </a:lnTo>
                </a:path>
              </a:pathLst>
            </a:custGeom>
            <a:ln w="3875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16256000" y="0"/>
                </a:moveTo>
                <a:lnTo>
                  <a:pt x="0" y="0"/>
                </a:lnTo>
                <a:lnTo>
                  <a:pt x="0" y="9144000"/>
                </a:lnTo>
                <a:lnTo>
                  <a:pt x="16256000" y="9144000"/>
                </a:lnTo>
                <a:lnTo>
                  <a:pt x="16256000" y="0"/>
                </a:lnTo>
                <a:close/>
              </a:path>
            </a:pathLst>
          </a:custGeom>
          <a:solidFill>
            <a:srgbClr val="002452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6324357" cy="4414794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772900" y="6527800"/>
            <a:ext cx="4483100" cy="2616200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87300" y="7886089"/>
            <a:ext cx="2076352" cy="1130910"/>
          </a:xfrm>
          <a:prstGeom prst="rect">
            <a:avLst/>
          </a:prstGeom>
        </p:spPr>
      </p:pic>
      <p:grpSp>
        <p:nvGrpSpPr>
          <p:cNvPr id="6" name="object 6" descr=""/>
          <p:cNvGrpSpPr/>
          <p:nvPr/>
        </p:nvGrpSpPr>
        <p:grpSpPr>
          <a:xfrm>
            <a:off x="-63500" y="1485900"/>
            <a:ext cx="7797800" cy="1155700"/>
            <a:chOff x="-63500" y="1485900"/>
            <a:chExt cx="7797800" cy="1155700"/>
          </a:xfrm>
        </p:grpSpPr>
        <p:sp>
          <p:nvSpPr>
            <p:cNvPr id="7" name="object 7" descr=""/>
            <p:cNvSpPr/>
            <p:nvPr/>
          </p:nvSpPr>
          <p:spPr>
            <a:xfrm>
              <a:off x="0" y="1549399"/>
              <a:ext cx="7670800" cy="1028700"/>
            </a:xfrm>
            <a:custGeom>
              <a:avLst/>
              <a:gdLst/>
              <a:ahLst/>
              <a:cxnLst/>
              <a:rect l="l" t="t" r="r" b="b"/>
              <a:pathLst>
                <a:path w="7670800" h="1028700">
                  <a:moveTo>
                    <a:pt x="7472438" y="0"/>
                  </a:moveTo>
                  <a:lnTo>
                    <a:pt x="0" y="0"/>
                  </a:lnTo>
                  <a:lnTo>
                    <a:pt x="0" y="1028700"/>
                  </a:lnTo>
                  <a:lnTo>
                    <a:pt x="7472438" y="1028700"/>
                  </a:lnTo>
                  <a:lnTo>
                    <a:pt x="7518566" y="1023651"/>
                  </a:lnTo>
                  <a:lnTo>
                    <a:pt x="7560569" y="1009194"/>
                  </a:lnTo>
                  <a:lnTo>
                    <a:pt x="7597364" y="986358"/>
                  </a:lnTo>
                  <a:lnTo>
                    <a:pt x="7627867" y="956174"/>
                  </a:lnTo>
                  <a:lnTo>
                    <a:pt x="7650997" y="919672"/>
                  </a:lnTo>
                  <a:lnTo>
                    <a:pt x="7665668" y="877884"/>
                  </a:lnTo>
                  <a:lnTo>
                    <a:pt x="7670800" y="831839"/>
                  </a:lnTo>
                  <a:lnTo>
                    <a:pt x="7670800" y="198674"/>
                  </a:lnTo>
                  <a:lnTo>
                    <a:pt x="7665668" y="152529"/>
                  </a:lnTo>
                  <a:lnTo>
                    <a:pt x="7650997" y="110481"/>
                  </a:lnTo>
                  <a:lnTo>
                    <a:pt x="7627867" y="73625"/>
                  </a:lnTo>
                  <a:lnTo>
                    <a:pt x="7597364" y="43055"/>
                  </a:lnTo>
                  <a:lnTo>
                    <a:pt x="7560569" y="19865"/>
                  </a:lnTo>
                  <a:lnTo>
                    <a:pt x="7518566" y="5148"/>
                  </a:lnTo>
                  <a:lnTo>
                    <a:pt x="7472438" y="0"/>
                  </a:lnTo>
                  <a:close/>
                </a:path>
              </a:pathLst>
            </a:custGeom>
            <a:solidFill>
              <a:srgbClr val="51A7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0" y="1549400"/>
              <a:ext cx="7670800" cy="1028700"/>
            </a:xfrm>
            <a:custGeom>
              <a:avLst/>
              <a:gdLst/>
              <a:ahLst/>
              <a:cxnLst/>
              <a:rect l="l" t="t" r="r" b="b"/>
              <a:pathLst>
                <a:path w="7670800" h="1028700">
                  <a:moveTo>
                    <a:pt x="0" y="0"/>
                  </a:moveTo>
                  <a:lnTo>
                    <a:pt x="7472438" y="0"/>
                  </a:lnTo>
                  <a:lnTo>
                    <a:pt x="7518566" y="5148"/>
                  </a:lnTo>
                  <a:lnTo>
                    <a:pt x="7560569" y="19865"/>
                  </a:lnTo>
                  <a:lnTo>
                    <a:pt x="7597364" y="43055"/>
                  </a:lnTo>
                  <a:lnTo>
                    <a:pt x="7627867" y="73625"/>
                  </a:lnTo>
                  <a:lnTo>
                    <a:pt x="7650996" y="110481"/>
                  </a:lnTo>
                  <a:lnTo>
                    <a:pt x="7665668" y="152529"/>
                  </a:lnTo>
                  <a:lnTo>
                    <a:pt x="7670799" y="198674"/>
                  </a:lnTo>
                  <a:lnTo>
                    <a:pt x="7670799" y="831839"/>
                  </a:lnTo>
                  <a:lnTo>
                    <a:pt x="7665668" y="877884"/>
                  </a:lnTo>
                  <a:lnTo>
                    <a:pt x="7650996" y="919672"/>
                  </a:lnTo>
                  <a:lnTo>
                    <a:pt x="7627867" y="956174"/>
                  </a:lnTo>
                  <a:lnTo>
                    <a:pt x="7597364" y="986358"/>
                  </a:lnTo>
                  <a:lnTo>
                    <a:pt x="7560569" y="1009194"/>
                  </a:lnTo>
                  <a:lnTo>
                    <a:pt x="7518566" y="1023651"/>
                  </a:lnTo>
                  <a:lnTo>
                    <a:pt x="7472438" y="1028699"/>
                  </a:lnTo>
                  <a:lnTo>
                    <a:pt x="0" y="1028699"/>
                  </a:lnTo>
                </a:path>
              </a:pathLst>
            </a:custGeom>
            <a:ln w="1269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0804" y="1639341"/>
              <a:ext cx="862181" cy="862181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98530" rIns="0" bIns="0" rtlCol="0" vert="horz">
            <a:spAutoFit/>
          </a:bodyPr>
          <a:lstStyle/>
          <a:p>
            <a:pPr marL="163195">
              <a:lnSpc>
                <a:spcPct val="100000"/>
              </a:lnSpc>
              <a:spcBef>
                <a:spcPts val="100"/>
              </a:spcBef>
            </a:pPr>
            <a:r>
              <a:rPr dirty="0" spc="-20"/>
              <a:t>Intro</a:t>
            </a:r>
            <a:r>
              <a:rPr dirty="0" spc="-200"/>
              <a:t> </a:t>
            </a:r>
            <a:r>
              <a:rPr dirty="0"/>
              <a:t>to</a:t>
            </a:r>
            <a:r>
              <a:rPr dirty="0" spc="-175"/>
              <a:t> </a:t>
            </a:r>
            <a:r>
              <a:rPr dirty="0" spc="-125"/>
              <a:t>Agile</a:t>
            </a:r>
            <a:r>
              <a:rPr dirty="0" spc="-160"/>
              <a:t> </a:t>
            </a:r>
            <a:r>
              <a:rPr dirty="0" spc="-300"/>
              <a:t>Concepts</a:t>
            </a:r>
          </a:p>
        </p:txBody>
      </p:sp>
      <p:grpSp>
        <p:nvGrpSpPr>
          <p:cNvPr id="11" name="object 11" descr=""/>
          <p:cNvGrpSpPr/>
          <p:nvPr/>
        </p:nvGrpSpPr>
        <p:grpSpPr>
          <a:xfrm>
            <a:off x="-63500" y="3136900"/>
            <a:ext cx="7835900" cy="1155700"/>
            <a:chOff x="-63500" y="3136900"/>
            <a:chExt cx="7835900" cy="1155700"/>
          </a:xfrm>
        </p:grpSpPr>
        <p:sp>
          <p:nvSpPr>
            <p:cNvPr id="12" name="object 12" descr=""/>
            <p:cNvSpPr/>
            <p:nvPr/>
          </p:nvSpPr>
          <p:spPr>
            <a:xfrm>
              <a:off x="0" y="3200399"/>
              <a:ext cx="7708900" cy="1028700"/>
            </a:xfrm>
            <a:custGeom>
              <a:avLst/>
              <a:gdLst/>
              <a:ahLst/>
              <a:cxnLst/>
              <a:rect l="l" t="t" r="r" b="b"/>
              <a:pathLst>
                <a:path w="7708900" h="1028700">
                  <a:moveTo>
                    <a:pt x="7503754" y="0"/>
                  </a:moveTo>
                  <a:lnTo>
                    <a:pt x="0" y="0"/>
                  </a:lnTo>
                  <a:lnTo>
                    <a:pt x="0" y="1028700"/>
                  </a:lnTo>
                  <a:lnTo>
                    <a:pt x="7503754" y="1028700"/>
                  </a:lnTo>
                  <a:lnTo>
                    <a:pt x="7549876" y="1023397"/>
                  </a:lnTo>
                  <a:lnTo>
                    <a:pt x="7592700" y="1008301"/>
                  </a:lnTo>
                  <a:lnTo>
                    <a:pt x="7630841" y="984624"/>
                  </a:lnTo>
                  <a:lnTo>
                    <a:pt x="7662916" y="953582"/>
                  </a:lnTo>
                  <a:lnTo>
                    <a:pt x="7687540" y="916388"/>
                  </a:lnTo>
                  <a:lnTo>
                    <a:pt x="7703329" y="874257"/>
                  </a:lnTo>
                  <a:lnTo>
                    <a:pt x="7708900" y="828403"/>
                  </a:lnTo>
                  <a:lnTo>
                    <a:pt x="7708900" y="202110"/>
                  </a:lnTo>
                  <a:lnTo>
                    <a:pt x="7703329" y="156156"/>
                  </a:lnTo>
                  <a:lnTo>
                    <a:pt x="7687540" y="113765"/>
                  </a:lnTo>
                  <a:lnTo>
                    <a:pt x="7662916" y="76217"/>
                  </a:lnTo>
                  <a:lnTo>
                    <a:pt x="7630841" y="44789"/>
                  </a:lnTo>
                  <a:lnTo>
                    <a:pt x="7592700" y="20758"/>
                  </a:lnTo>
                  <a:lnTo>
                    <a:pt x="7549876" y="5402"/>
                  </a:lnTo>
                  <a:lnTo>
                    <a:pt x="7503754" y="0"/>
                  </a:lnTo>
                  <a:close/>
                </a:path>
              </a:pathLst>
            </a:custGeom>
            <a:solidFill>
              <a:srgbClr val="51A7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0" y="3200400"/>
              <a:ext cx="7708900" cy="1028700"/>
            </a:xfrm>
            <a:custGeom>
              <a:avLst/>
              <a:gdLst/>
              <a:ahLst/>
              <a:cxnLst/>
              <a:rect l="l" t="t" r="r" b="b"/>
              <a:pathLst>
                <a:path w="7708900" h="1028700">
                  <a:moveTo>
                    <a:pt x="0" y="0"/>
                  </a:moveTo>
                  <a:lnTo>
                    <a:pt x="7503753" y="0"/>
                  </a:lnTo>
                  <a:lnTo>
                    <a:pt x="7549876" y="5402"/>
                  </a:lnTo>
                  <a:lnTo>
                    <a:pt x="7592700" y="20758"/>
                  </a:lnTo>
                  <a:lnTo>
                    <a:pt x="7630841" y="44789"/>
                  </a:lnTo>
                  <a:lnTo>
                    <a:pt x="7662915" y="76217"/>
                  </a:lnTo>
                  <a:lnTo>
                    <a:pt x="7687539" y="113765"/>
                  </a:lnTo>
                  <a:lnTo>
                    <a:pt x="7703328" y="156156"/>
                  </a:lnTo>
                  <a:lnTo>
                    <a:pt x="7708899" y="202110"/>
                  </a:lnTo>
                  <a:lnTo>
                    <a:pt x="7708899" y="828403"/>
                  </a:lnTo>
                  <a:lnTo>
                    <a:pt x="7703328" y="874257"/>
                  </a:lnTo>
                  <a:lnTo>
                    <a:pt x="7687539" y="916388"/>
                  </a:lnTo>
                  <a:lnTo>
                    <a:pt x="7662915" y="953582"/>
                  </a:lnTo>
                  <a:lnTo>
                    <a:pt x="7630841" y="984624"/>
                  </a:lnTo>
                  <a:lnTo>
                    <a:pt x="7592700" y="1008301"/>
                  </a:lnTo>
                  <a:lnTo>
                    <a:pt x="7549876" y="1023397"/>
                  </a:lnTo>
                  <a:lnTo>
                    <a:pt x="7503753" y="1028699"/>
                  </a:lnTo>
                  <a:lnTo>
                    <a:pt x="0" y="1028699"/>
                  </a:lnTo>
                </a:path>
              </a:pathLst>
            </a:custGeom>
            <a:ln w="1270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/>
          <p:nvPr/>
        </p:nvSpPr>
        <p:spPr>
          <a:xfrm>
            <a:off x="1415355" y="3299131"/>
            <a:ext cx="5784215" cy="787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000" spc="-300">
                <a:solidFill>
                  <a:srgbClr val="002452"/>
                </a:solidFill>
                <a:latin typeface="Arial Narrow"/>
                <a:cs typeface="Arial Narrow"/>
              </a:rPr>
              <a:t>JIRA</a:t>
            </a:r>
            <a:r>
              <a:rPr dirty="0" sz="5000" spc="15">
                <a:solidFill>
                  <a:srgbClr val="002452"/>
                </a:solidFill>
                <a:latin typeface="Arial Narrow"/>
                <a:cs typeface="Arial Narrow"/>
              </a:rPr>
              <a:t> </a:t>
            </a:r>
            <a:r>
              <a:rPr dirty="0" sz="5000" spc="-125">
                <a:solidFill>
                  <a:srgbClr val="002452"/>
                </a:solidFill>
                <a:latin typeface="Arial Narrow"/>
                <a:cs typeface="Arial Narrow"/>
              </a:rPr>
              <a:t>Agile</a:t>
            </a:r>
            <a:r>
              <a:rPr dirty="0" sz="5000" spc="-35">
                <a:solidFill>
                  <a:srgbClr val="002452"/>
                </a:solidFill>
                <a:latin typeface="Arial Narrow"/>
                <a:cs typeface="Arial Narrow"/>
              </a:rPr>
              <a:t> </a:t>
            </a:r>
            <a:r>
              <a:rPr dirty="0" sz="5000" spc="-229">
                <a:solidFill>
                  <a:srgbClr val="002452"/>
                </a:solidFill>
                <a:latin typeface="Arial Narrow"/>
                <a:cs typeface="Arial Narrow"/>
              </a:rPr>
              <a:t>Plan,Work,Track</a:t>
            </a:r>
            <a:endParaRPr sz="5000">
              <a:latin typeface="Arial Narrow"/>
              <a:cs typeface="Arial Narrow"/>
            </a:endParaRPr>
          </a:p>
        </p:txBody>
      </p:sp>
      <p:pic>
        <p:nvPicPr>
          <p:cNvPr id="15" name="object 15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24284" y="3294955"/>
            <a:ext cx="852824" cy="852824"/>
          </a:xfrm>
          <a:prstGeom prst="rect">
            <a:avLst/>
          </a:prstGeom>
        </p:spPr>
      </p:pic>
      <p:grpSp>
        <p:nvGrpSpPr>
          <p:cNvPr id="16" name="object 16" descr=""/>
          <p:cNvGrpSpPr/>
          <p:nvPr/>
        </p:nvGrpSpPr>
        <p:grpSpPr>
          <a:xfrm>
            <a:off x="-63499" y="4787900"/>
            <a:ext cx="7861300" cy="1155700"/>
            <a:chOff x="-63499" y="4787900"/>
            <a:chExt cx="7861300" cy="1155700"/>
          </a:xfrm>
        </p:grpSpPr>
        <p:sp>
          <p:nvSpPr>
            <p:cNvPr id="17" name="object 17" descr=""/>
            <p:cNvSpPr/>
            <p:nvPr/>
          </p:nvSpPr>
          <p:spPr>
            <a:xfrm>
              <a:off x="0" y="4851400"/>
              <a:ext cx="7734300" cy="1028700"/>
            </a:xfrm>
            <a:custGeom>
              <a:avLst/>
              <a:gdLst/>
              <a:ahLst/>
              <a:cxnLst/>
              <a:rect l="l" t="t" r="r" b="b"/>
              <a:pathLst>
                <a:path w="7734300" h="1028700">
                  <a:moveTo>
                    <a:pt x="7538077" y="0"/>
                  </a:moveTo>
                  <a:lnTo>
                    <a:pt x="0" y="0"/>
                  </a:lnTo>
                  <a:lnTo>
                    <a:pt x="0" y="1028700"/>
                  </a:lnTo>
                  <a:lnTo>
                    <a:pt x="7538077" y="1028700"/>
                  </a:lnTo>
                  <a:lnTo>
                    <a:pt x="7583647" y="1023309"/>
                  </a:lnTo>
                  <a:lnTo>
                    <a:pt x="7625174" y="1007985"/>
                  </a:lnTo>
                  <a:lnTo>
                    <a:pt x="7661575" y="984003"/>
                  </a:lnTo>
                  <a:lnTo>
                    <a:pt x="7691770" y="952637"/>
                  </a:lnTo>
                  <a:lnTo>
                    <a:pt x="7714676" y="915161"/>
                  </a:lnTo>
                  <a:lnTo>
                    <a:pt x="7729213" y="872848"/>
                  </a:lnTo>
                  <a:lnTo>
                    <a:pt x="7734300" y="826973"/>
                  </a:lnTo>
                  <a:lnTo>
                    <a:pt x="7734300" y="201730"/>
                  </a:lnTo>
                  <a:lnTo>
                    <a:pt x="7729213" y="155855"/>
                  </a:lnTo>
                  <a:lnTo>
                    <a:pt x="7714676" y="113542"/>
                  </a:lnTo>
                  <a:lnTo>
                    <a:pt x="7691770" y="76065"/>
                  </a:lnTo>
                  <a:lnTo>
                    <a:pt x="7661575" y="44698"/>
                  </a:lnTo>
                  <a:lnTo>
                    <a:pt x="7625174" y="20715"/>
                  </a:lnTo>
                  <a:lnTo>
                    <a:pt x="7583647" y="5391"/>
                  </a:lnTo>
                  <a:lnTo>
                    <a:pt x="7538077" y="0"/>
                  </a:lnTo>
                  <a:close/>
                </a:path>
              </a:pathLst>
            </a:custGeom>
            <a:solidFill>
              <a:srgbClr val="51A7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0" y="4851400"/>
              <a:ext cx="7734300" cy="1028700"/>
            </a:xfrm>
            <a:custGeom>
              <a:avLst/>
              <a:gdLst/>
              <a:ahLst/>
              <a:cxnLst/>
              <a:rect l="l" t="t" r="r" b="b"/>
              <a:pathLst>
                <a:path w="7734300" h="1028700">
                  <a:moveTo>
                    <a:pt x="0" y="0"/>
                  </a:moveTo>
                  <a:lnTo>
                    <a:pt x="7538077" y="0"/>
                  </a:lnTo>
                  <a:lnTo>
                    <a:pt x="7583647" y="5391"/>
                  </a:lnTo>
                  <a:lnTo>
                    <a:pt x="7625173" y="20715"/>
                  </a:lnTo>
                  <a:lnTo>
                    <a:pt x="7661575" y="44698"/>
                  </a:lnTo>
                  <a:lnTo>
                    <a:pt x="7691770" y="76065"/>
                  </a:lnTo>
                  <a:lnTo>
                    <a:pt x="7714677" y="113542"/>
                  </a:lnTo>
                  <a:lnTo>
                    <a:pt x="7729214" y="155856"/>
                  </a:lnTo>
                  <a:lnTo>
                    <a:pt x="7734300" y="201731"/>
                  </a:lnTo>
                  <a:lnTo>
                    <a:pt x="7734300" y="826973"/>
                  </a:lnTo>
                  <a:lnTo>
                    <a:pt x="7729214" y="872848"/>
                  </a:lnTo>
                  <a:lnTo>
                    <a:pt x="7714677" y="915161"/>
                  </a:lnTo>
                  <a:lnTo>
                    <a:pt x="7691770" y="952637"/>
                  </a:lnTo>
                  <a:lnTo>
                    <a:pt x="7661575" y="984003"/>
                  </a:lnTo>
                  <a:lnTo>
                    <a:pt x="7625173" y="1007985"/>
                  </a:lnTo>
                  <a:lnTo>
                    <a:pt x="7583647" y="1023309"/>
                  </a:lnTo>
                  <a:lnTo>
                    <a:pt x="7538077" y="1028699"/>
                  </a:lnTo>
                  <a:lnTo>
                    <a:pt x="0" y="1028699"/>
                  </a:lnTo>
                </a:path>
              </a:pathLst>
            </a:custGeom>
            <a:ln w="1270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56103" y="4973310"/>
              <a:ext cx="851394" cy="851394"/>
            </a:xfrm>
            <a:prstGeom prst="rect">
              <a:avLst/>
            </a:prstGeom>
          </p:spPr>
        </p:pic>
      </p:grpSp>
      <p:sp>
        <p:nvSpPr>
          <p:cNvPr id="20" name="object 20" descr=""/>
          <p:cNvSpPr txBox="1"/>
          <p:nvPr/>
        </p:nvSpPr>
        <p:spPr>
          <a:xfrm>
            <a:off x="1419174" y="4938867"/>
            <a:ext cx="5665470" cy="787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000" spc="-300">
                <a:solidFill>
                  <a:srgbClr val="F1E6D8"/>
                </a:solidFill>
                <a:latin typeface="Arial Narrow"/>
                <a:cs typeface="Arial Narrow"/>
              </a:rPr>
              <a:t>JIRA</a:t>
            </a:r>
            <a:r>
              <a:rPr dirty="0" sz="5000" spc="15">
                <a:solidFill>
                  <a:srgbClr val="F1E6D8"/>
                </a:solidFill>
                <a:latin typeface="Arial Narrow"/>
                <a:cs typeface="Arial Narrow"/>
              </a:rPr>
              <a:t> </a:t>
            </a:r>
            <a:r>
              <a:rPr dirty="0" sz="5000" spc="-155">
                <a:solidFill>
                  <a:srgbClr val="F1E6D8"/>
                </a:solidFill>
                <a:latin typeface="Arial Narrow"/>
                <a:cs typeface="Arial Narrow"/>
              </a:rPr>
              <a:t>Issues</a:t>
            </a:r>
            <a:r>
              <a:rPr dirty="0" sz="5000" spc="-80">
                <a:solidFill>
                  <a:srgbClr val="F1E6D8"/>
                </a:solidFill>
                <a:latin typeface="Arial Narrow"/>
                <a:cs typeface="Arial Narrow"/>
              </a:rPr>
              <a:t> </a:t>
            </a:r>
            <a:r>
              <a:rPr dirty="0" sz="5000">
                <a:solidFill>
                  <a:srgbClr val="F1E6D8"/>
                </a:solidFill>
                <a:latin typeface="Arial Narrow"/>
                <a:cs typeface="Arial Narrow"/>
              </a:rPr>
              <a:t>&amp;</a:t>
            </a:r>
            <a:r>
              <a:rPr dirty="0" sz="5000" spc="-30">
                <a:solidFill>
                  <a:srgbClr val="F1E6D8"/>
                </a:solidFill>
                <a:latin typeface="Arial Narrow"/>
                <a:cs typeface="Arial Narrow"/>
              </a:rPr>
              <a:t> </a:t>
            </a:r>
            <a:r>
              <a:rPr dirty="0" sz="5000" spc="-270">
                <a:solidFill>
                  <a:srgbClr val="F1E6D8"/>
                </a:solidFill>
                <a:latin typeface="Arial Narrow"/>
                <a:cs typeface="Arial Narrow"/>
              </a:rPr>
              <a:t>Dashboards</a:t>
            </a:r>
            <a:endParaRPr sz="5000">
              <a:latin typeface="Arial Narrow"/>
              <a:cs typeface="Arial Narrow"/>
            </a:endParaRPr>
          </a:p>
        </p:txBody>
      </p:sp>
      <p:pic>
        <p:nvPicPr>
          <p:cNvPr id="21" name="object 21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832800" y="1523036"/>
            <a:ext cx="5739570" cy="3126127"/>
          </a:xfrm>
          <a:prstGeom prst="rect">
            <a:avLst/>
          </a:prstGeom>
        </p:spPr>
      </p:pic>
      <p:sp>
        <p:nvSpPr>
          <p:cNvPr id="22" name="object 22" descr=""/>
          <p:cNvSpPr txBox="1"/>
          <p:nvPr/>
        </p:nvSpPr>
        <p:spPr>
          <a:xfrm>
            <a:off x="11132710" y="4273550"/>
            <a:ext cx="1139825" cy="1488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600" spc="-1515">
                <a:solidFill>
                  <a:srgbClr val="F1E6D8"/>
                </a:solidFill>
                <a:latin typeface="Arial Narrow"/>
                <a:cs typeface="Arial Narrow"/>
              </a:rPr>
              <a:t>101</a:t>
            </a:r>
            <a:endParaRPr sz="96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3721179" y="4458802"/>
            <a:ext cx="673100" cy="1029969"/>
          </a:xfrm>
          <a:custGeom>
            <a:avLst/>
            <a:gdLst/>
            <a:ahLst/>
            <a:cxnLst/>
            <a:rect l="l" t="t" r="r" b="b"/>
            <a:pathLst>
              <a:path w="673100" h="1029970">
                <a:moveTo>
                  <a:pt x="661619" y="0"/>
                </a:moveTo>
                <a:lnTo>
                  <a:pt x="505387" y="0"/>
                </a:lnTo>
                <a:lnTo>
                  <a:pt x="456793" y="2361"/>
                </a:lnTo>
                <a:lnTo>
                  <a:pt x="409489" y="9299"/>
                </a:lnTo>
                <a:lnTo>
                  <a:pt x="363689" y="20598"/>
                </a:lnTo>
                <a:lnTo>
                  <a:pt x="319606" y="36040"/>
                </a:lnTo>
                <a:lnTo>
                  <a:pt x="277454" y="55407"/>
                </a:lnTo>
                <a:lnTo>
                  <a:pt x="237447" y="78483"/>
                </a:lnTo>
                <a:lnTo>
                  <a:pt x="199797" y="105050"/>
                </a:lnTo>
                <a:lnTo>
                  <a:pt x="164720" y="134890"/>
                </a:lnTo>
                <a:lnTo>
                  <a:pt x="132428" y="167786"/>
                </a:lnTo>
                <a:lnTo>
                  <a:pt x="103134" y="203522"/>
                </a:lnTo>
                <a:lnTo>
                  <a:pt x="77054" y="241879"/>
                </a:lnTo>
                <a:lnTo>
                  <a:pt x="54400" y="282641"/>
                </a:lnTo>
                <a:lnTo>
                  <a:pt x="35385" y="325589"/>
                </a:lnTo>
                <a:lnTo>
                  <a:pt x="20224" y="370508"/>
                </a:lnTo>
                <a:lnTo>
                  <a:pt x="9131" y="417179"/>
                </a:lnTo>
                <a:lnTo>
                  <a:pt x="2318" y="465385"/>
                </a:lnTo>
                <a:lnTo>
                  <a:pt x="0" y="514908"/>
                </a:lnTo>
                <a:lnTo>
                  <a:pt x="2318" y="564432"/>
                </a:lnTo>
                <a:lnTo>
                  <a:pt x="9131" y="612640"/>
                </a:lnTo>
                <a:lnTo>
                  <a:pt x="20224" y="659313"/>
                </a:lnTo>
                <a:lnTo>
                  <a:pt x="35385" y="704235"/>
                </a:lnTo>
                <a:lnTo>
                  <a:pt x="54400" y="747187"/>
                </a:lnTo>
                <a:lnTo>
                  <a:pt x="77054" y="787953"/>
                </a:lnTo>
                <a:lnTo>
                  <a:pt x="103134" y="826315"/>
                </a:lnTo>
                <a:lnTo>
                  <a:pt x="132428" y="862056"/>
                </a:lnTo>
                <a:lnTo>
                  <a:pt x="164720" y="894957"/>
                </a:lnTo>
                <a:lnTo>
                  <a:pt x="199797" y="924803"/>
                </a:lnTo>
                <a:lnTo>
                  <a:pt x="237447" y="951374"/>
                </a:lnTo>
                <a:lnTo>
                  <a:pt x="277454" y="974454"/>
                </a:lnTo>
                <a:lnTo>
                  <a:pt x="319606" y="993825"/>
                </a:lnTo>
                <a:lnTo>
                  <a:pt x="363689" y="1009271"/>
                </a:lnTo>
                <a:lnTo>
                  <a:pt x="409489" y="1020572"/>
                </a:lnTo>
                <a:lnTo>
                  <a:pt x="456793" y="1027512"/>
                </a:lnTo>
                <a:lnTo>
                  <a:pt x="505387" y="1029874"/>
                </a:lnTo>
                <a:lnTo>
                  <a:pt x="537675" y="1023230"/>
                </a:lnTo>
                <a:lnTo>
                  <a:pt x="581828" y="978220"/>
                </a:lnTo>
                <a:lnTo>
                  <a:pt x="581828" y="912385"/>
                </a:lnTo>
                <a:lnTo>
                  <a:pt x="537675" y="867398"/>
                </a:lnTo>
                <a:lnTo>
                  <a:pt x="459388" y="857592"/>
                </a:lnTo>
                <a:lnTo>
                  <a:pt x="415250" y="848381"/>
                </a:lnTo>
                <a:lnTo>
                  <a:pt x="373381" y="833536"/>
                </a:lnTo>
                <a:lnTo>
                  <a:pt x="334189" y="813472"/>
                </a:lnTo>
                <a:lnTo>
                  <a:pt x="298081" y="788606"/>
                </a:lnTo>
                <a:lnTo>
                  <a:pt x="265466" y="759350"/>
                </a:lnTo>
                <a:lnTo>
                  <a:pt x="236749" y="726122"/>
                </a:lnTo>
                <a:lnTo>
                  <a:pt x="212340" y="689335"/>
                </a:lnTo>
                <a:lnTo>
                  <a:pt x="192645" y="649406"/>
                </a:lnTo>
                <a:lnTo>
                  <a:pt x="178073" y="606748"/>
                </a:lnTo>
                <a:lnTo>
                  <a:pt x="169031" y="561777"/>
                </a:lnTo>
                <a:lnTo>
                  <a:pt x="165926" y="514908"/>
                </a:lnTo>
                <a:lnTo>
                  <a:pt x="169031" y="468039"/>
                </a:lnTo>
                <a:lnTo>
                  <a:pt x="178073" y="423068"/>
                </a:lnTo>
                <a:lnTo>
                  <a:pt x="192645" y="380410"/>
                </a:lnTo>
                <a:lnTo>
                  <a:pt x="212340" y="340481"/>
                </a:lnTo>
                <a:lnTo>
                  <a:pt x="236749" y="303694"/>
                </a:lnTo>
                <a:lnTo>
                  <a:pt x="265466" y="270466"/>
                </a:lnTo>
                <a:lnTo>
                  <a:pt x="298081" y="241211"/>
                </a:lnTo>
                <a:lnTo>
                  <a:pt x="334189" y="216344"/>
                </a:lnTo>
                <a:lnTo>
                  <a:pt x="373381" y="196281"/>
                </a:lnTo>
                <a:lnTo>
                  <a:pt x="415250" y="181436"/>
                </a:lnTo>
                <a:lnTo>
                  <a:pt x="459388" y="172225"/>
                </a:lnTo>
                <a:lnTo>
                  <a:pt x="505387" y="169062"/>
                </a:lnTo>
                <a:lnTo>
                  <a:pt x="672707" y="169062"/>
                </a:lnTo>
                <a:lnTo>
                  <a:pt x="66161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4457675" y="3410730"/>
            <a:ext cx="1570990" cy="544195"/>
          </a:xfrm>
          <a:custGeom>
            <a:avLst/>
            <a:gdLst/>
            <a:ahLst/>
            <a:cxnLst/>
            <a:rect l="l" t="t" r="r" b="b"/>
            <a:pathLst>
              <a:path w="1570989" h="544195">
                <a:moveTo>
                  <a:pt x="1493287" y="0"/>
                </a:moveTo>
                <a:lnTo>
                  <a:pt x="77157" y="0"/>
                </a:lnTo>
                <a:lnTo>
                  <a:pt x="47197" y="6217"/>
                </a:lnTo>
                <a:lnTo>
                  <a:pt x="22663" y="23135"/>
                </a:lnTo>
                <a:lnTo>
                  <a:pt x="6087" y="48152"/>
                </a:lnTo>
                <a:lnTo>
                  <a:pt x="0" y="78667"/>
                </a:lnTo>
                <a:lnTo>
                  <a:pt x="0" y="465386"/>
                </a:lnTo>
                <a:lnTo>
                  <a:pt x="6087" y="495916"/>
                </a:lnTo>
                <a:lnTo>
                  <a:pt x="22663" y="520910"/>
                </a:lnTo>
                <a:lnTo>
                  <a:pt x="47197" y="537795"/>
                </a:lnTo>
                <a:lnTo>
                  <a:pt x="77157" y="543995"/>
                </a:lnTo>
                <a:lnTo>
                  <a:pt x="1493287" y="543995"/>
                </a:lnTo>
                <a:lnTo>
                  <a:pt x="1523308" y="537795"/>
                </a:lnTo>
                <a:lnTo>
                  <a:pt x="1547919" y="520910"/>
                </a:lnTo>
                <a:lnTo>
                  <a:pt x="1564561" y="495916"/>
                </a:lnTo>
                <a:lnTo>
                  <a:pt x="1570677" y="465386"/>
                </a:lnTo>
                <a:lnTo>
                  <a:pt x="1570677" y="78667"/>
                </a:lnTo>
                <a:lnTo>
                  <a:pt x="1564561" y="48152"/>
                </a:lnTo>
                <a:lnTo>
                  <a:pt x="1547919" y="23135"/>
                </a:lnTo>
                <a:lnTo>
                  <a:pt x="1523308" y="6217"/>
                </a:lnTo>
                <a:lnTo>
                  <a:pt x="149328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4995383" y="4270818"/>
            <a:ext cx="1570990" cy="544195"/>
          </a:xfrm>
          <a:custGeom>
            <a:avLst/>
            <a:gdLst/>
            <a:ahLst/>
            <a:cxnLst/>
            <a:rect l="l" t="t" r="r" b="b"/>
            <a:pathLst>
              <a:path w="1570990" h="544195">
                <a:moveTo>
                  <a:pt x="1493403" y="0"/>
                </a:moveTo>
                <a:lnTo>
                  <a:pt x="77273" y="0"/>
                </a:lnTo>
                <a:lnTo>
                  <a:pt x="47221" y="6216"/>
                </a:lnTo>
                <a:lnTo>
                  <a:pt x="22656" y="23128"/>
                </a:lnTo>
                <a:lnTo>
                  <a:pt x="6081" y="48128"/>
                </a:lnTo>
                <a:lnTo>
                  <a:pt x="0" y="78609"/>
                </a:lnTo>
                <a:lnTo>
                  <a:pt x="0" y="465386"/>
                </a:lnTo>
                <a:lnTo>
                  <a:pt x="6081" y="495916"/>
                </a:lnTo>
                <a:lnTo>
                  <a:pt x="22656" y="520910"/>
                </a:lnTo>
                <a:lnTo>
                  <a:pt x="47221" y="537795"/>
                </a:lnTo>
                <a:lnTo>
                  <a:pt x="77273" y="543995"/>
                </a:lnTo>
                <a:lnTo>
                  <a:pt x="1493403" y="543995"/>
                </a:lnTo>
                <a:lnTo>
                  <a:pt x="1523421" y="537795"/>
                </a:lnTo>
                <a:lnTo>
                  <a:pt x="1547969" y="520910"/>
                </a:lnTo>
                <a:lnTo>
                  <a:pt x="1564538" y="495916"/>
                </a:lnTo>
                <a:lnTo>
                  <a:pt x="1570619" y="465386"/>
                </a:lnTo>
                <a:lnTo>
                  <a:pt x="1570619" y="78609"/>
                </a:lnTo>
                <a:lnTo>
                  <a:pt x="1564538" y="48128"/>
                </a:lnTo>
                <a:lnTo>
                  <a:pt x="1547969" y="23128"/>
                </a:lnTo>
                <a:lnTo>
                  <a:pt x="1523421" y="6216"/>
                </a:lnTo>
                <a:lnTo>
                  <a:pt x="149340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4457675" y="5130958"/>
            <a:ext cx="1570990" cy="544195"/>
          </a:xfrm>
          <a:custGeom>
            <a:avLst/>
            <a:gdLst/>
            <a:ahLst/>
            <a:cxnLst/>
            <a:rect l="l" t="t" r="r" b="b"/>
            <a:pathLst>
              <a:path w="1570989" h="544195">
                <a:moveTo>
                  <a:pt x="1493287" y="0"/>
                </a:moveTo>
                <a:lnTo>
                  <a:pt x="77157" y="0"/>
                </a:lnTo>
                <a:lnTo>
                  <a:pt x="47197" y="6218"/>
                </a:lnTo>
                <a:lnTo>
                  <a:pt x="22663" y="23142"/>
                </a:lnTo>
                <a:lnTo>
                  <a:pt x="6087" y="48176"/>
                </a:lnTo>
                <a:lnTo>
                  <a:pt x="0" y="78724"/>
                </a:lnTo>
                <a:lnTo>
                  <a:pt x="0" y="465327"/>
                </a:lnTo>
                <a:lnTo>
                  <a:pt x="6087" y="495866"/>
                </a:lnTo>
                <a:lnTo>
                  <a:pt x="22663" y="520881"/>
                </a:lnTo>
                <a:lnTo>
                  <a:pt x="47197" y="537786"/>
                </a:lnTo>
                <a:lnTo>
                  <a:pt x="77157" y="543995"/>
                </a:lnTo>
                <a:lnTo>
                  <a:pt x="1493287" y="543995"/>
                </a:lnTo>
                <a:lnTo>
                  <a:pt x="1523308" y="537786"/>
                </a:lnTo>
                <a:lnTo>
                  <a:pt x="1547919" y="520881"/>
                </a:lnTo>
                <a:lnTo>
                  <a:pt x="1564561" y="495866"/>
                </a:lnTo>
                <a:lnTo>
                  <a:pt x="1570677" y="465327"/>
                </a:lnTo>
                <a:lnTo>
                  <a:pt x="1570677" y="78724"/>
                </a:lnTo>
                <a:lnTo>
                  <a:pt x="1564561" y="48176"/>
                </a:lnTo>
                <a:lnTo>
                  <a:pt x="1547919" y="23142"/>
                </a:lnTo>
                <a:lnTo>
                  <a:pt x="1523308" y="6218"/>
                </a:lnTo>
                <a:lnTo>
                  <a:pt x="149328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4339070" y="4152051"/>
            <a:ext cx="491490" cy="782955"/>
          </a:xfrm>
          <a:custGeom>
            <a:avLst/>
            <a:gdLst/>
            <a:ahLst/>
            <a:cxnLst/>
            <a:rect l="l" t="t" r="r" b="b"/>
            <a:pathLst>
              <a:path w="491489" h="782954">
                <a:moveTo>
                  <a:pt x="68101" y="0"/>
                </a:moveTo>
                <a:lnTo>
                  <a:pt x="43180" y="5119"/>
                </a:lnTo>
                <a:lnTo>
                  <a:pt x="21357" y="20319"/>
                </a:lnTo>
                <a:lnTo>
                  <a:pt x="5880" y="45360"/>
                </a:lnTo>
                <a:lnTo>
                  <a:pt x="0" y="80002"/>
                </a:lnTo>
                <a:lnTo>
                  <a:pt x="0" y="702781"/>
                </a:lnTo>
                <a:lnTo>
                  <a:pt x="5880" y="737398"/>
                </a:lnTo>
                <a:lnTo>
                  <a:pt x="21357" y="762441"/>
                </a:lnTo>
                <a:lnTo>
                  <a:pt x="43180" y="777655"/>
                </a:lnTo>
                <a:lnTo>
                  <a:pt x="68101" y="782783"/>
                </a:lnTo>
                <a:lnTo>
                  <a:pt x="79076" y="781862"/>
                </a:lnTo>
                <a:lnTo>
                  <a:pt x="92158" y="778422"/>
                </a:lnTo>
                <a:lnTo>
                  <a:pt x="106839" y="771443"/>
                </a:lnTo>
                <a:lnTo>
                  <a:pt x="122615" y="759909"/>
                </a:lnTo>
                <a:lnTo>
                  <a:pt x="251996" y="646059"/>
                </a:lnTo>
                <a:lnTo>
                  <a:pt x="99567" y="646059"/>
                </a:lnTo>
                <a:lnTo>
                  <a:pt x="99567" y="135968"/>
                </a:lnTo>
                <a:lnTo>
                  <a:pt x="251064" y="135968"/>
                </a:lnTo>
                <a:lnTo>
                  <a:pt x="122558" y="22815"/>
                </a:lnTo>
                <a:lnTo>
                  <a:pt x="106815" y="11339"/>
                </a:lnTo>
                <a:lnTo>
                  <a:pt x="92151" y="4375"/>
                </a:lnTo>
                <a:lnTo>
                  <a:pt x="79075" y="927"/>
                </a:lnTo>
                <a:lnTo>
                  <a:pt x="68101" y="0"/>
                </a:lnTo>
                <a:close/>
              </a:path>
              <a:path w="491489" h="782954">
                <a:moveTo>
                  <a:pt x="251064" y="135968"/>
                </a:moveTo>
                <a:lnTo>
                  <a:pt x="99567" y="135968"/>
                </a:lnTo>
                <a:lnTo>
                  <a:pt x="392291" y="388518"/>
                </a:lnTo>
                <a:lnTo>
                  <a:pt x="99567" y="646059"/>
                </a:lnTo>
                <a:lnTo>
                  <a:pt x="251996" y="646059"/>
                </a:lnTo>
                <a:lnTo>
                  <a:pt x="457315" y="465385"/>
                </a:lnTo>
                <a:lnTo>
                  <a:pt x="471733" y="449762"/>
                </a:lnTo>
                <a:lnTo>
                  <a:pt x="482396" y="431799"/>
                </a:lnTo>
                <a:lnTo>
                  <a:pt x="489009" y="412137"/>
                </a:lnTo>
                <a:lnTo>
                  <a:pt x="491279" y="391420"/>
                </a:lnTo>
                <a:lnTo>
                  <a:pt x="489010" y="370738"/>
                </a:lnTo>
                <a:lnTo>
                  <a:pt x="482403" y="351107"/>
                </a:lnTo>
                <a:lnTo>
                  <a:pt x="471758" y="333184"/>
                </a:lnTo>
                <a:lnTo>
                  <a:pt x="457373" y="317629"/>
                </a:lnTo>
                <a:lnTo>
                  <a:pt x="251064" y="13596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8467092" y="3797300"/>
            <a:ext cx="4312285" cy="14274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200" spc="-550" b="1">
                <a:latin typeface="Arial Narrow"/>
                <a:cs typeface="Arial Narrow"/>
              </a:rPr>
              <a:t>Plan</a:t>
            </a:r>
            <a:r>
              <a:rPr dirty="0" sz="9200" spc="200" b="1">
                <a:latin typeface="Arial Narrow"/>
                <a:cs typeface="Arial Narrow"/>
              </a:rPr>
              <a:t> </a:t>
            </a:r>
            <a:r>
              <a:rPr dirty="0" sz="9200" spc="-665" b="1">
                <a:latin typeface="Arial Narrow"/>
                <a:cs typeface="Arial Narrow"/>
              </a:rPr>
              <a:t>mode</a:t>
            </a:r>
            <a:endParaRPr sz="92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45862" y="3797300"/>
            <a:ext cx="6546850" cy="14274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200" spc="-265" b="1">
                <a:latin typeface="Arial Narrow"/>
                <a:cs typeface="Arial Narrow"/>
              </a:rPr>
              <a:t>What</a:t>
            </a:r>
            <a:r>
              <a:rPr dirty="0" sz="9200" spc="200" b="1">
                <a:latin typeface="Arial Narrow"/>
                <a:cs typeface="Arial Narrow"/>
              </a:rPr>
              <a:t> </a:t>
            </a:r>
            <a:r>
              <a:rPr dirty="0" sz="9200" spc="-365" b="1">
                <a:latin typeface="Arial Narrow"/>
                <a:cs typeface="Arial Narrow"/>
              </a:rPr>
              <a:t>is</a:t>
            </a:r>
            <a:r>
              <a:rPr dirty="0" sz="9200" spc="204" b="1">
                <a:latin typeface="Arial Narrow"/>
                <a:cs typeface="Arial Narrow"/>
              </a:rPr>
              <a:t> </a:t>
            </a:r>
            <a:r>
              <a:rPr dirty="0" sz="9200" spc="-420" b="1">
                <a:latin typeface="Arial Narrow"/>
                <a:cs typeface="Arial Narrow"/>
              </a:rPr>
              <a:t>a</a:t>
            </a:r>
            <a:r>
              <a:rPr dirty="0" sz="9200" spc="204" b="1">
                <a:latin typeface="Arial Narrow"/>
                <a:cs typeface="Arial Narrow"/>
              </a:rPr>
              <a:t> </a:t>
            </a:r>
            <a:r>
              <a:rPr dirty="0" sz="9200" spc="-495" b="1">
                <a:latin typeface="Arial Narrow"/>
                <a:cs typeface="Arial Narrow"/>
              </a:rPr>
              <a:t>task?</a:t>
            </a:r>
            <a:endParaRPr sz="9200">
              <a:latin typeface="Arial Narrow"/>
              <a:cs typeface="Arial Narrow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6256000" cy="9143999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45862" y="3797300"/>
            <a:ext cx="6546850" cy="14274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200" spc="-265" b="1">
                <a:latin typeface="Arial Narrow"/>
                <a:cs typeface="Arial Narrow"/>
              </a:rPr>
              <a:t>What</a:t>
            </a:r>
            <a:r>
              <a:rPr dirty="0" sz="9200" spc="200" b="1">
                <a:latin typeface="Arial Narrow"/>
                <a:cs typeface="Arial Narrow"/>
              </a:rPr>
              <a:t> </a:t>
            </a:r>
            <a:r>
              <a:rPr dirty="0" sz="9200" spc="-365" b="1">
                <a:latin typeface="Arial Narrow"/>
                <a:cs typeface="Arial Narrow"/>
              </a:rPr>
              <a:t>is</a:t>
            </a:r>
            <a:r>
              <a:rPr dirty="0" sz="9200" spc="204" b="1">
                <a:latin typeface="Arial Narrow"/>
                <a:cs typeface="Arial Narrow"/>
              </a:rPr>
              <a:t> </a:t>
            </a:r>
            <a:r>
              <a:rPr dirty="0" sz="9200" spc="-420" b="1">
                <a:latin typeface="Arial Narrow"/>
                <a:cs typeface="Arial Narrow"/>
              </a:rPr>
              <a:t>a</a:t>
            </a:r>
            <a:r>
              <a:rPr dirty="0" sz="9200" spc="204" b="1">
                <a:latin typeface="Arial Narrow"/>
                <a:cs typeface="Arial Narrow"/>
              </a:rPr>
              <a:t> </a:t>
            </a:r>
            <a:r>
              <a:rPr dirty="0" sz="9200" spc="-495" b="1">
                <a:latin typeface="Arial Narrow"/>
                <a:cs typeface="Arial Narrow"/>
              </a:rPr>
              <a:t>task?</a:t>
            </a:r>
            <a:endParaRPr sz="9200">
              <a:latin typeface="Arial Narrow"/>
              <a:cs typeface="Arial Narrow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" y="0"/>
            <a:ext cx="16253304" cy="9143999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218807" y="3797300"/>
            <a:ext cx="4808855" cy="14274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200" spc="-310" b="1">
                <a:latin typeface="Arial Narrow"/>
                <a:cs typeface="Arial Narrow"/>
              </a:rPr>
              <a:t>Work</a:t>
            </a:r>
            <a:r>
              <a:rPr dirty="0" sz="9200" spc="210" b="1">
                <a:latin typeface="Arial Narrow"/>
                <a:cs typeface="Arial Narrow"/>
              </a:rPr>
              <a:t> </a:t>
            </a:r>
            <a:r>
              <a:rPr dirty="0" sz="9200" spc="-665" b="1">
                <a:latin typeface="Arial Narrow"/>
                <a:cs typeface="Arial Narrow"/>
              </a:rPr>
              <a:t>mode</a:t>
            </a:r>
            <a:endParaRPr sz="9200">
              <a:latin typeface="Arial Narrow"/>
              <a:cs typeface="Arial Narrow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3725672" y="3403599"/>
            <a:ext cx="2840355" cy="2336800"/>
          </a:xfrm>
          <a:custGeom>
            <a:avLst/>
            <a:gdLst/>
            <a:ahLst/>
            <a:cxnLst/>
            <a:rect l="l" t="t" r="r" b="b"/>
            <a:pathLst>
              <a:path w="2840354" h="2336800">
                <a:moveTo>
                  <a:pt x="801001" y="1612214"/>
                </a:moveTo>
                <a:lnTo>
                  <a:pt x="288391" y="1612214"/>
                </a:lnTo>
                <a:lnTo>
                  <a:pt x="288391" y="2024646"/>
                </a:lnTo>
                <a:lnTo>
                  <a:pt x="801001" y="2024646"/>
                </a:lnTo>
                <a:lnTo>
                  <a:pt x="801001" y="1612214"/>
                </a:lnTo>
                <a:close/>
              </a:path>
              <a:path w="2840354" h="2336800">
                <a:moveTo>
                  <a:pt x="801001" y="998423"/>
                </a:moveTo>
                <a:lnTo>
                  <a:pt x="288391" y="998423"/>
                </a:lnTo>
                <a:lnTo>
                  <a:pt x="288391" y="1410792"/>
                </a:lnTo>
                <a:lnTo>
                  <a:pt x="801001" y="1410792"/>
                </a:lnTo>
                <a:lnTo>
                  <a:pt x="801001" y="998423"/>
                </a:lnTo>
                <a:close/>
              </a:path>
              <a:path w="2840354" h="2336800">
                <a:moveTo>
                  <a:pt x="801001" y="384403"/>
                </a:moveTo>
                <a:lnTo>
                  <a:pt x="288391" y="384403"/>
                </a:lnTo>
                <a:lnTo>
                  <a:pt x="288391" y="796836"/>
                </a:lnTo>
                <a:lnTo>
                  <a:pt x="801001" y="796836"/>
                </a:lnTo>
                <a:lnTo>
                  <a:pt x="801001" y="384403"/>
                </a:lnTo>
                <a:close/>
              </a:path>
              <a:path w="2840354" h="2336800">
                <a:moveTo>
                  <a:pt x="1697659" y="384403"/>
                </a:moveTo>
                <a:lnTo>
                  <a:pt x="1185049" y="384403"/>
                </a:lnTo>
                <a:lnTo>
                  <a:pt x="1185049" y="796836"/>
                </a:lnTo>
                <a:lnTo>
                  <a:pt x="1697659" y="796836"/>
                </a:lnTo>
                <a:lnTo>
                  <a:pt x="1697659" y="384403"/>
                </a:lnTo>
                <a:close/>
              </a:path>
              <a:path w="2840354" h="2336800">
                <a:moveTo>
                  <a:pt x="2570124" y="998423"/>
                </a:moveTo>
                <a:lnTo>
                  <a:pt x="2057565" y="998423"/>
                </a:lnTo>
                <a:lnTo>
                  <a:pt x="2057565" y="1410792"/>
                </a:lnTo>
                <a:lnTo>
                  <a:pt x="2570124" y="1410792"/>
                </a:lnTo>
                <a:lnTo>
                  <a:pt x="2570124" y="998423"/>
                </a:lnTo>
                <a:close/>
              </a:path>
              <a:path w="2840354" h="2336800">
                <a:moveTo>
                  <a:pt x="2570124" y="384403"/>
                </a:moveTo>
                <a:lnTo>
                  <a:pt x="2057565" y="384403"/>
                </a:lnTo>
                <a:lnTo>
                  <a:pt x="2057565" y="796836"/>
                </a:lnTo>
                <a:lnTo>
                  <a:pt x="2570124" y="796836"/>
                </a:lnTo>
                <a:lnTo>
                  <a:pt x="2570124" y="384403"/>
                </a:lnTo>
                <a:close/>
              </a:path>
              <a:path w="2840354" h="2336800">
                <a:moveTo>
                  <a:pt x="2840228" y="283730"/>
                </a:moveTo>
                <a:lnTo>
                  <a:pt x="2839669" y="276072"/>
                </a:lnTo>
                <a:lnTo>
                  <a:pt x="2829522" y="230047"/>
                </a:lnTo>
                <a:lnTo>
                  <a:pt x="2813227" y="186715"/>
                </a:lnTo>
                <a:lnTo>
                  <a:pt x="2798559" y="159867"/>
                </a:lnTo>
                <a:lnTo>
                  <a:pt x="2791295" y="146558"/>
                </a:lnTo>
                <a:lnTo>
                  <a:pt x="2764205" y="110109"/>
                </a:lnTo>
                <a:lnTo>
                  <a:pt x="2732468" y="77863"/>
                </a:lnTo>
                <a:lnTo>
                  <a:pt x="2696591" y="50342"/>
                </a:lnTo>
                <a:lnTo>
                  <a:pt x="2683433" y="42926"/>
                </a:lnTo>
                <a:lnTo>
                  <a:pt x="2683433" y="324269"/>
                </a:lnTo>
                <a:lnTo>
                  <a:pt x="2683433" y="2012391"/>
                </a:lnTo>
                <a:lnTo>
                  <a:pt x="2677655" y="2056028"/>
                </a:lnTo>
                <a:lnTo>
                  <a:pt x="2661323" y="2095284"/>
                </a:lnTo>
                <a:lnTo>
                  <a:pt x="2635999" y="2128570"/>
                </a:lnTo>
                <a:lnTo>
                  <a:pt x="2603246" y="2154301"/>
                </a:lnTo>
                <a:lnTo>
                  <a:pt x="2564612" y="2170912"/>
                </a:lnTo>
                <a:lnTo>
                  <a:pt x="2521661" y="2176792"/>
                </a:lnTo>
                <a:lnTo>
                  <a:pt x="1916696" y="2176792"/>
                </a:lnTo>
                <a:lnTo>
                  <a:pt x="1916696" y="159867"/>
                </a:lnTo>
                <a:lnTo>
                  <a:pt x="2521661" y="159867"/>
                </a:lnTo>
                <a:lnTo>
                  <a:pt x="2564612" y="165747"/>
                </a:lnTo>
                <a:lnTo>
                  <a:pt x="2603246" y="182359"/>
                </a:lnTo>
                <a:lnTo>
                  <a:pt x="2635999" y="208089"/>
                </a:lnTo>
                <a:lnTo>
                  <a:pt x="2661323" y="241376"/>
                </a:lnTo>
                <a:lnTo>
                  <a:pt x="2677655" y="280631"/>
                </a:lnTo>
                <a:lnTo>
                  <a:pt x="2683433" y="324269"/>
                </a:lnTo>
                <a:lnTo>
                  <a:pt x="2683433" y="42926"/>
                </a:lnTo>
                <a:lnTo>
                  <a:pt x="2657068" y="28041"/>
                </a:lnTo>
                <a:lnTo>
                  <a:pt x="2614409" y="11493"/>
                </a:lnTo>
                <a:lnTo>
                  <a:pt x="2569108" y="1181"/>
                </a:lnTo>
                <a:lnTo>
                  <a:pt x="2553335" y="0"/>
                </a:lnTo>
                <a:lnTo>
                  <a:pt x="1820862" y="0"/>
                </a:lnTo>
                <a:lnTo>
                  <a:pt x="1820862" y="159867"/>
                </a:lnTo>
                <a:lnTo>
                  <a:pt x="1820862" y="2176792"/>
                </a:lnTo>
                <a:lnTo>
                  <a:pt x="1022261" y="2176792"/>
                </a:lnTo>
                <a:lnTo>
                  <a:pt x="1022261" y="159867"/>
                </a:lnTo>
                <a:lnTo>
                  <a:pt x="1820862" y="159867"/>
                </a:lnTo>
                <a:lnTo>
                  <a:pt x="1820862" y="0"/>
                </a:lnTo>
                <a:lnTo>
                  <a:pt x="926426" y="0"/>
                </a:lnTo>
                <a:lnTo>
                  <a:pt x="926426" y="159867"/>
                </a:lnTo>
                <a:lnTo>
                  <a:pt x="926426" y="2176792"/>
                </a:lnTo>
                <a:lnTo>
                  <a:pt x="321589" y="2176792"/>
                </a:lnTo>
                <a:lnTo>
                  <a:pt x="278587" y="2170912"/>
                </a:lnTo>
                <a:lnTo>
                  <a:pt x="239941" y="2154301"/>
                </a:lnTo>
                <a:lnTo>
                  <a:pt x="207175" y="2128570"/>
                </a:lnTo>
                <a:lnTo>
                  <a:pt x="181864" y="2095284"/>
                </a:lnTo>
                <a:lnTo>
                  <a:pt x="165531" y="2056028"/>
                </a:lnTo>
                <a:lnTo>
                  <a:pt x="159753" y="2012391"/>
                </a:lnTo>
                <a:lnTo>
                  <a:pt x="159753" y="324269"/>
                </a:lnTo>
                <a:lnTo>
                  <a:pt x="165531" y="280631"/>
                </a:lnTo>
                <a:lnTo>
                  <a:pt x="181864" y="241376"/>
                </a:lnTo>
                <a:lnTo>
                  <a:pt x="207175" y="208089"/>
                </a:lnTo>
                <a:lnTo>
                  <a:pt x="239941" y="182359"/>
                </a:lnTo>
                <a:lnTo>
                  <a:pt x="278587" y="165747"/>
                </a:lnTo>
                <a:lnTo>
                  <a:pt x="321589" y="159867"/>
                </a:lnTo>
                <a:lnTo>
                  <a:pt x="926426" y="159867"/>
                </a:lnTo>
                <a:lnTo>
                  <a:pt x="926426" y="0"/>
                </a:lnTo>
                <a:lnTo>
                  <a:pt x="289890" y="0"/>
                </a:lnTo>
                <a:lnTo>
                  <a:pt x="274129" y="1181"/>
                </a:lnTo>
                <a:lnTo>
                  <a:pt x="228803" y="11493"/>
                </a:lnTo>
                <a:lnTo>
                  <a:pt x="186131" y="28041"/>
                </a:lnTo>
                <a:lnTo>
                  <a:pt x="146596" y="50342"/>
                </a:lnTo>
                <a:lnTo>
                  <a:pt x="110705" y="77863"/>
                </a:lnTo>
                <a:lnTo>
                  <a:pt x="78955" y="110109"/>
                </a:lnTo>
                <a:lnTo>
                  <a:pt x="51866" y="146558"/>
                </a:lnTo>
                <a:lnTo>
                  <a:pt x="29908" y="186715"/>
                </a:lnTo>
                <a:lnTo>
                  <a:pt x="13614" y="230047"/>
                </a:lnTo>
                <a:lnTo>
                  <a:pt x="3467" y="276072"/>
                </a:lnTo>
                <a:lnTo>
                  <a:pt x="0" y="324269"/>
                </a:lnTo>
                <a:lnTo>
                  <a:pt x="0" y="2012391"/>
                </a:lnTo>
                <a:lnTo>
                  <a:pt x="3467" y="2060600"/>
                </a:lnTo>
                <a:lnTo>
                  <a:pt x="13614" y="2106638"/>
                </a:lnTo>
                <a:lnTo>
                  <a:pt x="29908" y="2149983"/>
                </a:lnTo>
                <a:lnTo>
                  <a:pt x="51866" y="2190140"/>
                </a:lnTo>
                <a:lnTo>
                  <a:pt x="78955" y="2226602"/>
                </a:lnTo>
                <a:lnTo>
                  <a:pt x="110705" y="2258847"/>
                </a:lnTo>
                <a:lnTo>
                  <a:pt x="146596" y="2286368"/>
                </a:lnTo>
                <a:lnTo>
                  <a:pt x="186131" y="2308669"/>
                </a:lnTo>
                <a:lnTo>
                  <a:pt x="228803" y="2325230"/>
                </a:lnTo>
                <a:lnTo>
                  <a:pt x="274129" y="2335530"/>
                </a:lnTo>
                <a:lnTo>
                  <a:pt x="291172" y="2336800"/>
                </a:lnTo>
                <a:lnTo>
                  <a:pt x="2552065" y="2336800"/>
                </a:lnTo>
                <a:lnTo>
                  <a:pt x="2614409" y="2325230"/>
                </a:lnTo>
                <a:lnTo>
                  <a:pt x="2657068" y="2308669"/>
                </a:lnTo>
                <a:lnTo>
                  <a:pt x="2696591" y="2286368"/>
                </a:lnTo>
                <a:lnTo>
                  <a:pt x="2732468" y="2258847"/>
                </a:lnTo>
                <a:lnTo>
                  <a:pt x="2764205" y="2226602"/>
                </a:lnTo>
                <a:lnTo>
                  <a:pt x="2791295" y="2190140"/>
                </a:lnTo>
                <a:lnTo>
                  <a:pt x="2798584" y="2176792"/>
                </a:lnTo>
                <a:lnTo>
                  <a:pt x="2813227" y="2149983"/>
                </a:lnTo>
                <a:lnTo>
                  <a:pt x="2829522" y="2106638"/>
                </a:lnTo>
                <a:lnTo>
                  <a:pt x="2839669" y="2060600"/>
                </a:lnTo>
                <a:lnTo>
                  <a:pt x="2840228" y="2052942"/>
                </a:lnTo>
                <a:lnTo>
                  <a:pt x="2840228" y="28373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14568" y="3797300"/>
            <a:ext cx="4808855" cy="14274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200" spc="-310" b="1">
                <a:latin typeface="Arial Narrow"/>
                <a:cs typeface="Arial Narrow"/>
              </a:rPr>
              <a:t>Work</a:t>
            </a:r>
            <a:r>
              <a:rPr dirty="0" sz="9200" spc="210" b="1">
                <a:latin typeface="Arial Narrow"/>
                <a:cs typeface="Arial Narrow"/>
              </a:rPr>
              <a:t> </a:t>
            </a:r>
            <a:r>
              <a:rPr dirty="0" sz="9200" spc="-665" b="1">
                <a:latin typeface="Arial Narrow"/>
                <a:cs typeface="Arial Narrow"/>
              </a:rPr>
              <a:t>mode</a:t>
            </a:r>
            <a:endParaRPr sz="9200">
              <a:latin typeface="Arial Narrow"/>
              <a:cs typeface="Arial Narrow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12075" y="3797300"/>
            <a:ext cx="4222750" cy="14274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200" spc="-570" b="1">
                <a:latin typeface="Arial Narrow"/>
                <a:cs typeface="Arial Narrow"/>
              </a:rPr>
              <a:t>Burndown</a:t>
            </a:r>
            <a:endParaRPr sz="9200">
              <a:latin typeface="Arial Narrow"/>
              <a:cs typeface="Arial Narrow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3714794" y="3411332"/>
            <a:ext cx="2845435" cy="2381885"/>
            <a:chOff x="3714794" y="3411332"/>
            <a:chExt cx="2845435" cy="2381885"/>
          </a:xfrm>
        </p:grpSpPr>
        <p:sp>
          <p:nvSpPr>
            <p:cNvPr id="4" name="object 4" descr=""/>
            <p:cNvSpPr/>
            <p:nvPr/>
          </p:nvSpPr>
          <p:spPr>
            <a:xfrm>
              <a:off x="3797517" y="3901418"/>
              <a:ext cx="2413000" cy="57785"/>
            </a:xfrm>
            <a:custGeom>
              <a:avLst/>
              <a:gdLst/>
              <a:ahLst/>
              <a:cxnLst/>
              <a:rect l="l" t="t" r="r" b="b"/>
              <a:pathLst>
                <a:path w="2413000" h="57785">
                  <a:moveTo>
                    <a:pt x="2412796" y="0"/>
                  </a:moveTo>
                  <a:lnTo>
                    <a:pt x="0" y="0"/>
                  </a:lnTo>
                  <a:lnTo>
                    <a:pt x="0" y="57688"/>
                  </a:lnTo>
                  <a:lnTo>
                    <a:pt x="2412796" y="57688"/>
                  </a:lnTo>
                  <a:lnTo>
                    <a:pt x="241279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75914" y="3668144"/>
              <a:ext cx="114782" cy="115774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3714788" y="3411333"/>
              <a:ext cx="2845435" cy="2381885"/>
            </a:xfrm>
            <a:custGeom>
              <a:avLst/>
              <a:gdLst/>
              <a:ahLst/>
              <a:cxnLst/>
              <a:rect l="l" t="t" r="r" b="b"/>
              <a:pathLst>
                <a:path w="2845434" h="2381885">
                  <a:moveTo>
                    <a:pt x="786892" y="1712290"/>
                  </a:moveTo>
                  <a:lnTo>
                    <a:pt x="784631" y="1701088"/>
                  </a:lnTo>
                  <a:lnTo>
                    <a:pt x="778471" y="1691944"/>
                  </a:lnTo>
                  <a:lnTo>
                    <a:pt x="769353" y="1685772"/>
                  </a:lnTo>
                  <a:lnTo>
                    <a:pt x="758240" y="1683512"/>
                  </a:lnTo>
                  <a:lnTo>
                    <a:pt x="323062" y="1683512"/>
                  </a:lnTo>
                  <a:lnTo>
                    <a:pt x="311950" y="1685772"/>
                  </a:lnTo>
                  <a:lnTo>
                    <a:pt x="302869" y="1691944"/>
                  </a:lnTo>
                  <a:lnTo>
                    <a:pt x="296735" y="1701088"/>
                  </a:lnTo>
                  <a:lnTo>
                    <a:pt x="294487" y="1712290"/>
                  </a:lnTo>
                  <a:lnTo>
                    <a:pt x="296735" y="1723555"/>
                  </a:lnTo>
                  <a:lnTo>
                    <a:pt x="302869" y="1732749"/>
                  </a:lnTo>
                  <a:lnTo>
                    <a:pt x="311950" y="1738934"/>
                  </a:lnTo>
                  <a:lnTo>
                    <a:pt x="323062" y="1741195"/>
                  </a:lnTo>
                  <a:lnTo>
                    <a:pt x="758240" y="1741195"/>
                  </a:lnTo>
                  <a:lnTo>
                    <a:pt x="769353" y="1738934"/>
                  </a:lnTo>
                  <a:lnTo>
                    <a:pt x="778471" y="1732749"/>
                  </a:lnTo>
                  <a:lnTo>
                    <a:pt x="784631" y="1723555"/>
                  </a:lnTo>
                  <a:lnTo>
                    <a:pt x="786892" y="1712290"/>
                  </a:lnTo>
                  <a:close/>
                </a:path>
                <a:path w="2845434" h="2381885">
                  <a:moveTo>
                    <a:pt x="786892" y="1520532"/>
                  </a:moveTo>
                  <a:lnTo>
                    <a:pt x="784631" y="1509344"/>
                  </a:lnTo>
                  <a:lnTo>
                    <a:pt x="778471" y="1500187"/>
                  </a:lnTo>
                  <a:lnTo>
                    <a:pt x="769353" y="1494015"/>
                  </a:lnTo>
                  <a:lnTo>
                    <a:pt x="758240" y="1491754"/>
                  </a:lnTo>
                  <a:lnTo>
                    <a:pt x="323062" y="1491754"/>
                  </a:lnTo>
                  <a:lnTo>
                    <a:pt x="311950" y="1494015"/>
                  </a:lnTo>
                  <a:lnTo>
                    <a:pt x="302869" y="1500187"/>
                  </a:lnTo>
                  <a:lnTo>
                    <a:pt x="296735" y="1509344"/>
                  </a:lnTo>
                  <a:lnTo>
                    <a:pt x="294487" y="1520532"/>
                  </a:lnTo>
                  <a:lnTo>
                    <a:pt x="296735" y="1531810"/>
                  </a:lnTo>
                  <a:lnTo>
                    <a:pt x="302869" y="1540992"/>
                  </a:lnTo>
                  <a:lnTo>
                    <a:pt x="311950" y="1547177"/>
                  </a:lnTo>
                  <a:lnTo>
                    <a:pt x="323062" y="1549450"/>
                  </a:lnTo>
                  <a:lnTo>
                    <a:pt x="758240" y="1549450"/>
                  </a:lnTo>
                  <a:lnTo>
                    <a:pt x="769353" y="1547177"/>
                  </a:lnTo>
                  <a:lnTo>
                    <a:pt x="778471" y="1540992"/>
                  </a:lnTo>
                  <a:lnTo>
                    <a:pt x="784631" y="1531810"/>
                  </a:lnTo>
                  <a:lnTo>
                    <a:pt x="786892" y="1520532"/>
                  </a:lnTo>
                  <a:close/>
                </a:path>
                <a:path w="2845434" h="2381885">
                  <a:moveTo>
                    <a:pt x="786892" y="1328788"/>
                  </a:moveTo>
                  <a:lnTo>
                    <a:pt x="784631" y="1317599"/>
                  </a:lnTo>
                  <a:lnTo>
                    <a:pt x="778471" y="1308442"/>
                  </a:lnTo>
                  <a:lnTo>
                    <a:pt x="769353" y="1302270"/>
                  </a:lnTo>
                  <a:lnTo>
                    <a:pt x="758240" y="1300010"/>
                  </a:lnTo>
                  <a:lnTo>
                    <a:pt x="323062" y="1300010"/>
                  </a:lnTo>
                  <a:lnTo>
                    <a:pt x="311950" y="1302270"/>
                  </a:lnTo>
                  <a:lnTo>
                    <a:pt x="302869" y="1308442"/>
                  </a:lnTo>
                  <a:lnTo>
                    <a:pt x="296735" y="1317599"/>
                  </a:lnTo>
                  <a:lnTo>
                    <a:pt x="294487" y="1328788"/>
                  </a:lnTo>
                  <a:lnTo>
                    <a:pt x="296735" y="1340015"/>
                  </a:lnTo>
                  <a:lnTo>
                    <a:pt x="302869" y="1349184"/>
                  </a:lnTo>
                  <a:lnTo>
                    <a:pt x="311950" y="1355369"/>
                  </a:lnTo>
                  <a:lnTo>
                    <a:pt x="323062" y="1357630"/>
                  </a:lnTo>
                  <a:lnTo>
                    <a:pt x="758240" y="1357630"/>
                  </a:lnTo>
                  <a:lnTo>
                    <a:pt x="769353" y="1355369"/>
                  </a:lnTo>
                  <a:lnTo>
                    <a:pt x="778471" y="1349184"/>
                  </a:lnTo>
                  <a:lnTo>
                    <a:pt x="784631" y="1340015"/>
                  </a:lnTo>
                  <a:lnTo>
                    <a:pt x="786892" y="1328788"/>
                  </a:lnTo>
                  <a:close/>
                </a:path>
                <a:path w="2845434" h="2381885">
                  <a:moveTo>
                    <a:pt x="786892" y="1137627"/>
                  </a:moveTo>
                  <a:lnTo>
                    <a:pt x="784631" y="1126426"/>
                  </a:lnTo>
                  <a:lnTo>
                    <a:pt x="778471" y="1117282"/>
                  </a:lnTo>
                  <a:lnTo>
                    <a:pt x="769353" y="1111110"/>
                  </a:lnTo>
                  <a:lnTo>
                    <a:pt x="758240" y="1108849"/>
                  </a:lnTo>
                  <a:lnTo>
                    <a:pt x="323062" y="1108849"/>
                  </a:lnTo>
                  <a:lnTo>
                    <a:pt x="311950" y="1111110"/>
                  </a:lnTo>
                  <a:lnTo>
                    <a:pt x="302869" y="1117282"/>
                  </a:lnTo>
                  <a:lnTo>
                    <a:pt x="296735" y="1126426"/>
                  </a:lnTo>
                  <a:lnTo>
                    <a:pt x="294487" y="1137627"/>
                  </a:lnTo>
                  <a:lnTo>
                    <a:pt x="296735" y="1148854"/>
                  </a:lnTo>
                  <a:lnTo>
                    <a:pt x="302869" y="1158024"/>
                  </a:lnTo>
                  <a:lnTo>
                    <a:pt x="311950" y="1164196"/>
                  </a:lnTo>
                  <a:lnTo>
                    <a:pt x="323062" y="1166469"/>
                  </a:lnTo>
                  <a:lnTo>
                    <a:pt x="758240" y="1166469"/>
                  </a:lnTo>
                  <a:lnTo>
                    <a:pt x="769353" y="1164196"/>
                  </a:lnTo>
                  <a:lnTo>
                    <a:pt x="778471" y="1158024"/>
                  </a:lnTo>
                  <a:lnTo>
                    <a:pt x="784631" y="1148854"/>
                  </a:lnTo>
                  <a:lnTo>
                    <a:pt x="786892" y="1137627"/>
                  </a:lnTo>
                  <a:close/>
                </a:path>
                <a:path w="2845434" h="2381885">
                  <a:moveTo>
                    <a:pt x="786892" y="946645"/>
                  </a:moveTo>
                  <a:lnTo>
                    <a:pt x="784631" y="935405"/>
                  </a:lnTo>
                  <a:lnTo>
                    <a:pt x="778471" y="926236"/>
                  </a:lnTo>
                  <a:lnTo>
                    <a:pt x="769353" y="920064"/>
                  </a:lnTo>
                  <a:lnTo>
                    <a:pt x="758240" y="917803"/>
                  </a:lnTo>
                  <a:lnTo>
                    <a:pt x="323062" y="917803"/>
                  </a:lnTo>
                  <a:lnTo>
                    <a:pt x="311950" y="920064"/>
                  </a:lnTo>
                  <a:lnTo>
                    <a:pt x="302869" y="926236"/>
                  </a:lnTo>
                  <a:lnTo>
                    <a:pt x="296735" y="935405"/>
                  </a:lnTo>
                  <a:lnTo>
                    <a:pt x="294487" y="946645"/>
                  </a:lnTo>
                  <a:lnTo>
                    <a:pt x="296735" y="957872"/>
                  </a:lnTo>
                  <a:lnTo>
                    <a:pt x="302869" y="967041"/>
                  </a:lnTo>
                  <a:lnTo>
                    <a:pt x="311950" y="973226"/>
                  </a:lnTo>
                  <a:lnTo>
                    <a:pt x="323062" y="975487"/>
                  </a:lnTo>
                  <a:lnTo>
                    <a:pt x="758240" y="975487"/>
                  </a:lnTo>
                  <a:lnTo>
                    <a:pt x="769353" y="973226"/>
                  </a:lnTo>
                  <a:lnTo>
                    <a:pt x="778471" y="967041"/>
                  </a:lnTo>
                  <a:lnTo>
                    <a:pt x="784631" y="957872"/>
                  </a:lnTo>
                  <a:lnTo>
                    <a:pt x="786892" y="946645"/>
                  </a:lnTo>
                  <a:close/>
                </a:path>
                <a:path w="2845434" h="2381885">
                  <a:moveTo>
                    <a:pt x="786892" y="755345"/>
                  </a:moveTo>
                  <a:lnTo>
                    <a:pt x="784631" y="744118"/>
                  </a:lnTo>
                  <a:lnTo>
                    <a:pt x="778471" y="734949"/>
                  </a:lnTo>
                  <a:lnTo>
                    <a:pt x="769353" y="728764"/>
                  </a:lnTo>
                  <a:lnTo>
                    <a:pt x="758240" y="726503"/>
                  </a:lnTo>
                  <a:lnTo>
                    <a:pt x="323062" y="726503"/>
                  </a:lnTo>
                  <a:lnTo>
                    <a:pt x="311950" y="728764"/>
                  </a:lnTo>
                  <a:lnTo>
                    <a:pt x="302869" y="734949"/>
                  </a:lnTo>
                  <a:lnTo>
                    <a:pt x="296735" y="744118"/>
                  </a:lnTo>
                  <a:lnTo>
                    <a:pt x="294487" y="755345"/>
                  </a:lnTo>
                  <a:lnTo>
                    <a:pt x="296735" y="766572"/>
                  </a:lnTo>
                  <a:lnTo>
                    <a:pt x="302869" y="775741"/>
                  </a:lnTo>
                  <a:lnTo>
                    <a:pt x="311950" y="781926"/>
                  </a:lnTo>
                  <a:lnTo>
                    <a:pt x="323062" y="784186"/>
                  </a:lnTo>
                  <a:lnTo>
                    <a:pt x="758240" y="784186"/>
                  </a:lnTo>
                  <a:lnTo>
                    <a:pt x="769353" y="781926"/>
                  </a:lnTo>
                  <a:lnTo>
                    <a:pt x="778471" y="775741"/>
                  </a:lnTo>
                  <a:lnTo>
                    <a:pt x="784631" y="766572"/>
                  </a:lnTo>
                  <a:lnTo>
                    <a:pt x="786892" y="755345"/>
                  </a:lnTo>
                  <a:close/>
                </a:path>
                <a:path w="2845434" h="2381885">
                  <a:moveTo>
                    <a:pt x="926350" y="271373"/>
                  </a:moveTo>
                  <a:lnTo>
                    <a:pt x="444207" y="271373"/>
                  </a:lnTo>
                  <a:lnTo>
                    <a:pt x="444207" y="351421"/>
                  </a:lnTo>
                  <a:lnTo>
                    <a:pt x="926350" y="351421"/>
                  </a:lnTo>
                  <a:lnTo>
                    <a:pt x="926350" y="271373"/>
                  </a:lnTo>
                  <a:close/>
                </a:path>
                <a:path w="2845434" h="2381885">
                  <a:moveTo>
                    <a:pt x="1213192" y="1671027"/>
                  </a:moveTo>
                  <a:lnTo>
                    <a:pt x="1213065" y="937158"/>
                  </a:lnTo>
                  <a:lnTo>
                    <a:pt x="1205179" y="897839"/>
                  </a:lnTo>
                  <a:lnTo>
                    <a:pt x="1183690" y="865708"/>
                  </a:lnTo>
                  <a:lnTo>
                    <a:pt x="1156030" y="846886"/>
                  </a:lnTo>
                  <a:lnTo>
                    <a:pt x="1156030" y="1671027"/>
                  </a:lnTo>
                  <a:lnTo>
                    <a:pt x="1152639" y="1687918"/>
                  </a:lnTo>
                  <a:lnTo>
                    <a:pt x="1143368" y="1701711"/>
                  </a:lnTo>
                  <a:lnTo>
                    <a:pt x="1129665" y="1711020"/>
                  </a:lnTo>
                  <a:lnTo>
                    <a:pt x="1112901" y="1714436"/>
                  </a:lnTo>
                  <a:lnTo>
                    <a:pt x="1048067" y="1714436"/>
                  </a:lnTo>
                  <a:lnTo>
                    <a:pt x="1031316" y="1711020"/>
                  </a:lnTo>
                  <a:lnTo>
                    <a:pt x="1017625" y="1701711"/>
                  </a:lnTo>
                  <a:lnTo>
                    <a:pt x="1008392" y="1687918"/>
                  </a:lnTo>
                  <a:lnTo>
                    <a:pt x="1005001" y="1671027"/>
                  </a:lnTo>
                  <a:lnTo>
                    <a:pt x="1005001" y="937158"/>
                  </a:lnTo>
                  <a:lnTo>
                    <a:pt x="1008392" y="920292"/>
                  </a:lnTo>
                  <a:lnTo>
                    <a:pt x="1017625" y="906475"/>
                  </a:lnTo>
                  <a:lnTo>
                    <a:pt x="1031316" y="897128"/>
                  </a:lnTo>
                  <a:lnTo>
                    <a:pt x="1048067" y="893699"/>
                  </a:lnTo>
                  <a:lnTo>
                    <a:pt x="1112901" y="893699"/>
                  </a:lnTo>
                  <a:lnTo>
                    <a:pt x="1152512" y="920292"/>
                  </a:lnTo>
                  <a:lnTo>
                    <a:pt x="1156030" y="1671027"/>
                  </a:lnTo>
                  <a:lnTo>
                    <a:pt x="1156030" y="846886"/>
                  </a:lnTo>
                  <a:lnTo>
                    <a:pt x="1151851" y="844029"/>
                  </a:lnTo>
                  <a:lnTo>
                    <a:pt x="1112901" y="836079"/>
                  </a:lnTo>
                  <a:lnTo>
                    <a:pt x="1048067" y="836079"/>
                  </a:lnTo>
                  <a:lnTo>
                    <a:pt x="1009040" y="844029"/>
                  </a:lnTo>
                  <a:lnTo>
                    <a:pt x="977150" y="865708"/>
                  </a:lnTo>
                  <a:lnTo>
                    <a:pt x="955662" y="897839"/>
                  </a:lnTo>
                  <a:lnTo>
                    <a:pt x="947775" y="937158"/>
                  </a:lnTo>
                  <a:lnTo>
                    <a:pt x="947775" y="1671027"/>
                  </a:lnTo>
                  <a:lnTo>
                    <a:pt x="955662" y="1710359"/>
                  </a:lnTo>
                  <a:lnTo>
                    <a:pt x="977150" y="1742490"/>
                  </a:lnTo>
                  <a:lnTo>
                    <a:pt x="1009040" y="1764169"/>
                  </a:lnTo>
                  <a:lnTo>
                    <a:pt x="1048067" y="1772119"/>
                  </a:lnTo>
                  <a:lnTo>
                    <a:pt x="1112901" y="1772119"/>
                  </a:lnTo>
                  <a:lnTo>
                    <a:pt x="1151902" y="1764169"/>
                  </a:lnTo>
                  <a:lnTo>
                    <a:pt x="1183792" y="1742490"/>
                  </a:lnTo>
                  <a:lnTo>
                    <a:pt x="1202575" y="1714436"/>
                  </a:lnTo>
                  <a:lnTo>
                    <a:pt x="1205293" y="1710359"/>
                  </a:lnTo>
                  <a:lnTo>
                    <a:pt x="1213192" y="1671027"/>
                  </a:lnTo>
                  <a:close/>
                </a:path>
                <a:path w="2845434" h="2381885">
                  <a:moveTo>
                    <a:pt x="1574431" y="1671015"/>
                  </a:moveTo>
                  <a:lnTo>
                    <a:pt x="1574292" y="1398193"/>
                  </a:lnTo>
                  <a:lnTo>
                    <a:pt x="1566418" y="1358874"/>
                  </a:lnTo>
                  <a:lnTo>
                    <a:pt x="1544942" y="1326730"/>
                  </a:lnTo>
                  <a:lnTo>
                    <a:pt x="1517269" y="1307884"/>
                  </a:lnTo>
                  <a:lnTo>
                    <a:pt x="1517269" y="1671015"/>
                  </a:lnTo>
                  <a:lnTo>
                    <a:pt x="1513865" y="1687931"/>
                  </a:lnTo>
                  <a:lnTo>
                    <a:pt x="1504619" y="1701723"/>
                  </a:lnTo>
                  <a:lnTo>
                    <a:pt x="1490916" y="1711020"/>
                  </a:lnTo>
                  <a:lnTo>
                    <a:pt x="1474203" y="1714423"/>
                  </a:lnTo>
                  <a:lnTo>
                    <a:pt x="1400111" y="1714423"/>
                  </a:lnTo>
                  <a:lnTo>
                    <a:pt x="1383309" y="1711020"/>
                  </a:lnTo>
                  <a:lnTo>
                    <a:pt x="1369568" y="1701723"/>
                  </a:lnTo>
                  <a:lnTo>
                    <a:pt x="1360309" y="1687931"/>
                  </a:lnTo>
                  <a:lnTo>
                    <a:pt x="1356906" y="1671015"/>
                  </a:lnTo>
                  <a:lnTo>
                    <a:pt x="1356906" y="1398193"/>
                  </a:lnTo>
                  <a:lnTo>
                    <a:pt x="1360309" y="1381302"/>
                  </a:lnTo>
                  <a:lnTo>
                    <a:pt x="1369568" y="1367485"/>
                  </a:lnTo>
                  <a:lnTo>
                    <a:pt x="1383309" y="1358150"/>
                  </a:lnTo>
                  <a:lnTo>
                    <a:pt x="1400111" y="1354721"/>
                  </a:lnTo>
                  <a:lnTo>
                    <a:pt x="1474203" y="1354721"/>
                  </a:lnTo>
                  <a:lnTo>
                    <a:pt x="1513751" y="1381302"/>
                  </a:lnTo>
                  <a:lnTo>
                    <a:pt x="1517269" y="1671015"/>
                  </a:lnTo>
                  <a:lnTo>
                    <a:pt x="1517269" y="1307884"/>
                  </a:lnTo>
                  <a:lnTo>
                    <a:pt x="1513116" y="1305052"/>
                  </a:lnTo>
                  <a:lnTo>
                    <a:pt x="1474203" y="1297101"/>
                  </a:lnTo>
                  <a:lnTo>
                    <a:pt x="1400111" y="1297101"/>
                  </a:lnTo>
                  <a:lnTo>
                    <a:pt x="1361020" y="1305052"/>
                  </a:lnTo>
                  <a:lnTo>
                    <a:pt x="1329105" y="1326730"/>
                  </a:lnTo>
                  <a:lnTo>
                    <a:pt x="1307579" y="1358874"/>
                  </a:lnTo>
                  <a:lnTo>
                    <a:pt x="1299679" y="1398193"/>
                  </a:lnTo>
                  <a:lnTo>
                    <a:pt x="1299679" y="1671015"/>
                  </a:lnTo>
                  <a:lnTo>
                    <a:pt x="1307579" y="1710359"/>
                  </a:lnTo>
                  <a:lnTo>
                    <a:pt x="1329105" y="1742516"/>
                  </a:lnTo>
                  <a:lnTo>
                    <a:pt x="1361020" y="1764207"/>
                  </a:lnTo>
                  <a:lnTo>
                    <a:pt x="1400111" y="1772170"/>
                  </a:lnTo>
                  <a:lnTo>
                    <a:pt x="1474203" y="1772170"/>
                  </a:lnTo>
                  <a:lnTo>
                    <a:pt x="1513166" y="1764207"/>
                  </a:lnTo>
                  <a:lnTo>
                    <a:pt x="1545031" y="1742516"/>
                  </a:lnTo>
                  <a:lnTo>
                    <a:pt x="1563814" y="1714423"/>
                  </a:lnTo>
                  <a:lnTo>
                    <a:pt x="1566532" y="1710359"/>
                  </a:lnTo>
                  <a:lnTo>
                    <a:pt x="1574431" y="1671015"/>
                  </a:lnTo>
                  <a:close/>
                </a:path>
                <a:path w="2845434" h="2381885">
                  <a:moveTo>
                    <a:pt x="1927123" y="336372"/>
                  </a:moveTo>
                  <a:lnTo>
                    <a:pt x="1924875" y="325145"/>
                  </a:lnTo>
                  <a:lnTo>
                    <a:pt x="1918741" y="315976"/>
                  </a:lnTo>
                  <a:lnTo>
                    <a:pt x="1909648" y="309803"/>
                  </a:lnTo>
                  <a:lnTo>
                    <a:pt x="1898548" y="307530"/>
                  </a:lnTo>
                  <a:lnTo>
                    <a:pt x="1685975" y="307530"/>
                  </a:lnTo>
                  <a:lnTo>
                    <a:pt x="1674876" y="309803"/>
                  </a:lnTo>
                  <a:lnTo>
                    <a:pt x="1665782" y="315976"/>
                  </a:lnTo>
                  <a:lnTo>
                    <a:pt x="1659648" y="325145"/>
                  </a:lnTo>
                  <a:lnTo>
                    <a:pt x="1657400" y="336372"/>
                  </a:lnTo>
                  <a:lnTo>
                    <a:pt x="1659648" y="347611"/>
                  </a:lnTo>
                  <a:lnTo>
                    <a:pt x="1665782" y="356781"/>
                  </a:lnTo>
                  <a:lnTo>
                    <a:pt x="1674876" y="362953"/>
                  </a:lnTo>
                  <a:lnTo>
                    <a:pt x="1685975" y="365226"/>
                  </a:lnTo>
                  <a:lnTo>
                    <a:pt x="1898548" y="365226"/>
                  </a:lnTo>
                  <a:lnTo>
                    <a:pt x="1909648" y="362953"/>
                  </a:lnTo>
                  <a:lnTo>
                    <a:pt x="1918741" y="356781"/>
                  </a:lnTo>
                  <a:lnTo>
                    <a:pt x="1924875" y="347611"/>
                  </a:lnTo>
                  <a:lnTo>
                    <a:pt x="1927123" y="336372"/>
                  </a:lnTo>
                  <a:close/>
                </a:path>
                <a:path w="2845434" h="2381885">
                  <a:moveTo>
                    <a:pt x="1937385" y="778878"/>
                  </a:moveTo>
                  <a:lnTo>
                    <a:pt x="1929472" y="739597"/>
                  </a:lnTo>
                  <a:lnTo>
                    <a:pt x="1926767" y="735545"/>
                  </a:lnTo>
                  <a:lnTo>
                    <a:pt x="1907933" y="707478"/>
                  </a:lnTo>
                  <a:lnTo>
                    <a:pt x="1880158" y="688632"/>
                  </a:lnTo>
                  <a:lnTo>
                    <a:pt x="1880158" y="778878"/>
                  </a:lnTo>
                  <a:lnTo>
                    <a:pt x="1880158" y="1671066"/>
                  </a:lnTo>
                  <a:lnTo>
                    <a:pt x="1876755" y="1687906"/>
                  </a:lnTo>
                  <a:lnTo>
                    <a:pt x="1867484" y="1701685"/>
                  </a:lnTo>
                  <a:lnTo>
                    <a:pt x="1853755" y="1710982"/>
                  </a:lnTo>
                  <a:lnTo>
                    <a:pt x="1836953" y="1714398"/>
                  </a:lnTo>
                  <a:lnTo>
                    <a:pt x="1762988" y="1714398"/>
                  </a:lnTo>
                  <a:lnTo>
                    <a:pt x="1746199" y="1710982"/>
                  </a:lnTo>
                  <a:lnTo>
                    <a:pt x="1732457" y="1701685"/>
                  </a:lnTo>
                  <a:lnTo>
                    <a:pt x="1723199" y="1687906"/>
                  </a:lnTo>
                  <a:lnTo>
                    <a:pt x="1719795" y="1671066"/>
                  </a:lnTo>
                  <a:lnTo>
                    <a:pt x="1719795" y="778878"/>
                  </a:lnTo>
                  <a:lnTo>
                    <a:pt x="1723199" y="762025"/>
                  </a:lnTo>
                  <a:lnTo>
                    <a:pt x="1732457" y="748258"/>
                  </a:lnTo>
                  <a:lnTo>
                    <a:pt x="1746199" y="738962"/>
                  </a:lnTo>
                  <a:lnTo>
                    <a:pt x="1762988" y="735545"/>
                  </a:lnTo>
                  <a:lnTo>
                    <a:pt x="1836953" y="735545"/>
                  </a:lnTo>
                  <a:lnTo>
                    <a:pt x="1853755" y="738962"/>
                  </a:lnTo>
                  <a:lnTo>
                    <a:pt x="1867484" y="748258"/>
                  </a:lnTo>
                  <a:lnTo>
                    <a:pt x="1876755" y="762025"/>
                  </a:lnTo>
                  <a:lnTo>
                    <a:pt x="1880158" y="778878"/>
                  </a:lnTo>
                  <a:lnTo>
                    <a:pt x="1880158" y="688632"/>
                  </a:lnTo>
                  <a:lnTo>
                    <a:pt x="1876005" y="685812"/>
                  </a:lnTo>
                  <a:lnTo>
                    <a:pt x="1836953" y="677849"/>
                  </a:lnTo>
                  <a:lnTo>
                    <a:pt x="1762988" y="677849"/>
                  </a:lnTo>
                  <a:lnTo>
                    <a:pt x="1723910" y="685812"/>
                  </a:lnTo>
                  <a:lnTo>
                    <a:pt x="1691995" y="707478"/>
                  </a:lnTo>
                  <a:lnTo>
                    <a:pt x="1670469" y="739597"/>
                  </a:lnTo>
                  <a:lnTo>
                    <a:pt x="1662569" y="778878"/>
                  </a:lnTo>
                  <a:lnTo>
                    <a:pt x="1662569" y="1671066"/>
                  </a:lnTo>
                  <a:lnTo>
                    <a:pt x="1670469" y="1710347"/>
                  </a:lnTo>
                  <a:lnTo>
                    <a:pt x="1691995" y="1742465"/>
                  </a:lnTo>
                  <a:lnTo>
                    <a:pt x="1723910" y="1764131"/>
                  </a:lnTo>
                  <a:lnTo>
                    <a:pt x="1762988" y="1772081"/>
                  </a:lnTo>
                  <a:lnTo>
                    <a:pt x="1836953" y="1772081"/>
                  </a:lnTo>
                  <a:lnTo>
                    <a:pt x="1876005" y="1764131"/>
                  </a:lnTo>
                  <a:lnTo>
                    <a:pt x="1907933" y="1742465"/>
                  </a:lnTo>
                  <a:lnTo>
                    <a:pt x="1929472" y="1710347"/>
                  </a:lnTo>
                  <a:lnTo>
                    <a:pt x="1937385" y="1671066"/>
                  </a:lnTo>
                  <a:lnTo>
                    <a:pt x="1937385" y="778878"/>
                  </a:lnTo>
                  <a:close/>
                </a:path>
                <a:path w="2845434" h="2381885">
                  <a:moveTo>
                    <a:pt x="2279802" y="336372"/>
                  </a:moveTo>
                  <a:lnTo>
                    <a:pt x="2277554" y="325145"/>
                  </a:lnTo>
                  <a:lnTo>
                    <a:pt x="2271420" y="315976"/>
                  </a:lnTo>
                  <a:lnTo>
                    <a:pt x="2262327" y="309803"/>
                  </a:lnTo>
                  <a:lnTo>
                    <a:pt x="2251227" y="307530"/>
                  </a:lnTo>
                  <a:lnTo>
                    <a:pt x="2038667" y="307530"/>
                  </a:lnTo>
                  <a:lnTo>
                    <a:pt x="2027555" y="309803"/>
                  </a:lnTo>
                  <a:lnTo>
                    <a:pt x="2018461" y="315976"/>
                  </a:lnTo>
                  <a:lnTo>
                    <a:pt x="2012327" y="325145"/>
                  </a:lnTo>
                  <a:lnTo>
                    <a:pt x="2010079" y="336372"/>
                  </a:lnTo>
                  <a:lnTo>
                    <a:pt x="2012327" y="347611"/>
                  </a:lnTo>
                  <a:lnTo>
                    <a:pt x="2018461" y="356781"/>
                  </a:lnTo>
                  <a:lnTo>
                    <a:pt x="2027555" y="362953"/>
                  </a:lnTo>
                  <a:lnTo>
                    <a:pt x="2038667" y="365226"/>
                  </a:lnTo>
                  <a:lnTo>
                    <a:pt x="2251227" y="365226"/>
                  </a:lnTo>
                  <a:lnTo>
                    <a:pt x="2262327" y="362953"/>
                  </a:lnTo>
                  <a:lnTo>
                    <a:pt x="2271420" y="356781"/>
                  </a:lnTo>
                  <a:lnTo>
                    <a:pt x="2277554" y="347611"/>
                  </a:lnTo>
                  <a:lnTo>
                    <a:pt x="2279802" y="336372"/>
                  </a:lnTo>
                  <a:close/>
                </a:path>
                <a:path w="2845434" h="2381885">
                  <a:moveTo>
                    <a:pt x="2300224" y="1099769"/>
                  </a:moveTo>
                  <a:lnTo>
                    <a:pt x="2292324" y="1060437"/>
                  </a:lnTo>
                  <a:lnTo>
                    <a:pt x="2289518" y="1056246"/>
                  </a:lnTo>
                  <a:lnTo>
                    <a:pt x="2270823" y="1028280"/>
                  </a:lnTo>
                  <a:lnTo>
                    <a:pt x="2242997" y="1009345"/>
                  </a:lnTo>
                  <a:lnTo>
                    <a:pt x="2242997" y="1099769"/>
                  </a:lnTo>
                  <a:lnTo>
                    <a:pt x="2242997" y="1671027"/>
                  </a:lnTo>
                  <a:lnTo>
                    <a:pt x="2239607" y="1687918"/>
                  </a:lnTo>
                  <a:lnTo>
                    <a:pt x="2230374" y="1701711"/>
                  </a:lnTo>
                  <a:lnTo>
                    <a:pt x="2216708" y="1711020"/>
                  </a:lnTo>
                  <a:lnTo>
                    <a:pt x="2199995" y="1714436"/>
                  </a:lnTo>
                  <a:lnTo>
                    <a:pt x="2125637" y="1714436"/>
                  </a:lnTo>
                  <a:lnTo>
                    <a:pt x="2108898" y="1711020"/>
                  </a:lnTo>
                  <a:lnTo>
                    <a:pt x="2095258" y="1701711"/>
                  </a:lnTo>
                  <a:lnTo>
                    <a:pt x="2086063" y="1687918"/>
                  </a:lnTo>
                  <a:lnTo>
                    <a:pt x="2082698" y="1671027"/>
                  </a:lnTo>
                  <a:lnTo>
                    <a:pt x="2082698" y="1099769"/>
                  </a:lnTo>
                  <a:lnTo>
                    <a:pt x="2086063" y="1082865"/>
                  </a:lnTo>
                  <a:lnTo>
                    <a:pt x="2095258" y="1069022"/>
                  </a:lnTo>
                  <a:lnTo>
                    <a:pt x="2108898" y="1059675"/>
                  </a:lnTo>
                  <a:lnTo>
                    <a:pt x="2125637" y="1056246"/>
                  </a:lnTo>
                  <a:lnTo>
                    <a:pt x="2199995" y="1056246"/>
                  </a:lnTo>
                  <a:lnTo>
                    <a:pt x="2216708" y="1059675"/>
                  </a:lnTo>
                  <a:lnTo>
                    <a:pt x="2230374" y="1069022"/>
                  </a:lnTo>
                  <a:lnTo>
                    <a:pt x="2239607" y="1082865"/>
                  </a:lnTo>
                  <a:lnTo>
                    <a:pt x="2242997" y="1099769"/>
                  </a:lnTo>
                  <a:lnTo>
                    <a:pt x="2242997" y="1009345"/>
                  </a:lnTo>
                  <a:lnTo>
                    <a:pt x="2238959" y="1006589"/>
                  </a:lnTo>
                  <a:lnTo>
                    <a:pt x="2199995" y="998626"/>
                  </a:lnTo>
                  <a:lnTo>
                    <a:pt x="2125637" y="998626"/>
                  </a:lnTo>
                  <a:lnTo>
                    <a:pt x="2086660" y="1006589"/>
                  </a:lnTo>
                  <a:lnTo>
                    <a:pt x="2054796" y="1028280"/>
                  </a:lnTo>
                  <a:lnTo>
                    <a:pt x="2033295" y="1060437"/>
                  </a:lnTo>
                  <a:lnTo>
                    <a:pt x="2025408" y="1099769"/>
                  </a:lnTo>
                  <a:lnTo>
                    <a:pt x="2025408" y="1671027"/>
                  </a:lnTo>
                  <a:lnTo>
                    <a:pt x="2033295" y="1710359"/>
                  </a:lnTo>
                  <a:lnTo>
                    <a:pt x="2054796" y="1742490"/>
                  </a:lnTo>
                  <a:lnTo>
                    <a:pt x="2086660" y="1764169"/>
                  </a:lnTo>
                  <a:lnTo>
                    <a:pt x="2125637" y="1772119"/>
                  </a:lnTo>
                  <a:lnTo>
                    <a:pt x="2199995" y="1772119"/>
                  </a:lnTo>
                  <a:lnTo>
                    <a:pt x="2238959" y="1764169"/>
                  </a:lnTo>
                  <a:lnTo>
                    <a:pt x="2270823" y="1742490"/>
                  </a:lnTo>
                  <a:lnTo>
                    <a:pt x="2289594" y="1714436"/>
                  </a:lnTo>
                  <a:lnTo>
                    <a:pt x="2292324" y="1710359"/>
                  </a:lnTo>
                  <a:lnTo>
                    <a:pt x="2300224" y="1671027"/>
                  </a:lnTo>
                  <a:lnTo>
                    <a:pt x="2300224" y="1099769"/>
                  </a:lnTo>
                  <a:close/>
                </a:path>
                <a:path w="2845434" h="2381885">
                  <a:moveTo>
                    <a:pt x="2844850" y="2160282"/>
                  </a:moveTo>
                  <a:lnTo>
                    <a:pt x="2840698" y="2108974"/>
                  </a:lnTo>
                  <a:lnTo>
                    <a:pt x="2828645" y="2062060"/>
                  </a:lnTo>
                  <a:lnTo>
                    <a:pt x="2809202" y="2020290"/>
                  </a:lnTo>
                  <a:lnTo>
                    <a:pt x="2782938" y="1984438"/>
                  </a:lnTo>
                  <a:lnTo>
                    <a:pt x="2750388" y="1955241"/>
                  </a:lnTo>
                  <a:lnTo>
                    <a:pt x="2712110" y="1933448"/>
                  </a:lnTo>
                  <a:lnTo>
                    <a:pt x="2711348" y="1933219"/>
                  </a:lnTo>
                  <a:lnTo>
                    <a:pt x="2711348" y="2160282"/>
                  </a:lnTo>
                  <a:lnTo>
                    <a:pt x="2706433" y="2189124"/>
                  </a:lnTo>
                  <a:lnTo>
                    <a:pt x="2690457" y="2217102"/>
                  </a:lnTo>
                  <a:lnTo>
                    <a:pt x="2661551" y="2238248"/>
                  </a:lnTo>
                  <a:lnTo>
                    <a:pt x="2617863" y="2246617"/>
                  </a:lnTo>
                  <a:lnTo>
                    <a:pt x="493458" y="2246617"/>
                  </a:lnTo>
                  <a:lnTo>
                    <a:pt x="505853" y="2205609"/>
                  </a:lnTo>
                  <a:lnTo>
                    <a:pt x="510197" y="2160663"/>
                  </a:lnTo>
                  <a:lnTo>
                    <a:pt x="508812" y="2133130"/>
                  </a:lnTo>
                  <a:lnTo>
                    <a:pt x="504698" y="2104364"/>
                  </a:lnTo>
                  <a:lnTo>
                    <a:pt x="497865" y="2076107"/>
                  </a:lnTo>
                  <a:lnTo>
                    <a:pt x="488365" y="2050059"/>
                  </a:lnTo>
                  <a:lnTo>
                    <a:pt x="1241234" y="2050059"/>
                  </a:lnTo>
                  <a:lnTo>
                    <a:pt x="1243469" y="2049602"/>
                  </a:lnTo>
                  <a:lnTo>
                    <a:pt x="2620505" y="2049602"/>
                  </a:lnTo>
                  <a:lnTo>
                    <a:pt x="2666403" y="2060308"/>
                  </a:lnTo>
                  <a:lnTo>
                    <a:pt x="2694114" y="2087359"/>
                  </a:lnTo>
                  <a:lnTo>
                    <a:pt x="2707716" y="2123198"/>
                  </a:lnTo>
                  <a:lnTo>
                    <a:pt x="2711348" y="2160282"/>
                  </a:lnTo>
                  <a:lnTo>
                    <a:pt x="2711348" y="1933219"/>
                  </a:lnTo>
                  <a:lnTo>
                    <a:pt x="2668625" y="1919820"/>
                  </a:lnTo>
                  <a:lnTo>
                    <a:pt x="2620505" y="1915109"/>
                  </a:lnTo>
                  <a:lnTo>
                    <a:pt x="2594000" y="1915109"/>
                  </a:lnTo>
                  <a:lnTo>
                    <a:pt x="2594000" y="293738"/>
                  </a:lnTo>
                  <a:lnTo>
                    <a:pt x="2590177" y="246176"/>
                  </a:lnTo>
                  <a:lnTo>
                    <a:pt x="2579128" y="201028"/>
                  </a:lnTo>
                  <a:lnTo>
                    <a:pt x="2561437" y="158902"/>
                  </a:lnTo>
                  <a:lnTo>
                    <a:pt x="2537726" y="120408"/>
                  </a:lnTo>
                  <a:lnTo>
                    <a:pt x="2508593" y="86169"/>
                  </a:lnTo>
                  <a:lnTo>
                    <a:pt x="2474633" y="56781"/>
                  </a:lnTo>
                  <a:lnTo>
                    <a:pt x="2460561" y="47967"/>
                  </a:lnTo>
                  <a:lnTo>
                    <a:pt x="2460561" y="293738"/>
                  </a:lnTo>
                  <a:lnTo>
                    <a:pt x="2460561" y="1915109"/>
                  </a:lnTo>
                  <a:lnTo>
                    <a:pt x="343141" y="1915109"/>
                  </a:lnTo>
                  <a:lnTo>
                    <a:pt x="341261" y="1915490"/>
                  </a:lnTo>
                  <a:lnTo>
                    <a:pt x="286194" y="1915490"/>
                  </a:lnTo>
                  <a:lnTo>
                    <a:pt x="260134" y="1920798"/>
                  </a:lnTo>
                  <a:lnTo>
                    <a:pt x="238925" y="1935238"/>
                  </a:lnTo>
                  <a:lnTo>
                    <a:pt x="224663" y="1956638"/>
                  </a:lnTo>
                  <a:lnTo>
                    <a:pt x="219443" y="1982774"/>
                  </a:lnTo>
                  <a:lnTo>
                    <a:pt x="224663" y="2008949"/>
                  </a:lnTo>
                  <a:lnTo>
                    <a:pt x="238925" y="2030336"/>
                  </a:lnTo>
                  <a:lnTo>
                    <a:pt x="260134" y="2044763"/>
                  </a:lnTo>
                  <a:lnTo>
                    <a:pt x="286194" y="2050059"/>
                  </a:lnTo>
                  <a:lnTo>
                    <a:pt x="328231" y="2061743"/>
                  </a:lnTo>
                  <a:lnTo>
                    <a:pt x="356298" y="2090432"/>
                  </a:lnTo>
                  <a:lnTo>
                    <a:pt x="371957" y="2126589"/>
                  </a:lnTo>
                  <a:lnTo>
                    <a:pt x="376834" y="2160663"/>
                  </a:lnTo>
                  <a:lnTo>
                    <a:pt x="368579" y="2198598"/>
                  </a:lnTo>
                  <a:lnTo>
                    <a:pt x="347052" y="2225611"/>
                  </a:lnTo>
                  <a:lnTo>
                    <a:pt x="317068" y="2241766"/>
                  </a:lnTo>
                  <a:lnTo>
                    <a:pt x="283476" y="2247138"/>
                  </a:lnTo>
                  <a:lnTo>
                    <a:pt x="261086" y="2246515"/>
                  </a:lnTo>
                  <a:lnTo>
                    <a:pt x="205803" y="2230297"/>
                  </a:lnTo>
                  <a:lnTo>
                    <a:pt x="155714" y="2169172"/>
                  </a:lnTo>
                  <a:lnTo>
                    <a:pt x="139839" y="2112403"/>
                  </a:lnTo>
                  <a:lnTo>
                    <a:pt x="133896" y="2033181"/>
                  </a:lnTo>
                  <a:lnTo>
                    <a:pt x="133896" y="1615605"/>
                  </a:lnTo>
                  <a:lnTo>
                    <a:pt x="133502" y="1615008"/>
                  </a:lnTo>
                  <a:lnTo>
                    <a:pt x="133502" y="293738"/>
                  </a:lnTo>
                  <a:lnTo>
                    <a:pt x="141554" y="243471"/>
                  </a:lnTo>
                  <a:lnTo>
                    <a:pt x="163957" y="199783"/>
                  </a:lnTo>
                  <a:lnTo>
                    <a:pt x="198120" y="165315"/>
                  </a:lnTo>
                  <a:lnTo>
                    <a:pt x="241452" y="142697"/>
                  </a:lnTo>
                  <a:lnTo>
                    <a:pt x="291350" y="134569"/>
                  </a:lnTo>
                  <a:lnTo>
                    <a:pt x="2302713" y="134569"/>
                  </a:lnTo>
                  <a:lnTo>
                    <a:pt x="2352611" y="142697"/>
                  </a:lnTo>
                  <a:lnTo>
                    <a:pt x="2395944" y="165315"/>
                  </a:lnTo>
                  <a:lnTo>
                    <a:pt x="2430107" y="199783"/>
                  </a:lnTo>
                  <a:lnTo>
                    <a:pt x="2452522" y="243471"/>
                  </a:lnTo>
                  <a:lnTo>
                    <a:pt x="2460561" y="293738"/>
                  </a:lnTo>
                  <a:lnTo>
                    <a:pt x="2460561" y="47967"/>
                  </a:lnTo>
                  <a:lnTo>
                    <a:pt x="2436469" y="32854"/>
                  </a:lnTo>
                  <a:lnTo>
                    <a:pt x="2394686" y="15011"/>
                  </a:lnTo>
                  <a:lnTo>
                    <a:pt x="2349906" y="3860"/>
                  </a:lnTo>
                  <a:lnTo>
                    <a:pt x="2302713" y="0"/>
                  </a:lnTo>
                  <a:lnTo>
                    <a:pt x="291350" y="0"/>
                  </a:lnTo>
                  <a:lnTo>
                    <a:pt x="244157" y="3860"/>
                  </a:lnTo>
                  <a:lnTo>
                    <a:pt x="199377" y="15011"/>
                  </a:lnTo>
                  <a:lnTo>
                    <a:pt x="157581" y="32854"/>
                  </a:lnTo>
                  <a:lnTo>
                    <a:pt x="119405" y="56781"/>
                  </a:lnTo>
                  <a:lnTo>
                    <a:pt x="85445" y="86169"/>
                  </a:lnTo>
                  <a:lnTo>
                    <a:pt x="56299" y="120408"/>
                  </a:lnTo>
                  <a:lnTo>
                    <a:pt x="32575" y="158902"/>
                  </a:lnTo>
                  <a:lnTo>
                    <a:pt x="14884" y="201028"/>
                  </a:lnTo>
                  <a:lnTo>
                    <a:pt x="3822" y="246176"/>
                  </a:lnTo>
                  <a:lnTo>
                    <a:pt x="0" y="293738"/>
                  </a:lnTo>
                  <a:lnTo>
                    <a:pt x="0" y="1806536"/>
                  </a:lnTo>
                  <a:lnTo>
                    <a:pt x="330" y="1807730"/>
                  </a:lnTo>
                  <a:lnTo>
                    <a:pt x="393" y="2033181"/>
                  </a:lnTo>
                  <a:lnTo>
                    <a:pt x="4343" y="2106104"/>
                  </a:lnTo>
                  <a:lnTo>
                    <a:pt x="15443" y="2168182"/>
                  </a:lnTo>
                  <a:lnTo>
                    <a:pt x="32639" y="2220303"/>
                  </a:lnTo>
                  <a:lnTo>
                    <a:pt x="54838" y="2263292"/>
                  </a:lnTo>
                  <a:lnTo>
                    <a:pt x="80975" y="2298027"/>
                  </a:lnTo>
                  <a:lnTo>
                    <a:pt x="109956" y="2325357"/>
                  </a:lnTo>
                  <a:lnTo>
                    <a:pt x="172186" y="2361222"/>
                  </a:lnTo>
                  <a:lnTo>
                    <a:pt x="232905" y="2377719"/>
                  </a:lnTo>
                  <a:lnTo>
                    <a:pt x="283476" y="2381694"/>
                  </a:lnTo>
                  <a:lnTo>
                    <a:pt x="294652" y="2380653"/>
                  </a:lnTo>
                  <a:lnTo>
                    <a:pt x="297294" y="2381186"/>
                  </a:lnTo>
                  <a:lnTo>
                    <a:pt x="2617863" y="2381186"/>
                  </a:lnTo>
                  <a:lnTo>
                    <a:pt x="2670365" y="2376043"/>
                  </a:lnTo>
                  <a:lnTo>
                    <a:pt x="2716149" y="2361577"/>
                  </a:lnTo>
                  <a:lnTo>
                    <a:pt x="2755125" y="2339251"/>
                  </a:lnTo>
                  <a:lnTo>
                    <a:pt x="2787192" y="2310498"/>
                  </a:lnTo>
                  <a:lnTo>
                    <a:pt x="2812288" y="2276779"/>
                  </a:lnTo>
                  <a:lnTo>
                    <a:pt x="2830322" y="2239543"/>
                  </a:lnTo>
                  <a:lnTo>
                    <a:pt x="2841206" y="2200224"/>
                  </a:lnTo>
                  <a:lnTo>
                    <a:pt x="2844850" y="216028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16256000" y="0"/>
                </a:moveTo>
                <a:lnTo>
                  <a:pt x="0" y="0"/>
                </a:lnTo>
                <a:lnTo>
                  <a:pt x="0" y="9144000"/>
                </a:lnTo>
                <a:lnTo>
                  <a:pt x="16256000" y="9144000"/>
                </a:lnTo>
                <a:lnTo>
                  <a:pt x="16256000" y="0"/>
                </a:lnTo>
                <a:close/>
              </a:path>
            </a:pathLst>
          </a:custGeom>
          <a:solidFill>
            <a:srgbClr val="002452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6324357" cy="4414794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772900" y="6527800"/>
            <a:ext cx="4483100" cy="2616200"/>
          </a:xfrm>
          <a:prstGeom prst="rect">
            <a:avLst/>
          </a:prstGeom>
        </p:spPr>
      </p:pic>
      <p:grpSp>
        <p:nvGrpSpPr>
          <p:cNvPr id="5" name="object 5" descr=""/>
          <p:cNvGrpSpPr/>
          <p:nvPr/>
        </p:nvGrpSpPr>
        <p:grpSpPr>
          <a:xfrm>
            <a:off x="0" y="0"/>
            <a:ext cx="16256000" cy="9137650"/>
            <a:chOff x="0" y="0"/>
            <a:chExt cx="16256000" cy="9137650"/>
          </a:xfrm>
        </p:grpSpPr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7300" y="7886089"/>
              <a:ext cx="2076352" cy="1130910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0"/>
              <a:ext cx="16256000" cy="913726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16256000" y="0"/>
                </a:moveTo>
                <a:lnTo>
                  <a:pt x="0" y="0"/>
                </a:lnTo>
                <a:lnTo>
                  <a:pt x="0" y="9144000"/>
                </a:lnTo>
                <a:lnTo>
                  <a:pt x="16256000" y="9144000"/>
                </a:lnTo>
                <a:lnTo>
                  <a:pt x="16256000" y="0"/>
                </a:lnTo>
                <a:close/>
              </a:path>
            </a:pathLst>
          </a:custGeom>
          <a:solidFill>
            <a:srgbClr val="002452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6324357" cy="4414794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772900" y="6527800"/>
            <a:ext cx="4483100" cy="2616200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87300" y="7886089"/>
            <a:ext cx="2076352" cy="1130910"/>
          </a:xfrm>
          <a:prstGeom prst="rect">
            <a:avLst/>
          </a:prstGeom>
        </p:spPr>
      </p:pic>
      <p:grpSp>
        <p:nvGrpSpPr>
          <p:cNvPr id="6" name="object 6" descr=""/>
          <p:cNvGrpSpPr/>
          <p:nvPr/>
        </p:nvGrpSpPr>
        <p:grpSpPr>
          <a:xfrm>
            <a:off x="-63500" y="1485900"/>
            <a:ext cx="7797800" cy="1155700"/>
            <a:chOff x="-63500" y="1485900"/>
            <a:chExt cx="7797800" cy="1155700"/>
          </a:xfrm>
        </p:grpSpPr>
        <p:sp>
          <p:nvSpPr>
            <p:cNvPr id="7" name="object 7" descr=""/>
            <p:cNvSpPr/>
            <p:nvPr/>
          </p:nvSpPr>
          <p:spPr>
            <a:xfrm>
              <a:off x="0" y="1549399"/>
              <a:ext cx="7670800" cy="1028700"/>
            </a:xfrm>
            <a:custGeom>
              <a:avLst/>
              <a:gdLst/>
              <a:ahLst/>
              <a:cxnLst/>
              <a:rect l="l" t="t" r="r" b="b"/>
              <a:pathLst>
                <a:path w="7670800" h="1028700">
                  <a:moveTo>
                    <a:pt x="7472438" y="0"/>
                  </a:moveTo>
                  <a:lnTo>
                    <a:pt x="0" y="0"/>
                  </a:lnTo>
                  <a:lnTo>
                    <a:pt x="0" y="1028700"/>
                  </a:lnTo>
                  <a:lnTo>
                    <a:pt x="7472438" y="1028700"/>
                  </a:lnTo>
                  <a:lnTo>
                    <a:pt x="7518566" y="1023651"/>
                  </a:lnTo>
                  <a:lnTo>
                    <a:pt x="7560569" y="1009194"/>
                  </a:lnTo>
                  <a:lnTo>
                    <a:pt x="7597364" y="986358"/>
                  </a:lnTo>
                  <a:lnTo>
                    <a:pt x="7627867" y="956174"/>
                  </a:lnTo>
                  <a:lnTo>
                    <a:pt x="7650997" y="919672"/>
                  </a:lnTo>
                  <a:lnTo>
                    <a:pt x="7665668" y="877884"/>
                  </a:lnTo>
                  <a:lnTo>
                    <a:pt x="7670800" y="831839"/>
                  </a:lnTo>
                  <a:lnTo>
                    <a:pt x="7670800" y="198674"/>
                  </a:lnTo>
                  <a:lnTo>
                    <a:pt x="7665668" y="152529"/>
                  </a:lnTo>
                  <a:lnTo>
                    <a:pt x="7650997" y="110481"/>
                  </a:lnTo>
                  <a:lnTo>
                    <a:pt x="7627867" y="73625"/>
                  </a:lnTo>
                  <a:lnTo>
                    <a:pt x="7597364" y="43055"/>
                  </a:lnTo>
                  <a:lnTo>
                    <a:pt x="7560569" y="19865"/>
                  </a:lnTo>
                  <a:lnTo>
                    <a:pt x="7518566" y="5148"/>
                  </a:lnTo>
                  <a:lnTo>
                    <a:pt x="7472438" y="0"/>
                  </a:lnTo>
                  <a:close/>
                </a:path>
              </a:pathLst>
            </a:custGeom>
            <a:solidFill>
              <a:srgbClr val="51A7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0" y="1549400"/>
              <a:ext cx="7670800" cy="1028700"/>
            </a:xfrm>
            <a:custGeom>
              <a:avLst/>
              <a:gdLst/>
              <a:ahLst/>
              <a:cxnLst/>
              <a:rect l="l" t="t" r="r" b="b"/>
              <a:pathLst>
                <a:path w="7670800" h="1028700">
                  <a:moveTo>
                    <a:pt x="0" y="0"/>
                  </a:moveTo>
                  <a:lnTo>
                    <a:pt x="7472438" y="0"/>
                  </a:lnTo>
                  <a:lnTo>
                    <a:pt x="7518566" y="5148"/>
                  </a:lnTo>
                  <a:lnTo>
                    <a:pt x="7560569" y="19865"/>
                  </a:lnTo>
                  <a:lnTo>
                    <a:pt x="7597364" y="43055"/>
                  </a:lnTo>
                  <a:lnTo>
                    <a:pt x="7627867" y="73625"/>
                  </a:lnTo>
                  <a:lnTo>
                    <a:pt x="7650996" y="110481"/>
                  </a:lnTo>
                  <a:lnTo>
                    <a:pt x="7665668" y="152529"/>
                  </a:lnTo>
                  <a:lnTo>
                    <a:pt x="7670799" y="198674"/>
                  </a:lnTo>
                  <a:lnTo>
                    <a:pt x="7670799" y="831839"/>
                  </a:lnTo>
                  <a:lnTo>
                    <a:pt x="7665668" y="877884"/>
                  </a:lnTo>
                  <a:lnTo>
                    <a:pt x="7650996" y="919672"/>
                  </a:lnTo>
                  <a:lnTo>
                    <a:pt x="7627867" y="956174"/>
                  </a:lnTo>
                  <a:lnTo>
                    <a:pt x="7597364" y="986358"/>
                  </a:lnTo>
                  <a:lnTo>
                    <a:pt x="7560569" y="1009194"/>
                  </a:lnTo>
                  <a:lnTo>
                    <a:pt x="7518566" y="1023651"/>
                  </a:lnTo>
                  <a:lnTo>
                    <a:pt x="7472438" y="1028699"/>
                  </a:lnTo>
                  <a:lnTo>
                    <a:pt x="0" y="1028699"/>
                  </a:lnTo>
                </a:path>
              </a:pathLst>
            </a:custGeom>
            <a:ln w="1269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0804" y="1639341"/>
              <a:ext cx="862181" cy="862181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98530" rIns="0" bIns="0" rtlCol="0" vert="horz">
            <a:spAutoFit/>
          </a:bodyPr>
          <a:lstStyle/>
          <a:p>
            <a:pPr marL="163195">
              <a:lnSpc>
                <a:spcPct val="100000"/>
              </a:lnSpc>
              <a:spcBef>
                <a:spcPts val="100"/>
              </a:spcBef>
            </a:pPr>
            <a:r>
              <a:rPr dirty="0" spc="-20"/>
              <a:t>Intro</a:t>
            </a:r>
            <a:r>
              <a:rPr dirty="0" spc="-200"/>
              <a:t> </a:t>
            </a:r>
            <a:r>
              <a:rPr dirty="0"/>
              <a:t>to</a:t>
            </a:r>
            <a:r>
              <a:rPr dirty="0" spc="-175"/>
              <a:t> </a:t>
            </a:r>
            <a:r>
              <a:rPr dirty="0" spc="-125"/>
              <a:t>Agile</a:t>
            </a:r>
            <a:r>
              <a:rPr dirty="0" spc="-160"/>
              <a:t> </a:t>
            </a:r>
            <a:r>
              <a:rPr dirty="0" spc="-300"/>
              <a:t>Concepts</a:t>
            </a:r>
          </a:p>
        </p:txBody>
      </p:sp>
      <p:grpSp>
        <p:nvGrpSpPr>
          <p:cNvPr id="11" name="object 11" descr=""/>
          <p:cNvGrpSpPr/>
          <p:nvPr/>
        </p:nvGrpSpPr>
        <p:grpSpPr>
          <a:xfrm>
            <a:off x="-63500" y="3136900"/>
            <a:ext cx="7835900" cy="1155700"/>
            <a:chOff x="-63500" y="3136900"/>
            <a:chExt cx="7835900" cy="1155700"/>
          </a:xfrm>
        </p:grpSpPr>
        <p:sp>
          <p:nvSpPr>
            <p:cNvPr id="12" name="object 12" descr=""/>
            <p:cNvSpPr/>
            <p:nvPr/>
          </p:nvSpPr>
          <p:spPr>
            <a:xfrm>
              <a:off x="0" y="3200399"/>
              <a:ext cx="7708900" cy="1028700"/>
            </a:xfrm>
            <a:custGeom>
              <a:avLst/>
              <a:gdLst/>
              <a:ahLst/>
              <a:cxnLst/>
              <a:rect l="l" t="t" r="r" b="b"/>
              <a:pathLst>
                <a:path w="7708900" h="1028700">
                  <a:moveTo>
                    <a:pt x="7503754" y="0"/>
                  </a:moveTo>
                  <a:lnTo>
                    <a:pt x="0" y="0"/>
                  </a:lnTo>
                  <a:lnTo>
                    <a:pt x="0" y="1028700"/>
                  </a:lnTo>
                  <a:lnTo>
                    <a:pt x="7503754" y="1028700"/>
                  </a:lnTo>
                  <a:lnTo>
                    <a:pt x="7549876" y="1023397"/>
                  </a:lnTo>
                  <a:lnTo>
                    <a:pt x="7592700" y="1008301"/>
                  </a:lnTo>
                  <a:lnTo>
                    <a:pt x="7630841" y="984624"/>
                  </a:lnTo>
                  <a:lnTo>
                    <a:pt x="7662916" y="953582"/>
                  </a:lnTo>
                  <a:lnTo>
                    <a:pt x="7687540" y="916388"/>
                  </a:lnTo>
                  <a:lnTo>
                    <a:pt x="7703329" y="874257"/>
                  </a:lnTo>
                  <a:lnTo>
                    <a:pt x="7708900" y="828403"/>
                  </a:lnTo>
                  <a:lnTo>
                    <a:pt x="7708900" y="202110"/>
                  </a:lnTo>
                  <a:lnTo>
                    <a:pt x="7703329" y="156156"/>
                  </a:lnTo>
                  <a:lnTo>
                    <a:pt x="7687540" y="113765"/>
                  </a:lnTo>
                  <a:lnTo>
                    <a:pt x="7662916" y="76217"/>
                  </a:lnTo>
                  <a:lnTo>
                    <a:pt x="7630841" y="44789"/>
                  </a:lnTo>
                  <a:lnTo>
                    <a:pt x="7592700" y="20758"/>
                  </a:lnTo>
                  <a:lnTo>
                    <a:pt x="7549876" y="5402"/>
                  </a:lnTo>
                  <a:lnTo>
                    <a:pt x="7503754" y="0"/>
                  </a:lnTo>
                  <a:close/>
                </a:path>
              </a:pathLst>
            </a:custGeom>
            <a:solidFill>
              <a:srgbClr val="51A7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0" y="3200400"/>
              <a:ext cx="7708900" cy="1028700"/>
            </a:xfrm>
            <a:custGeom>
              <a:avLst/>
              <a:gdLst/>
              <a:ahLst/>
              <a:cxnLst/>
              <a:rect l="l" t="t" r="r" b="b"/>
              <a:pathLst>
                <a:path w="7708900" h="1028700">
                  <a:moveTo>
                    <a:pt x="0" y="0"/>
                  </a:moveTo>
                  <a:lnTo>
                    <a:pt x="7503753" y="0"/>
                  </a:lnTo>
                  <a:lnTo>
                    <a:pt x="7549876" y="5402"/>
                  </a:lnTo>
                  <a:lnTo>
                    <a:pt x="7592700" y="20758"/>
                  </a:lnTo>
                  <a:lnTo>
                    <a:pt x="7630841" y="44789"/>
                  </a:lnTo>
                  <a:lnTo>
                    <a:pt x="7662915" y="76217"/>
                  </a:lnTo>
                  <a:lnTo>
                    <a:pt x="7687539" y="113765"/>
                  </a:lnTo>
                  <a:lnTo>
                    <a:pt x="7703328" y="156156"/>
                  </a:lnTo>
                  <a:lnTo>
                    <a:pt x="7708899" y="202110"/>
                  </a:lnTo>
                  <a:lnTo>
                    <a:pt x="7708899" y="828403"/>
                  </a:lnTo>
                  <a:lnTo>
                    <a:pt x="7703328" y="874257"/>
                  </a:lnTo>
                  <a:lnTo>
                    <a:pt x="7687539" y="916388"/>
                  </a:lnTo>
                  <a:lnTo>
                    <a:pt x="7662915" y="953582"/>
                  </a:lnTo>
                  <a:lnTo>
                    <a:pt x="7630841" y="984624"/>
                  </a:lnTo>
                  <a:lnTo>
                    <a:pt x="7592700" y="1008301"/>
                  </a:lnTo>
                  <a:lnTo>
                    <a:pt x="7549876" y="1023397"/>
                  </a:lnTo>
                  <a:lnTo>
                    <a:pt x="7503753" y="1028699"/>
                  </a:lnTo>
                  <a:lnTo>
                    <a:pt x="0" y="1028699"/>
                  </a:lnTo>
                </a:path>
              </a:pathLst>
            </a:custGeom>
            <a:ln w="1270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/>
          <p:nvPr/>
        </p:nvSpPr>
        <p:spPr>
          <a:xfrm>
            <a:off x="1415355" y="3299131"/>
            <a:ext cx="5784215" cy="787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000" spc="-300">
                <a:solidFill>
                  <a:srgbClr val="FFFFFF"/>
                </a:solidFill>
                <a:latin typeface="Arial Narrow"/>
                <a:cs typeface="Arial Narrow"/>
              </a:rPr>
              <a:t>JIRA</a:t>
            </a:r>
            <a:r>
              <a:rPr dirty="0" sz="5000" spc="15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5000" spc="-125">
                <a:solidFill>
                  <a:srgbClr val="FFFFFF"/>
                </a:solidFill>
                <a:latin typeface="Arial Narrow"/>
                <a:cs typeface="Arial Narrow"/>
              </a:rPr>
              <a:t>Agile</a:t>
            </a:r>
            <a:r>
              <a:rPr dirty="0" sz="5000" spc="-35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5000" spc="-229">
                <a:solidFill>
                  <a:srgbClr val="FFFFFF"/>
                </a:solidFill>
                <a:latin typeface="Arial Narrow"/>
                <a:cs typeface="Arial Narrow"/>
              </a:rPr>
              <a:t>Plan,Work,Track</a:t>
            </a:r>
            <a:endParaRPr sz="5000">
              <a:latin typeface="Arial Narrow"/>
              <a:cs typeface="Arial Narrow"/>
            </a:endParaRPr>
          </a:p>
        </p:txBody>
      </p:sp>
      <p:pic>
        <p:nvPicPr>
          <p:cNvPr id="15" name="object 15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24284" y="3294955"/>
            <a:ext cx="852824" cy="852824"/>
          </a:xfrm>
          <a:prstGeom prst="rect">
            <a:avLst/>
          </a:prstGeom>
        </p:spPr>
      </p:pic>
      <p:grpSp>
        <p:nvGrpSpPr>
          <p:cNvPr id="16" name="object 16" descr=""/>
          <p:cNvGrpSpPr/>
          <p:nvPr/>
        </p:nvGrpSpPr>
        <p:grpSpPr>
          <a:xfrm>
            <a:off x="-63499" y="4787900"/>
            <a:ext cx="7861300" cy="1155700"/>
            <a:chOff x="-63499" y="4787900"/>
            <a:chExt cx="7861300" cy="1155700"/>
          </a:xfrm>
        </p:grpSpPr>
        <p:sp>
          <p:nvSpPr>
            <p:cNvPr id="17" name="object 17" descr=""/>
            <p:cNvSpPr/>
            <p:nvPr/>
          </p:nvSpPr>
          <p:spPr>
            <a:xfrm>
              <a:off x="0" y="4851400"/>
              <a:ext cx="7734300" cy="1028700"/>
            </a:xfrm>
            <a:custGeom>
              <a:avLst/>
              <a:gdLst/>
              <a:ahLst/>
              <a:cxnLst/>
              <a:rect l="l" t="t" r="r" b="b"/>
              <a:pathLst>
                <a:path w="7734300" h="1028700">
                  <a:moveTo>
                    <a:pt x="7538077" y="0"/>
                  </a:moveTo>
                  <a:lnTo>
                    <a:pt x="0" y="0"/>
                  </a:lnTo>
                  <a:lnTo>
                    <a:pt x="0" y="1028700"/>
                  </a:lnTo>
                  <a:lnTo>
                    <a:pt x="7538077" y="1028700"/>
                  </a:lnTo>
                  <a:lnTo>
                    <a:pt x="7583647" y="1023309"/>
                  </a:lnTo>
                  <a:lnTo>
                    <a:pt x="7625174" y="1007985"/>
                  </a:lnTo>
                  <a:lnTo>
                    <a:pt x="7661575" y="984003"/>
                  </a:lnTo>
                  <a:lnTo>
                    <a:pt x="7691770" y="952637"/>
                  </a:lnTo>
                  <a:lnTo>
                    <a:pt x="7714676" y="915161"/>
                  </a:lnTo>
                  <a:lnTo>
                    <a:pt x="7729213" y="872848"/>
                  </a:lnTo>
                  <a:lnTo>
                    <a:pt x="7734300" y="826973"/>
                  </a:lnTo>
                  <a:lnTo>
                    <a:pt x="7734300" y="201730"/>
                  </a:lnTo>
                  <a:lnTo>
                    <a:pt x="7729213" y="155855"/>
                  </a:lnTo>
                  <a:lnTo>
                    <a:pt x="7714676" y="113542"/>
                  </a:lnTo>
                  <a:lnTo>
                    <a:pt x="7691770" y="76065"/>
                  </a:lnTo>
                  <a:lnTo>
                    <a:pt x="7661575" y="44698"/>
                  </a:lnTo>
                  <a:lnTo>
                    <a:pt x="7625174" y="20715"/>
                  </a:lnTo>
                  <a:lnTo>
                    <a:pt x="7583647" y="5391"/>
                  </a:lnTo>
                  <a:lnTo>
                    <a:pt x="7538077" y="0"/>
                  </a:lnTo>
                  <a:close/>
                </a:path>
              </a:pathLst>
            </a:custGeom>
            <a:solidFill>
              <a:srgbClr val="51A7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0" y="4851400"/>
              <a:ext cx="7734300" cy="1028700"/>
            </a:xfrm>
            <a:custGeom>
              <a:avLst/>
              <a:gdLst/>
              <a:ahLst/>
              <a:cxnLst/>
              <a:rect l="l" t="t" r="r" b="b"/>
              <a:pathLst>
                <a:path w="7734300" h="1028700">
                  <a:moveTo>
                    <a:pt x="0" y="0"/>
                  </a:moveTo>
                  <a:lnTo>
                    <a:pt x="7538077" y="0"/>
                  </a:lnTo>
                  <a:lnTo>
                    <a:pt x="7583647" y="5391"/>
                  </a:lnTo>
                  <a:lnTo>
                    <a:pt x="7625173" y="20715"/>
                  </a:lnTo>
                  <a:lnTo>
                    <a:pt x="7661575" y="44698"/>
                  </a:lnTo>
                  <a:lnTo>
                    <a:pt x="7691770" y="76065"/>
                  </a:lnTo>
                  <a:lnTo>
                    <a:pt x="7714677" y="113542"/>
                  </a:lnTo>
                  <a:lnTo>
                    <a:pt x="7729214" y="155856"/>
                  </a:lnTo>
                  <a:lnTo>
                    <a:pt x="7734300" y="201731"/>
                  </a:lnTo>
                  <a:lnTo>
                    <a:pt x="7734300" y="826973"/>
                  </a:lnTo>
                  <a:lnTo>
                    <a:pt x="7729214" y="872848"/>
                  </a:lnTo>
                  <a:lnTo>
                    <a:pt x="7714677" y="915161"/>
                  </a:lnTo>
                  <a:lnTo>
                    <a:pt x="7691770" y="952637"/>
                  </a:lnTo>
                  <a:lnTo>
                    <a:pt x="7661575" y="984003"/>
                  </a:lnTo>
                  <a:lnTo>
                    <a:pt x="7625173" y="1007985"/>
                  </a:lnTo>
                  <a:lnTo>
                    <a:pt x="7583647" y="1023309"/>
                  </a:lnTo>
                  <a:lnTo>
                    <a:pt x="7538077" y="1028699"/>
                  </a:lnTo>
                  <a:lnTo>
                    <a:pt x="0" y="1028699"/>
                  </a:lnTo>
                </a:path>
              </a:pathLst>
            </a:custGeom>
            <a:ln w="1270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56103" y="4973310"/>
              <a:ext cx="851394" cy="851394"/>
            </a:xfrm>
            <a:prstGeom prst="rect">
              <a:avLst/>
            </a:prstGeom>
          </p:spPr>
        </p:pic>
      </p:grpSp>
      <p:sp>
        <p:nvSpPr>
          <p:cNvPr id="20" name="object 20" descr=""/>
          <p:cNvSpPr txBox="1"/>
          <p:nvPr/>
        </p:nvSpPr>
        <p:spPr>
          <a:xfrm>
            <a:off x="1419174" y="4938867"/>
            <a:ext cx="5665470" cy="787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000" spc="-300">
                <a:solidFill>
                  <a:srgbClr val="002452"/>
                </a:solidFill>
                <a:latin typeface="Arial Narrow"/>
                <a:cs typeface="Arial Narrow"/>
              </a:rPr>
              <a:t>JIRA</a:t>
            </a:r>
            <a:r>
              <a:rPr dirty="0" sz="5000" spc="15">
                <a:solidFill>
                  <a:srgbClr val="002452"/>
                </a:solidFill>
                <a:latin typeface="Arial Narrow"/>
                <a:cs typeface="Arial Narrow"/>
              </a:rPr>
              <a:t> </a:t>
            </a:r>
            <a:r>
              <a:rPr dirty="0" sz="5000" spc="-155">
                <a:solidFill>
                  <a:srgbClr val="002452"/>
                </a:solidFill>
                <a:latin typeface="Arial Narrow"/>
                <a:cs typeface="Arial Narrow"/>
              </a:rPr>
              <a:t>Issues</a:t>
            </a:r>
            <a:r>
              <a:rPr dirty="0" sz="5000" spc="-80">
                <a:solidFill>
                  <a:srgbClr val="002452"/>
                </a:solidFill>
                <a:latin typeface="Arial Narrow"/>
                <a:cs typeface="Arial Narrow"/>
              </a:rPr>
              <a:t> </a:t>
            </a:r>
            <a:r>
              <a:rPr dirty="0" sz="5000">
                <a:solidFill>
                  <a:srgbClr val="002452"/>
                </a:solidFill>
                <a:latin typeface="Arial Narrow"/>
                <a:cs typeface="Arial Narrow"/>
              </a:rPr>
              <a:t>&amp;</a:t>
            </a:r>
            <a:r>
              <a:rPr dirty="0" sz="5000" spc="-30">
                <a:solidFill>
                  <a:srgbClr val="002452"/>
                </a:solidFill>
                <a:latin typeface="Arial Narrow"/>
                <a:cs typeface="Arial Narrow"/>
              </a:rPr>
              <a:t> </a:t>
            </a:r>
            <a:r>
              <a:rPr dirty="0" sz="5000" spc="-270">
                <a:solidFill>
                  <a:srgbClr val="002452"/>
                </a:solidFill>
                <a:latin typeface="Arial Narrow"/>
                <a:cs typeface="Arial Narrow"/>
              </a:rPr>
              <a:t>Dashboards</a:t>
            </a:r>
            <a:endParaRPr sz="5000">
              <a:latin typeface="Arial Narrow"/>
              <a:cs typeface="Arial Narrow"/>
            </a:endParaRPr>
          </a:p>
        </p:txBody>
      </p:sp>
      <p:pic>
        <p:nvPicPr>
          <p:cNvPr id="21" name="object 21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832800" y="1523036"/>
            <a:ext cx="5739570" cy="3126127"/>
          </a:xfrm>
          <a:prstGeom prst="rect">
            <a:avLst/>
          </a:prstGeom>
        </p:spPr>
      </p:pic>
      <p:sp>
        <p:nvSpPr>
          <p:cNvPr id="22" name="object 22" descr=""/>
          <p:cNvSpPr txBox="1"/>
          <p:nvPr/>
        </p:nvSpPr>
        <p:spPr>
          <a:xfrm>
            <a:off x="11132710" y="4273550"/>
            <a:ext cx="1139825" cy="1488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600" spc="-1515">
                <a:solidFill>
                  <a:srgbClr val="F1E6D8"/>
                </a:solidFill>
                <a:latin typeface="Arial Narrow"/>
                <a:cs typeface="Arial Narrow"/>
              </a:rPr>
              <a:t>101</a:t>
            </a:r>
            <a:endParaRPr sz="96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-2432" y="0"/>
            <a:ext cx="16264890" cy="9150350"/>
            <a:chOff x="-2432" y="0"/>
            <a:chExt cx="16264890" cy="915035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6256000" cy="9144000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6324357" cy="4414794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772900" y="6527800"/>
              <a:ext cx="4483100" cy="2616200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87300" y="7886089"/>
              <a:ext cx="2076352" cy="1130910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50" y="6350"/>
              <a:ext cx="16249650" cy="9137650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6350" y="6350"/>
              <a:ext cx="16249650" cy="9137650"/>
            </a:xfrm>
            <a:custGeom>
              <a:avLst/>
              <a:gdLst/>
              <a:ahLst/>
              <a:cxnLst/>
              <a:rect l="l" t="t" r="r" b="b"/>
              <a:pathLst>
                <a:path w="16249650" h="9137650">
                  <a:moveTo>
                    <a:pt x="0" y="9137650"/>
                  </a:moveTo>
                  <a:lnTo>
                    <a:pt x="0" y="0"/>
                  </a:lnTo>
                  <a:lnTo>
                    <a:pt x="1624965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-2432" y="7086086"/>
              <a:ext cx="4065610" cy="2057913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454212" y="6978484"/>
              <a:ext cx="4801789" cy="2165515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0" y="0"/>
              <a:ext cx="16256000" cy="91440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6256000" cy="9144000"/>
            <a:chOff x="0" y="0"/>
            <a:chExt cx="16256000" cy="9144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6256000" cy="9144000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6322759" cy="4402094"/>
            </a:xfrm>
            <a:prstGeom prst="rect">
              <a:avLst/>
            </a:prstGeom>
          </p:spPr>
        </p:pic>
      </p:grpSp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772900" y="6515100"/>
            <a:ext cx="4483100" cy="2628900"/>
          </a:xfrm>
          <a:prstGeom prst="rect">
            <a:avLst/>
          </a:prstGeom>
        </p:spPr>
      </p:pic>
      <p:grpSp>
        <p:nvGrpSpPr>
          <p:cNvPr id="6" name="object 6" descr=""/>
          <p:cNvGrpSpPr/>
          <p:nvPr/>
        </p:nvGrpSpPr>
        <p:grpSpPr>
          <a:xfrm>
            <a:off x="0" y="0"/>
            <a:ext cx="16256000" cy="9144000"/>
            <a:chOff x="0" y="0"/>
            <a:chExt cx="16256000" cy="9144000"/>
          </a:xfrm>
        </p:grpSpPr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87300" y="7886089"/>
              <a:ext cx="2076352" cy="1130910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0" y="0"/>
              <a:ext cx="16256000" cy="91440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6256000" cy="9144000"/>
            <a:chOff x="0" y="0"/>
            <a:chExt cx="16256000" cy="9144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6256000" cy="9144000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6322759" cy="4402094"/>
            </a:xfrm>
            <a:prstGeom prst="rect">
              <a:avLst/>
            </a:prstGeom>
          </p:spPr>
        </p:pic>
      </p:grpSp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772900" y="6515100"/>
            <a:ext cx="4483100" cy="2628900"/>
          </a:xfrm>
          <a:prstGeom prst="rect">
            <a:avLst/>
          </a:prstGeom>
        </p:spPr>
      </p:pic>
      <p:grpSp>
        <p:nvGrpSpPr>
          <p:cNvPr id="6" name="object 6" descr=""/>
          <p:cNvGrpSpPr/>
          <p:nvPr/>
        </p:nvGrpSpPr>
        <p:grpSpPr>
          <a:xfrm>
            <a:off x="0" y="0"/>
            <a:ext cx="16256000" cy="9144000"/>
            <a:chOff x="0" y="0"/>
            <a:chExt cx="16256000" cy="9144000"/>
          </a:xfrm>
        </p:grpSpPr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87300" y="7886089"/>
              <a:ext cx="2076352" cy="1130910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0" y="0"/>
              <a:ext cx="16256000" cy="91440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6256000" cy="9144000"/>
            <a:chOff x="0" y="0"/>
            <a:chExt cx="16256000" cy="9144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6256000" cy="9144000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6322759" cy="4402094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772900" y="6515099"/>
              <a:ext cx="4483100" cy="2628900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87300" y="7886088"/>
              <a:ext cx="2076352" cy="1130910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469517" y="2791"/>
              <a:ext cx="2676780" cy="2260600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0" y="0"/>
              <a:ext cx="16256000" cy="91440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16256000" y="0"/>
                </a:moveTo>
                <a:lnTo>
                  <a:pt x="0" y="0"/>
                </a:lnTo>
                <a:lnTo>
                  <a:pt x="0" y="9144000"/>
                </a:lnTo>
                <a:lnTo>
                  <a:pt x="16256000" y="9144000"/>
                </a:lnTo>
                <a:lnTo>
                  <a:pt x="16256000" y="0"/>
                </a:lnTo>
                <a:close/>
              </a:path>
            </a:pathLst>
          </a:custGeom>
          <a:solidFill>
            <a:srgbClr val="002452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6324357" cy="4414794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772900" y="6527800"/>
            <a:ext cx="4483100" cy="2616200"/>
          </a:xfrm>
          <a:prstGeom prst="rect">
            <a:avLst/>
          </a:prstGeom>
        </p:spPr>
      </p:pic>
      <p:grpSp>
        <p:nvGrpSpPr>
          <p:cNvPr id="5" name="object 5" descr=""/>
          <p:cNvGrpSpPr/>
          <p:nvPr/>
        </p:nvGrpSpPr>
        <p:grpSpPr>
          <a:xfrm>
            <a:off x="0" y="0"/>
            <a:ext cx="16256000" cy="9144000"/>
            <a:chOff x="0" y="0"/>
            <a:chExt cx="16256000" cy="9144000"/>
          </a:xfrm>
        </p:grpSpPr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7300" y="7886089"/>
              <a:ext cx="2076352" cy="1130910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0"/>
              <a:ext cx="16256000" cy="91440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454008" cy="9144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02384" y="3228542"/>
            <a:ext cx="2895600" cy="1488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600" spc="-815">
                <a:solidFill>
                  <a:srgbClr val="F1E6D7"/>
                </a:solidFill>
              </a:rPr>
              <a:t>Thank</a:t>
            </a:r>
            <a:r>
              <a:rPr dirty="0" sz="9600" spc="-815" i="1">
                <a:solidFill>
                  <a:srgbClr val="F1E6D7"/>
                </a:solidFill>
                <a:latin typeface="Arial Narrow"/>
                <a:cs typeface="Arial Narrow"/>
              </a:rPr>
              <a:t>s</a:t>
            </a:r>
            <a:r>
              <a:rPr dirty="0" sz="9600" spc="-815">
                <a:solidFill>
                  <a:srgbClr val="F1E6D7"/>
                </a:solidFill>
              </a:rPr>
              <a:t>!</a:t>
            </a:r>
            <a:endParaRPr sz="9600">
              <a:latin typeface="Arial Narrow"/>
              <a:cs typeface="Arial Narrow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9764410" y="3797300"/>
            <a:ext cx="4022725" cy="1427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200" spc="-640" b="1">
                <a:solidFill>
                  <a:srgbClr val="FFFFFF"/>
                </a:solidFill>
                <a:latin typeface="Arial Narrow"/>
                <a:cs typeface="Arial Narrow"/>
              </a:rPr>
              <a:t>Questions</a:t>
            </a:r>
            <a:endParaRPr sz="92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2025-06-15T06:38:44Z</dcterms:created>
  <dcterms:modified xsi:type="dcterms:W3CDTF">2025-06-15T06:38:44Z</dcterms:modified>
</cp:coreProperties>
</file>